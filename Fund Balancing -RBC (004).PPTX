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7" r:id="rId1"/>
    <p:sldMasterId id="2147483971" r:id="rId2"/>
  </p:sldMasterIdLst>
  <p:notesMasterIdLst>
    <p:notesMasterId r:id="rId15"/>
  </p:notesMasterIdLst>
  <p:handoutMasterIdLst>
    <p:handoutMasterId r:id="rId16"/>
  </p:handoutMasterIdLst>
  <p:sldIdLst>
    <p:sldId id="311" r:id="rId3"/>
    <p:sldId id="515" r:id="rId4"/>
    <p:sldId id="510" r:id="rId5"/>
    <p:sldId id="512" r:id="rId6"/>
    <p:sldId id="520" r:id="rId7"/>
    <p:sldId id="504" r:id="rId8"/>
    <p:sldId id="516" r:id="rId9"/>
    <p:sldId id="513" r:id="rId10"/>
    <p:sldId id="517" r:id="rId11"/>
    <p:sldId id="519" r:id="rId12"/>
    <p:sldId id="501" r:id="rId13"/>
    <p:sldId id="435" r:id="rId14"/>
  </p:sldIdLst>
  <p:sldSz cx="12188825" cy="6858000"/>
  <p:notesSz cx="7010400" cy="9296400"/>
  <p:custDataLst>
    <p:tags r:id="rId17"/>
  </p:custDataLst>
  <p:defaultTextStyle>
    <a:defPPr>
      <a:defRPr lang="de-DE"/>
    </a:defPPr>
    <a:lvl1pPr marL="0" algn="l" defTabSz="95775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78878" algn="l" defTabSz="95775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57756" algn="l" defTabSz="95775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436634" algn="l" defTabSz="95775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915510" algn="l" defTabSz="95775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394388" algn="l" defTabSz="95775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873265" algn="l" defTabSz="95775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352143" algn="l" defTabSz="95775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831021" algn="l" defTabSz="95775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orient="horz" pos="2784" userDrawn="1">
          <p15:clr>
            <a:srgbClr val="A4A3A4"/>
          </p15:clr>
        </p15:guide>
        <p15:guide id="3" orient="horz" pos="3960" userDrawn="1">
          <p15:clr>
            <a:srgbClr val="A4A3A4"/>
          </p15:clr>
        </p15:guide>
        <p15:guide id="4" orient="horz" pos="2496" userDrawn="1">
          <p15:clr>
            <a:srgbClr val="A4A3A4"/>
          </p15:clr>
        </p15:guide>
        <p15:guide id="5" orient="horz" pos="2904" userDrawn="1">
          <p15:clr>
            <a:srgbClr val="A4A3A4"/>
          </p15:clr>
        </p15:guide>
        <p15:guide id="6" orient="horz" pos="2376" userDrawn="1">
          <p15:clr>
            <a:srgbClr val="A4A3A4"/>
          </p15:clr>
        </p15:guide>
        <p15:guide id="7" pos="3841">
          <p15:clr>
            <a:srgbClr val="A4A3A4"/>
          </p15:clr>
        </p15:guide>
        <p15:guide id="8" pos="246">
          <p15:clr>
            <a:srgbClr val="A4A3A4"/>
          </p15:clr>
        </p15:guide>
        <p15:guide id="9" pos="3949">
          <p15:clr>
            <a:srgbClr val="A4A3A4"/>
          </p15:clr>
        </p15:guide>
        <p15:guide id="10" pos="3733">
          <p15:clr>
            <a:srgbClr val="A4A3A4"/>
          </p15:clr>
        </p15:guide>
        <p15:guide id="11" pos="743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8C7"/>
    <a:srgbClr val="333333"/>
    <a:srgbClr val="1D2535"/>
    <a:srgbClr val="B70132"/>
    <a:srgbClr val="043B74"/>
    <a:srgbClr val="691E7C"/>
    <a:srgbClr val="AF1C63"/>
    <a:srgbClr val="ED771A"/>
    <a:srgbClr val="000000"/>
    <a:srgbClr val="44D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460" autoAdjust="0"/>
    <p:restoredTop sz="94095" autoAdjust="0"/>
  </p:normalViewPr>
  <p:slideViewPr>
    <p:cSldViewPr snapToGrid="0">
      <p:cViewPr varScale="1">
        <p:scale>
          <a:sx n="70" d="100"/>
          <a:sy n="70" d="100"/>
        </p:scale>
        <p:origin x="788" y="60"/>
      </p:cViewPr>
      <p:guideLst>
        <p:guide orient="horz"/>
        <p:guide orient="horz" pos="2784"/>
        <p:guide orient="horz" pos="3960"/>
        <p:guide orient="horz" pos="2496"/>
        <p:guide orient="horz" pos="2904"/>
        <p:guide orient="horz" pos="2376"/>
        <p:guide pos="3841"/>
        <p:guide pos="246"/>
        <p:guide pos="3949"/>
        <p:guide pos="3733"/>
        <p:guide pos="743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1580" y="-1356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7010400" cy="464315"/>
          </a:xfrm>
          <a:prstGeom prst="rect">
            <a:avLst/>
          </a:prstGeom>
        </p:spPr>
        <p:txBody>
          <a:bodyPr vert="horz" lIns="34625" tIns="34625" rIns="242374" bIns="34625" rtlCol="0" anchor="ctr"/>
          <a:lstStyle>
            <a:lvl1pPr algn="l">
              <a:defRPr sz="1200"/>
            </a:lvl1pPr>
          </a:lstStyle>
          <a:p>
            <a:pPr algn="r"/>
            <a:endParaRPr lang="de-DE" sz="15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30643"/>
            <a:ext cx="3038049" cy="464315"/>
          </a:xfrm>
          <a:prstGeom prst="rect">
            <a:avLst/>
          </a:prstGeom>
        </p:spPr>
        <p:txBody>
          <a:bodyPr vert="horz" lIns="87947" tIns="43973" rIns="87947" bIns="43973" rtlCol="0" anchor="b"/>
          <a:lstStyle>
            <a:lvl1pPr algn="l">
              <a:defRPr sz="1200"/>
            </a:lvl1pPr>
          </a:lstStyle>
          <a:p>
            <a:r>
              <a:rPr lang="de-DE" sz="800" dirty="0">
                <a:latin typeface="Arial" pitchFamily="34" charset="0"/>
                <a:cs typeface="Arial" pitchFamily="34" charset="0"/>
              </a:rPr>
              <a:t>© 2015 Capgemini. All </a:t>
            </a:r>
            <a:r>
              <a:rPr lang="de-DE" sz="800" dirty="0" err="1">
                <a:latin typeface="Arial" pitchFamily="34" charset="0"/>
                <a:cs typeface="Arial" pitchFamily="34" charset="0"/>
              </a:rPr>
              <a:t>rights</a:t>
            </a:r>
            <a:r>
              <a:rPr lang="de-DE" sz="800" dirty="0">
                <a:latin typeface="Arial" pitchFamily="34" charset="0"/>
                <a:cs typeface="Arial" pitchFamily="34" charset="0"/>
              </a:rPr>
              <a:t> </a:t>
            </a:r>
            <a:r>
              <a:rPr lang="de-DE" sz="800" dirty="0" err="1">
                <a:latin typeface="Arial" pitchFamily="34" charset="0"/>
                <a:cs typeface="Arial" pitchFamily="34" charset="0"/>
              </a:rPr>
              <a:t>reserved</a:t>
            </a:r>
            <a:r>
              <a:rPr lang="de-DE" sz="800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784" y="8830643"/>
            <a:ext cx="3038049" cy="464315"/>
          </a:xfrm>
          <a:prstGeom prst="rect">
            <a:avLst/>
          </a:prstGeom>
        </p:spPr>
        <p:txBody>
          <a:bodyPr vert="horz" lIns="87947" tIns="43973" rIns="87947" bIns="43973" rtlCol="0" anchor="b"/>
          <a:lstStyle>
            <a:lvl1pPr algn="r">
              <a:defRPr sz="1200"/>
            </a:lvl1pPr>
          </a:lstStyle>
          <a:p>
            <a:fld id="{9EC16AE0-9542-4D5B-AF70-A50F5AFBFBE0}" type="slidenum">
              <a:rPr lang="de-DE" sz="800" smtClean="0">
                <a:latin typeface="Arial" pitchFamily="34" charset="0"/>
                <a:cs typeface="Arial" pitchFamily="34" charset="0"/>
              </a:rPr>
              <a:pPr/>
              <a:t>‹#›</a:t>
            </a:fld>
            <a:endParaRPr lang="de-DE" sz="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99251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4820"/>
          </a:xfrm>
          <a:prstGeom prst="rect">
            <a:avLst/>
          </a:prstGeom>
        </p:spPr>
        <p:txBody>
          <a:bodyPr vert="horz" lIns="95264" tIns="47632" rIns="95264" bIns="47632" rtlCol="0"/>
          <a:lstStyle>
            <a:lvl1pPr algn="l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1"/>
            <a:ext cx="3037840" cy="464820"/>
          </a:xfrm>
          <a:prstGeom prst="rect">
            <a:avLst/>
          </a:prstGeom>
        </p:spPr>
        <p:txBody>
          <a:bodyPr vert="horz" lIns="95264" tIns="47632" rIns="95264" bIns="47632" rtlCol="0"/>
          <a:lstStyle>
            <a:lvl1pPr algn="r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fld id="{2FB4FF29-EE9A-4D47-9F1A-289A80693C0F}" type="datetimeFigureOut">
              <a:rPr lang="en-US" smtClean="0"/>
              <a:pPr/>
              <a:t>3/29/2018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194425" cy="34845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264" tIns="47632" rIns="95264" bIns="47632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1" y="4415790"/>
            <a:ext cx="5608320" cy="4183380"/>
          </a:xfrm>
          <a:prstGeom prst="rect">
            <a:avLst/>
          </a:prstGeom>
        </p:spPr>
        <p:txBody>
          <a:bodyPr vert="horz" lIns="95264" tIns="47632" rIns="95264" bIns="4763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5264" tIns="47632" rIns="95264" bIns="47632" rtlCol="0" anchor="b"/>
          <a:lstStyle>
            <a:lvl1pPr algn="l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5264" tIns="47632" rIns="95264" bIns="47632" rtlCol="0" anchor="b"/>
          <a:lstStyle>
            <a:lvl1pPr algn="r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fld id="{71E7D22E-2FCF-4181-8686-08BDCDF9406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692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1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42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13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84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55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26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98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369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8500"/>
            <a:ext cx="6194425" cy="3484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E7D22E-2FCF-4181-8686-08BDCDF94062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000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image" Target="../media/image1.emf"/><Relationship Id="rId18" Type="http://schemas.openxmlformats.org/officeDocument/2006/relationships/image" Target="../media/image8.png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12" Type="http://schemas.openxmlformats.org/officeDocument/2006/relationships/oleObject" Target="../embeddings/oleObject2.bin"/><Relationship Id="rId17" Type="http://schemas.openxmlformats.org/officeDocument/2006/relationships/image" Target="../media/image7.png"/><Relationship Id="rId2" Type="http://schemas.openxmlformats.org/officeDocument/2006/relationships/tags" Target="../tags/tag9.xml"/><Relationship Id="rId16" Type="http://schemas.openxmlformats.org/officeDocument/2006/relationships/image" Target="../media/image6.png"/><Relationship Id="rId1" Type="http://schemas.openxmlformats.org/officeDocument/2006/relationships/vmlDrawing" Target="../drawings/vmlDrawing2.vml"/><Relationship Id="rId6" Type="http://schemas.openxmlformats.org/officeDocument/2006/relationships/tags" Target="../tags/tag13.xml"/><Relationship Id="rId11" Type="http://schemas.openxmlformats.org/officeDocument/2006/relationships/image" Target="../media/image3.jpg"/><Relationship Id="rId5" Type="http://schemas.openxmlformats.org/officeDocument/2006/relationships/tags" Target="../tags/tag12.xml"/><Relationship Id="rId15" Type="http://schemas.openxmlformats.org/officeDocument/2006/relationships/image" Target="../media/image5.emf"/><Relationship Id="rId10" Type="http://schemas.openxmlformats.org/officeDocument/2006/relationships/slideMaster" Target="../slideMasters/slideMaster1.xml"/><Relationship Id="rId19" Type="http://schemas.openxmlformats.org/officeDocument/2006/relationships/image" Target="../media/image9.png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ags" Target="../tags/tag20.xml"/><Relationship Id="rId7" Type="http://schemas.openxmlformats.org/officeDocument/2006/relationships/oleObject" Target="../embeddings/oleObject4.bin"/><Relationship Id="rId2" Type="http://schemas.openxmlformats.org/officeDocument/2006/relationships/tags" Target="../tags/tag19.xml"/><Relationship Id="rId1" Type="http://schemas.openxmlformats.org/officeDocument/2006/relationships/vmlDrawing" Target="../drawings/vmlDrawing4.v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image" Target="../media/image1.emf"/><Relationship Id="rId2" Type="http://schemas.openxmlformats.org/officeDocument/2006/relationships/tags" Target="../tags/tag23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5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6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tags" Target="../tags/tag39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38.xml"/><Relationship Id="rId1" Type="http://schemas.openxmlformats.org/officeDocument/2006/relationships/vmlDrawing" Target="../drawings/vmlDrawing8.vml"/><Relationship Id="rId6" Type="http://schemas.openxmlformats.org/officeDocument/2006/relationships/tags" Target="../tags/tag42.xml"/><Relationship Id="rId11" Type="http://schemas.openxmlformats.org/officeDocument/2006/relationships/image" Target="../media/image15.png"/><Relationship Id="rId5" Type="http://schemas.openxmlformats.org/officeDocument/2006/relationships/tags" Target="../tags/tag41.xml"/><Relationship Id="rId10" Type="http://schemas.openxmlformats.org/officeDocument/2006/relationships/hyperlink" Target="http://www.capgemini.com/" TargetMode="External"/><Relationship Id="rId4" Type="http://schemas.openxmlformats.org/officeDocument/2006/relationships/tags" Target="../tags/tag40.xml"/><Relationship Id="rId9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tags" Target="../tags/tag44.xml"/><Relationship Id="rId7" Type="http://schemas.openxmlformats.org/officeDocument/2006/relationships/hyperlink" Target="http://www.capgemini.com/" TargetMode="External"/><Relationship Id="rId2" Type="http://schemas.openxmlformats.org/officeDocument/2006/relationships/tags" Target="../tags/tag43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9.bin"/><Relationship Id="rId4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45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0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407"/>
          <a:stretch/>
        </p:blipFill>
        <p:spPr>
          <a:xfrm>
            <a:off x="0" y="1193800"/>
            <a:ext cx="12192000" cy="5664200"/>
          </a:xfrm>
          <a:prstGeom prst="rect">
            <a:avLst/>
          </a:prstGeom>
        </p:spPr>
      </p:pic>
      <p:sp>
        <p:nvSpPr>
          <p:cNvPr id="14" name="Rectangle 13"/>
          <p:cNvSpPr/>
          <p:nvPr userDrawn="1"/>
        </p:nvSpPr>
        <p:spPr>
          <a:xfrm>
            <a:off x="-2526" y="1179232"/>
            <a:ext cx="12193470" cy="522156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0">
                <a:schemeClr val="tx1">
                  <a:alpha val="88000"/>
                </a:schemeClr>
              </a:gs>
              <a:gs pos="65000">
                <a:schemeClr val="tx1">
                  <a:alpha val="55000"/>
                </a:schemeClr>
              </a:gs>
              <a:gs pos="100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Freeform 30"/>
          <p:cNvSpPr/>
          <p:nvPr userDrawn="1"/>
        </p:nvSpPr>
        <p:spPr>
          <a:xfrm flipH="1">
            <a:off x="-3" y="3"/>
            <a:ext cx="11290436" cy="6400797"/>
          </a:xfrm>
          <a:custGeom>
            <a:avLst/>
            <a:gdLst>
              <a:gd name="connsiteX0" fmla="*/ 7628699 w 10752898"/>
              <a:gd name="connsiteY0" fmla="*/ 0 h 6857999"/>
              <a:gd name="connsiteX1" fmla="*/ 0 w 10752898"/>
              <a:gd name="connsiteY1" fmla="*/ 0 h 6857999"/>
              <a:gd name="connsiteX2" fmla="*/ 6857999 w 10752898"/>
              <a:gd name="connsiteY2" fmla="*/ 6857999 h 6857999"/>
              <a:gd name="connsiteX3" fmla="*/ 10752898 w 10752898"/>
              <a:gd name="connsiteY3" fmla="*/ 6857999 h 6857999"/>
              <a:gd name="connsiteX4" fmla="*/ 10752898 w 10752898"/>
              <a:gd name="connsiteY4" fmla="*/ 3124199 h 6857999"/>
              <a:gd name="connsiteX5" fmla="*/ 7628699 w 10752898"/>
              <a:gd name="connsiteY5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752898" h="6857999">
                <a:moveTo>
                  <a:pt x="7628699" y="0"/>
                </a:moveTo>
                <a:lnTo>
                  <a:pt x="0" y="0"/>
                </a:lnTo>
                <a:lnTo>
                  <a:pt x="6857999" y="6857999"/>
                </a:lnTo>
                <a:lnTo>
                  <a:pt x="10752898" y="6857999"/>
                </a:lnTo>
                <a:lnTo>
                  <a:pt x="10752898" y="3124199"/>
                </a:lnTo>
                <a:lnTo>
                  <a:pt x="7628699" y="0"/>
                </a:lnTo>
                <a:close/>
              </a:path>
            </a:pathLst>
          </a:custGeom>
          <a:gradFill>
            <a:gsLst>
              <a:gs pos="0">
                <a:srgbClr val="0C4068"/>
              </a:gs>
              <a:gs pos="50000">
                <a:srgbClr val="46B688">
                  <a:alpha val="70000"/>
                </a:srgbClr>
              </a:gs>
              <a:gs pos="100000">
                <a:srgbClr val="016AA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" y="0"/>
          <a:ext cx="195334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5" name="think-cell Slide" r:id="rId12" imgW="360" imgH="360" progId="">
                  <p:embed/>
                </p:oleObj>
              </mc:Choice>
              <mc:Fallback>
                <p:oleObj name="think-cell Slide" r:id="rId12" imgW="360" imgH="360" progId="">
                  <p:embed/>
                  <p:pic>
                    <p:nvPicPr>
                      <p:cNvPr id="0" name="Picture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95334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7"/>
          <p:cNvSpPr/>
          <p:nvPr userDrawn="1">
            <p:custDataLst>
              <p:tags r:id="rId3"/>
            </p:custDataLst>
          </p:nvPr>
        </p:nvSpPr>
        <p:spPr bwMode="auto">
          <a:xfrm>
            <a:off x="-2525" y="13"/>
            <a:ext cx="12195119" cy="2523235"/>
          </a:xfrm>
          <a:custGeom>
            <a:avLst/>
            <a:gdLst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0 w 10685085"/>
              <a:gd name="connsiteY3" fmla="*/ 684481 h 684481"/>
              <a:gd name="connsiteX4" fmla="*/ 0 w 10685085"/>
              <a:gd name="connsiteY4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525849 w 10685085"/>
              <a:gd name="connsiteY3" fmla="*/ 678410 h 684481"/>
              <a:gd name="connsiteX4" fmla="*/ 0 w 10685085"/>
              <a:gd name="connsiteY4" fmla="*/ 684481 h 684481"/>
              <a:gd name="connsiteX5" fmla="*/ 0 w 10685085"/>
              <a:gd name="connsiteY5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23183 w 10685085"/>
              <a:gd name="connsiteY6" fmla="*/ 684481 h 1022049"/>
              <a:gd name="connsiteX7" fmla="*/ 0 w 10685085"/>
              <a:gd name="connsiteY7" fmla="*/ 0 h 1022049"/>
              <a:gd name="connsiteX0" fmla="*/ 0 w 10673494"/>
              <a:gd name="connsiteY0" fmla="*/ 5825 h 1022049"/>
              <a:gd name="connsiteX1" fmla="*/ 10673494 w 10673494"/>
              <a:gd name="connsiteY1" fmla="*/ 0 h 1022049"/>
              <a:gd name="connsiteX2" fmla="*/ 10673494 w 10673494"/>
              <a:gd name="connsiteY2" fmla="*/ 303491 h 1022049"/>
              <a:gd name="connsiteX3" fmla="*/ 10211167 w 10673494"/>
              <a:gd name="connsiteY3" fmla="*/ 678410 h 1022049"/>
              <a:gd name="connsiteX4" fmla="*/ 1145874 w 10673494"/>
              <a:gd name="connsiteY4" fmla="*/ 670939 h 1022049"/>
              <a:gd name="connsiteX5" fmla="*/ 521729 w 10673494"/>
              <a:gd name="connsiteY5" fmla="*/ 1022049 h 1022049"/>
              <a:gd name="connsiteX6" fmla="*/ 11592 w 10673494"/>
              <a:gd name="connsiteY6" fmla="*/ 684481 h 1022049"/>
              <a:gd name="connsiteX7" fmla="*/ 0 w 10673494"/>
              <a:gd name="connsiteY7" fmla="*/ 5825 h 1022049"/>
              <a:gd name="connsiteX0" fmla="*/ 0 w 10673494"/>
              <a:gd name="connsiteY0" fmla="*/ 0 h 1045351"/>
              <a:gd name="connsiteX1" fmla="*/ 10673494 w 10673494"/>
              <a:gd name="connsiteY1" fmla="*/ 23302 h 1045351"/>
              <a:gd name="connsiteX2" fmla="*/ 10673494 w 10673494"/>
              <a:gd name="connsiteY2" fmla="*/ 326793 h 1045351"/>
              <a:gd name="connsiteX3" fmla="*/ 10211167 w 10673494"/>
              <a:gd name="connsiteY3" fmla="*/ 701712 h 1045351"/>
              <a:gd name="connsiteX4" fmla="*/ 1145874 w 10673494"/>
              <a:gd name="connsiteY4" fmla="*/ 694241 h 1045351"/>
              <a:gd name="connsiteX5" fmla="*/ 521729 w 10673494"/>
              <a:gd name="connsiteY5" fmla="*/ 1045351 h 1045351"/>
              <a:gd name="connsiteX6" fmla="*/ 11592 w 10673494"/>
              <a:gd name="connsiteY6" fmla="*/ 707783 h 1045351"/>
              <a:gd name="connsiteX7" fmla="*/ 0 w 10673494"/>
              <a:gd name="connsiteY7" fmla="*/ 0 h 1045351"/>
              <a:gd name="connsiteX0" fmla="*/ 0 w 10667698"/>
              <a:gd name="connsiteY0" fmla="*/ 0 h 1027875"/>
              <a:gd name="connsiteX1" fmla="*/ 10667698 w 10667698"/>
              <a:gd name="connsiteY1" fmla="*/ 5826 h 1027875"/>
              <a:gd name="connsiteX2" fmla="*/ 10667698 w 10667698"/>
              <a:gd name="connsiteY2" fmla="*/ 309317 h 1027875"/>
              <a:gd name="connsiteX3" fmla="*/ 10205371 w 10667698"/>
              <a:gd name="connsiteY3" fmla="*/ 684236 h 1027875"/>
              <a:gd name="connsiteX4" fmla="*/ 1140078 w 10667698"/>
              <a:gd name="connsiteY4" fmla="*/ 676765 h 1027875"/>
              <a:gd name="connsiteX5" fmla="*/ 515933 w 10667698"/>
              <a:gd name="connsiteY5" fmla="*/ 1027875 h 1027875"/>
              <a:gd name="connsiteX6" fmla="*/ 5796 w 10667698"/>
              <a:gd name="connsiteY6" fmla="*/ 690307 h 1027875"/>
              <a:gd name="connsiteX7" fmla="*/ 0 w 10667698"/>
              <a:gd name="connsiteY7" fmla="*/ 0 h 1027875"/>
              <a:gd name="connsiteX0" fmla="*/ 5796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5796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7441 w 10661902"/>
              <a:gd name="connsiteY4" fmla="*/ 6894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3758 w 10661902"/>
              <a:gd name="connsiteY4" fmla="*/ 62914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74432 h 1027875"/>
              <a:gd name="connsiteX7" fmla="*/ 0 w 10661901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83957 h 1027875"/>
              <a:gd name="connsiteX7" fmla="*/ 0 w 10661901"/>
              <a:gd name="connsiteY7" fmla="*/ 0 h 1027875"/>
              <a:gd name="connsiteX0" fmla="*/ 0 w 10710088"/>
              <a:gd name="connsiteY0" fmla="*/ 0 h 1027875"/>
              <a:gd name="connsiteX1" fmla="*/ 10661901 w 10710088"/>
              <a:gd name="connsiteY1" fmla="*/ 5826 h 1027875"/>
              <a:gd name="connsiteX2" fmla="*/ 10661901 w 10710088"/>
              <a:gd name="connsiteY2" fmla="*/ 309317 h 1027875"/>
              <a:gd name="connsiteX3" fmla="*/ 10668871 w 10710088"/>
              <a:gd name="connsiteY3" fmla="*/ 684236 h 1027875"/>
              <a:gd name="connsiteX4" fmla="*/ 1140598 w 10710088"/>
              <a:gd name="connsiteY4" fmla="*/ 686290 h 1027875"/>
              <a:gd name="connsiteX5" fmla="*/ 560675 w 10710088"/>
              <a:gd name="connsiteY5" fmla="*/ 1027875 h 1027875"/>
              <a:gd name="connsiteX6" fmla="*/ 3158 w 10710088"/>
              <a:gd name="connsiteY6" fmla="*/ 683957 h 1027875"/>
              <a:gd name="connsiteX7" fmla="*/ 0 w 10710088"/>
              <a:gd name="connsiteY7" fmla="*/ 0 h 1027875"/>
              <a:gd name="connsiteX0" fmla="*/ 0 w 10668871"/>
              <a:gd name="connsiteY0" fmla="*/ 0 h 1027875"/>
              <a:gd name="connsiteX1" fmla="*/ 10661901 w 10668871"/>
              <a:gd name="connsiteY1" fmla="*/ 5826 h 1027875"/>
              <a:gd name="connsiteX2" fmla="*/ 10668871 w 10668871"/>
              <a:gd name="connsiteY2" fmla="*/ 684236 h 1027875"/>
              <a:gd name="connsiteX3" fmla="*/ 1140598 w 10668871"/>
              <a:gd name="connsiteY3" fmla="*/ 686290 h 1027875"/>
              <a:gd name="connsiteX4" fmla="*/ 560675 w 10668871"/>
              <a:gd name="connsiteY4" fmla="*/ 1027875 h 1027875"/>
              <a:gd name="connsiteX5" fmla="*/ 3158 w 10668871"/>
              <a:gd name="connsiteY5" fmla="*/ 683957 h 1027875"/>
              <a:gd name="connsiteX6" fmla="*/ 0 w 10668871"/>
              <a:gd name="connsiteY6" fmla="*/ 0 h 1027875"/>
              <a:gd name="connsiteX0" fmla="*/ 0 w 10662015"/>
              <a:gd name="connsiteY0" fmla="*/ 0 h 1027875"/>
              <a:gd name="connsiteX1" fmla="*/ 10661901 w 10662015"/>
              <a:gd name="connsiteY1" fmla="*/ 5826 h 1027875"/>
              <a:gd name="connsiteX2" fmla="*/ 10632772 w 10662015"/>
              <a:gd name="connsiteY2" fmla="*/ 684236 h 1027875"/>
              <a:gd name="connsiteX3" fmla="*/ 1140598 w 10662015"/>
              <a:gd name="connsiteY3" fmla="*/ 686290 h 1027875"/>
              <a:gd name="connsiteX4" fmla="*/ 560675 w 10662015"/>
              <a:gd name="connsiteY4" fmla="*/ 1027875 h 1027875"/>
              <a:gd name="connsiteX5" fmla="*/ 3158 w 10662015"/>
              <a:gd name="connsiteY5" fmla="*/ 683957 h 1027875"/>
              <a:gd name="connsiteX6" fmla="*/ 0 w 10662015"/>
              <a:gd name="connsiteY6" fmla="*/ 0 h 1027875"/>
              <a:gd name="connsiteX0" fmla="*/ 0 w 10632772"/>
              <a:gd name="connsiteY0" fmla="*/ 0 h 1027875"/>
              <a:gd name="connsiteX1" fmla="*/ 10616776 w 10632772"/>
              <a:gd name="connsiteY1" fmla="*/ 559150 h 1027875"/>
              <a:gd name="connsiteX2" fmla="*/ 10632772 w 10632772"/>
              <a:gd name="connsiteY2" fmla="*/ 684236 h 1027875"/>
              <a:gd name="connsiteX3" fmla="*/ 1140598 w 10632772"/>
              <a:gd name="connsiteY3" fmla="*/ 686290 h 1027875"/>
              <a:gd name="connsiteX4" fmla="*/ 560675 w 10632772"/>
              <a:gd name="connsiteY4" fmla="*/ 1027875 h 1027875"/>
              <a:gd name="connsiteX5" fmla="*/ 3158 w 10632772"/>
              <a:gd name="connsiteY5" fmla="*/ 683957 h 1027875"/>
              <a:gd name="connsiteX6" fmla="*/ 0 w 10632772"/>
              <a:gd name="connsiteY6" fmla="*/ 0 h 1027875"/>
              <a:gd name="connsiteX0" fmla="*/ 5867 w 10629614"/>
              <a:gd name="connsiteY0" fmla="*/ 12316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5867 w 10629614"/>
              <a:gd name="connsiteY6" fmla="*/ 12316 h 468725"/>
              <a:gd name="connsiteX0" fmla="*/ 0 w 10636382"/>
              <a:gd name="connsiteY0" fmla="*/ 12316 h 468725"/>
              <a:gd name="connsiteX1" fmla="*/ 10620386 w 10636382"/>
              <a:gd name="connsiteY1" fmla="*/ 0 h 468725"/>
              <a:gd name="connsiteX2" fmla="*/ 10636382 w 10636382"/>
              <a:gd name="connsiteY2" fmla="*/ 125086 h 468725"/>
              <a:gd name="connsiteX3" fmla="*/ 1144208 w 10636382"/>
              <a:gd name="connsiteY3" fmla="*/ 127140 h 468725"/>
              <a:gd name="connsiteX4" fmla="*/ 564285 w 10636382"/>
              <a:gd name="connsiteY4" fmla="*/ 468725 h 468725"/>
              <a:gd name="connsiteX5" fmla="*/ 6768 w 10636382"/>
              <a:gd name="connsiteY5" fmla="*/ 124807 h 468725"/>
              <a:gd name="connsiteX6" fmla="*/ 0 w 10636382"/>
              <a:gd name="connsiteY6" fmla="*/ 12316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451 w 10630556"/>
              <a:gd name="connsiteY5" fmla="*/ 124807 h 468725"/>
              <a:gd name="connsiteX6" fmla="*/ 0 w 10630556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782750 w 11413306"/>
              <a:gd name="connsiteY0" fmla="*/ 2791 h 468725"/>
              <a:gd name="connsiteX1" fmla="*/ 11412612 w 11413306"/>
              <a:gd name="connsiteY1" fmla="*/ 0 h 468725"/>
              <a:gd name="connsiteX2" fmla="*/ 11412815 w 11413306"/>
              <a:gd name="connsiteY2" fmla="*/ 125086 h 468725"/>
              <a:gd name="connsiteX3" fmla="*/ 1920641 w 11413306"/>
              <a:gd name="connsiteY3" fmla="*/ 127140 h 468725"/>
              <a:gd name="connsiteX4" fmla="*/ 1340718 w 11413306"/>
              <a:gd name="connsiteY4" fmla="*/ 468725 h 468725"/>
              <a:gd name="connsiteX5" fmla="*/ 858696 w 11413306"/>
              <a:gd name="connsiteY5" fmla="*/ 125867 h 468725"/>
              <a:gd name="connsiteX6" fmla="*/ 782750 w 11413306"/>
              <a:gd name="connsiteY6" fmla="*/ 2791 h 468725"/>
              <a:gd name="connsiteX0" fmla="*/ 802813 w 11357561"/>
              <a:gd name="connsiteY0" fmla="*/ 2791 h 468725"/>
              <a:gd name="connsiteX1" fmla="*/ 11356867 w 11357561"/>
              <a:gd name="connsiteY1" fmla="*/ 0 h 468725"/>
              <a:gd name="connsiteX2" fmla="*/ 11357070 w 11357561"/>
              <a:gd name="connsiteY2" fmla="*/ 125086 h 468725"/>
              <a:gd name="connsiteX3" fmla="*/ 1864896 w 11357561"/>
              <a:gd name="connsiteY3" fmla="*/ 127140 h 468725"/>
              <a:gd name="connsiteX4" fmla="*/ 1284973 w 11357561"/>
              <a:gd name="connsiteY4" fmla="*/ 468725 h 468725"/>
              <a:gd name="connsiteX5" fmla="*/ 802951 w 11357561"/>
              <a:gd name="connsiteY5" fmla="*/ 125867 h 468725"/>
              <a:gd name="connsiteX6" fmla="*/ 802813 w 11357561"/>
              <a:gd name="connsiteY6" fmla="*/ 2791 h 468725"/>
              <a:gd name="connsiteX0" fmla="*/ 341552 w 10896300"/>
              <a:gd name="connsiteY0" fmla="*/ 2791 h 468725"/>
              <a:gd name="connsiteX1" fmla="*/ 10895606 w 10896300"/>
              <a:gd name="connsiteY1" fmla="*/ 0 h 468725"/>
              <a:gd name="connsiteX2" fmla="*/ 10895809 w 10896300"/>
              <a:gd name="connsiteY2" fmla="*/ 125086 h 468725"/>
              <a:gd name="connsiteX3" fmla="*/ 1403635 w 10896300"/>
              <a:gd name="connsiteY3" fmla="*/ 127140 h 468725"/>
              <a:gd name="connsiteX4" fmla="*/ 823712 w 10896300"/>
              <a:gd name="connsiteY4" fmla="*/ 468725 h 468725"/>
              <a:gd name="connsiteX5" fmla="*/ 341690 w 10896300"/>
              <a:gd name="connsiteY5" fmla="*/ 125867 h 468725"/>
              <a:gd name="connsiteX6" fmla="*/ 341552 w 10896300"/>
              <a:gd name="connsiteY6" fmla="*/ 2791 h 468725"/>
              <a:gd name="connsiteX0" fmla="*/ 41143 w 10595891"/>
              <a:gd name="connsiteY0" fmla="*/ 2791 h 468725"/>
              <a:gd name="connsiteX1" fmla="*/ 10595197 w 10595891"/>
              <a:gd name="connsiteY1" fmla="*/ 0 h 468725"/>
              <a:gd name="connsiteX2" fmla="*/ 10595400 w 10595891"/>
              <a:gd name="connsiteY2" fmla="*/ 125086 h 468725"/>
              <a:gd name="connsiteX3" fmla="*/ 1103226 w 10595891"/>
              <a:gd name="connsiteY3" fmla="*/ 127140 h 468725"/>
              <a:gd name="connsiteX4" fmla="*/ 523303 w 10595891"/>
              <a:gd name="connsiteY4" fmla="*/ 468725 h 468725"/>
              <a:gd name="connsiteX5" fmla="*/ 41281 w 10595891"/>
              <a:gd name="connsiteY5" fmla="*/ 125867 h 468725"/>
              <a:gd name="connsiteX6" fmla="*/ 41143 w 1059589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44066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44066 h 468725"/>
              <a:gd name="connsiteX0" fmla="*/ 433 w 10554690"/>
              <a:gd name="connsiteY0" fmla="*/ 5966 h 430625"/>
              <a:gd name="connsiteX1" fmla="*/ 10551351 w 10554690"/>
              <a:gd name="connsiteY1" fmla="*/ 0 h 430625"/>
              <a:gd name="connsiteX2" fmla="*/ 10554690 w 10554690"/>
              <a:gd name="connsiteY2" fmla="*/ 86986 h 430625"/>
              <a:gd name="connsiteX3" fmla="*/ 1062516 w 10554690"/>
              <a:gd name="connsiteY3" fmla="*/ 89040 h 430625"/>
              <a:gd name="connsiteX4" fmla="*/ 482593 w 10554690"/>
              <a:gd name="connsiteY4" fmla="*/ 430625 h 430625"/>
              <a:gd name="connsiteX5" fmla="*/ 571 w 10554690"/>
              <a:gd name="connsiteY5" fmla="*/ 101571 h 430625"/>
              <a:gd name="connsiteX6" fmla="*/ 433 w 10554690"/>
              <a:gd name="connsiteY6" fmla="*/ 5966 h 430625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62516 w 10554690"/>
              <a:gd name="connsiteY3" fmla="*/ 89040 h 427450"/>
              <a:gd name="connsiteX4" fmla="*/ 482593 w 10554690"/>
              <a:gd name="connsiteY4" fmla="*/ 427450 h 427450"/>
              <a:gd name="connsiteX5" fmla="*/ 571 w 10554690"/>
              <a:gd name="connsiteY5" fmla="*/ 101571 h 427450"/>
              <a:gd name="connsiteX6" fmla="*/ 433 w 10554690"/>
              <a:gd name="connsiteY6" fmla="*/ 5966 h 427450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274940 w 10554690"/>
              <a:gd name="connsiteY3" fmla="*/ 87717 h 427450"/>
              <a:gd name="connsiteX4" fmla="*/ 1062516 w 10554690"/>
              <a:gd name="connsiteY4" fmla="*/ 89040 h 427450"/>
              <a:gd name="connsiteX5" fmla="*/ 482593 w 10554690"/>
              <a:gd name="connsiteY5" fmla="*/ 427450 h 427450"/>
              <a:gd name="connsiteX6" fmla="*/ 571 w 10554690"/>
              <a:gd name="connsiteY6" fmla="*/ 101571 h 427450"/>
              <a:gd name="connsiteX7" fmla="*/ 433 w 10554690"/>
              <a:gd name="connsiteY7" fmla="*/ 5966 h 427450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60438 h 481922"/>
              <a:gd name="connsiteX1" fmla="*/ 10551351 w 10554691"/>
              <a:gd name="connsiteY1" fmla="*/ 54472 h 481922"/>
              <a:gd name="connsiteX2" fmla="*/ 10554691 w 10554691"/>
              <a:gd name="connsiteY2" fmla="*/ 49383 h 481922"/>
              <a:gd name="connsiteX3" fmla="*/ 10274940 w 10554691"/>
              <a:gd name="connsiteY3" fmla="*/ 142189 h 481922"/>
              <a:gd name="connsiteX4" fmla="*/ 1062516 w 10554691"/>
              <a:gd name="connsiteY4" fmla="*/ 143512 h 481922"/>
              <a:gd name="connsiteX5" fmla="*/ 482593 w 10554691"/>
              <a:gd name="connsiteY5" fmla="*/ 481922 h 481922"/>
              <a:gd name="connsiteX6" fmla="*/ 571 w 10554691"/>
              <a:gd name="connsiteY6" fmla="*/ 156043 h 481922"/>
              <a:gd name="connsiteX7" fmla="*/ 433 w 10554691"/>
              <a:gd name="connsiteY7" fmla="*/ 60438 h 481922"/>
              <a:gd name="connsiteX0" fmla="*/ 433 w 11661532"/>
              <a:gd name="connsiteY0" fmla="*/ 5966 h 427450"/>
              <a:gd name="connsiteX1" fmla="*/ 10551351 w 11661532"/>
              <a:gd name="connsiteY1" fmla="*/ 0 h 427450"/>
              <a:gd name="connsiteX2" fmla="*/ 10274940 w 11661532"/>
              <a:gd name="connsiteY2" fmla="*/ 87717 h 427450"/>
              <a:gd name="connsiteX3" fmla="*/ 1062516 w 11661532"/>
              <a:gd name="connsiteY3" fmla="*/ 89040 h 427450"/>
              <a:gd name="connsiteX4" fmla="*/ 482593 w 11661532"/>
              <a:gd name="connsiteY4" fmla="*/ 427450 h 427450"/>
              <a:gd name="connsiteX5" fmla="*/ 571 w 11661532"/>
              <a:gd name="connsiteY5" fmla="*/ 101571 h 427450"/>
              <a:gd name="connsiteX6" fmla="*/ 433 w 11661532"/>
              <a:gd name="connsiteY6" fmla="*/ 5966 h 427450"/>
              <a:gd name="connsiteX0" fmla="*/ 433 w 11071037"/>
              <a:gd name="connsiteY0" fmla="*/ 6015 h 427499"/>
              <a:gd name="connsiteX1" fmla="*/ 10551351 w 11071037"/>
              <a:gd name="connsiteY1" fmla="*/ 49 h 427499"/>
              <a:gd name="connsiteX2" fmla="*/ 10274940 w 11071037"/>
              <a:gd name="connsiteY2" fmla="*/ 87766 h 427499"/>
              <a:gd name="connsiteX3" fmla="*/ 1062516 w 11071037"/>
              <a:gd name="connsiteY3" fmla="*/ 89089 h 427499"/>
              <a:gd name="connsiteX4" fmla="*/ 482593 w 11071037"/>
              <a:gd name="connsiteY4" fmla="*/ 427499 h 427499"/>
              <a:gd name="connsiteX5" fmla="*/ 571 w 11071037"/>
              <a:gd name="connsiteY5" fmla="*/ 101620 h 427499"/>
              <a:gd name="connsiteX6" fmla="*/ 433 w 11071037"/>
              <a:gd name="connsiteY6" fmla="*/ 6015 h 427499"/>
              <a:gd name="connsiteX0" fmla="*/ 433 w 11057538"/>
              <a:gd name="connsiteY0" fmla="*/ 5966 h 427450"/>
              <a:gd name="connsiteX1" fmla="*/ 10551351 w 11057538"/>
              <a:gd name="connsiteY1" fmla="*/ 0 h 427450"/>
              <a:gd name="connsiteX2" fmla="*/ 10274940 w 11057538"/>
              <a:gd name="connsiteY2" fmla="*/ 87717 h 427450"/>
              <a:gd name="connsiteX3" fmla="*/ 1062516 w 11057538"/>
              <a:gd name="connsiteY3" fmla="*/ 89040 h 427450"/>
              <a:gd name="connsiteX4" fmla="*/ 482593 w 11057538"/>
              <a:gd name="connsiteY4" fmla="*/ 427450 h 427450"/>
              <a:gd name="connsiteX5" fmla="*/ 571 w 11057538"/>
              <a:gd name="connsiteY5" fmla="*/ 101571 h 427450"/>
              <a:gd name="connsiteX6" fmla="*/ 433 w 11057538"/>
              <a:gd name="connsiteY6" fmla="*/ 5966 h 427450"/>
              <a:gd name="connsiteX0" fmla="*/ 433 w 10551351"/>
              <a:gd name="connsiteY0" fmla="*/ 5966 h 427450"/>
              <a:gd name="connsiteX1" fmla="*/ 10551351 w 10551351"/>
              <a:gd name="connsiteY1" fmla="*/ 0 h 427450"/>
              <a:gd name="connsiteX2" fmla="*/ 10274940 w 10551351"/>
              <a:gd name="connsiteY2" fmla="*/ 87717 h 427450"/>
              <a:gd name="connsiteX3" fmla="*/ 1062516 w 10551351"/>
              <a:gd name="connsiteY3" fmla="*/ 89040 h 427450"/>
              <a:gd name="connsiteX4" fmla="*/ 482593 w 10551351"/>
              <a:gd name="connsiteY4" fmla="*/ 427450 h 427450"/>
              <a:gd name="connsiteX5" fmla="*/ 571 w 10551351"/>
              <a:gd name="connsiteY5" fmla="*/ 101571 h 427450"/>
              <a:gd name="connsiteX6" fmla="*/ 433 w 10551351"/>
              <a:gd name="connsiteY6" fmla="*/ 5966 h 427450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0 w 11177990"/>
              <a:gd name="connsiteY6" fmla="*/ 2791 h 341725"/>
              <a:gd name="connsiteX0" fmla="*/ 780014 w 11958004"/>
              <a:gd name="connsiteY0" fmla="*/ 2791 h 341725"/>
              <a:gd name="connsiteX1" fmla="*/ 11958004 w 11958004"/>
              <a:gd name="connsiteY1" fmla="*/ 0 h 341725"/>
              <a:gd name="connsiteX2" fmla="*/ 11681593 w 11958004"/>
              <a:gd name="connsiteY2" fmla="*/ 87717 h 341725"/>
              <a:gd name="connsiteX3" fmla="*/ 2469169 w 11958004"/>
              <a:gd name="connsiteY3" fmla="*/ 89040 h 341725"/>
              <a:gd name="connsiteX4" fmla="*/ 1889246 w 11958004"/>
              <a:gd name="connsiteY4" fmla="*/ 341725 h 341725"/>
              <a:gd name="connsiteX5" fmla="*/ 1407224 w 11958004"/>
              <a:gd name="connsiteY5" fmla="*/ 101571 h 341725"/>
              <a:gd name="connsiteX6" fmla="*/ 998158 w 11958004"/>
              <a:gd name="connsiteY6" fmla="*/ 40093 h 341725"/>
              <a:gd name="connsiteX7" fmla="*/ 780014 w 11958004"/>
              <a:gd name="connsiteY7" fmla="*/ 2791 h 341725"/>
              <a:gd name="connsiteX0" fmla="*/ 758495 w 11936485"/>
              <a:gd name="connsiteY0" fmla="*/ 2791 h 341725"/>
              <a:gd name="connsiteX1" fmla="*/ 11936485 w 11936485"/>
              <a:gd name="connsiteY1" fmla="*/ 0 h 341725"/>
              <a:gd name="connsiteX2" fmla="*/ 11660074 w 11936485"/>
              <a:gd name="connsiteY2" fmla="*/ 87717 h 341725"/>
              <a:gd name="connsiteX3" fmla="*/ 2447650 w 11936485"/>
              <a:gd name="connsiteY3" fmla="*/ 89040 h 341725"/>
              <a:gd name="connsiteX4" fmla="*/ 1867727 w 11936485"/>
              <a:gd name="connsiteY4" fmla="*/ 341725 h 341725"/>
              <a:gd name="connsiteX5" fmla="*/ 1385705 w 11936485"/>
              <a:gd name="connsiteY5" fmla="*/ 101571 h 341725"/>
              <a:gd name="connsiteX6" fmla="*/ 976639 w 11936485"/>
              <a:gd name="connsiteY6" fmla="*/ 40093 h 341725"/>
              <a:gd name="connsiteX7" fmla="*/ 758495 w 11936485"/>
              <a:gd name="connsiteY7" fmla="*/ 2791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218144 w 11177990"/>
              <a:gd name="connsiteY6" fmla="*/ 40093 h 341725"/>
              <a:gd name="connsiteX7" fmla="*/ 0 w 11177990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567427 w 11179321"/>
              <a:gd name="connsiteY2" fmla="*/ 90892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0600099"/>
              <a:gd name="connsiteY0" fmla="*/ 2791 h 341725"/>
              <a:gd name="connsiteX1" fmla="*/ 10561656 w 10600099"/>
              <a:gd name="connsiteY1" fmla="*/ 0 h 341725"/>
              <a:gd name="connsiteX2" fmla="*/ 10567427 w 10600099"/>
              <a:gd name="connsiteY2" fmla="*/ 90892 h 341725"/>
              <a:gd name="connsiteX3" fmla="*/ 1690486 w 10600099"/>
              <a:gd name="connsiteY3" fmla="*/ 89040 h 341725"/>
              <a:gd name="connsiteX4" fmla="*/ 1110563 w 10600099"/>
              <a:gd name="connsiteY4" fmla="*/ 341725 h 341725"/>
              <a:gd name="connsiteX5" fmla="*/ 628541 w 10600099"/>
              <a:gd name="connsiteY5" fmla="*/ 101571 h 341725"/>
              <a:gd name="connsiteX6" fmla="*/ 0 w 10600099"/>
              <a:gd name="connsiteY6" fmla="*/ 103593 h 341725"/>
              <a:gd name="connsiteX7" fmla="*/ 1331 w 10600099"/>
              <a:gd name="connsiteY7" fmla="*/ 2791 h 341725"/>
              <a:gd name="connsiteX0" fmla="*/ 1331 w 10567427"/>
              <a:gd name="connsiteY0" fmla="*/ 2791 h 341725"/>
              <a:gd name="connsiteX1" fmla="*/ 10561656 w 10567427"/>
              <a:gd name="connsiteY1" fmla="*/ 0 h 341725"/>
              <a:gd name="connsiteX2" fmla="*/ 10567427 w 10567427"/>
              <a:gd name="connsiteY2" fmla="*/ 90892 h 341725"/>
              <a:gd name="connsiteX3" fmla="*/ 1690486 w 10567427"/>
              <a:gd name="connsiteY3" fmla="*/ 89040 h 341725"/>
              <a:gd name="connsiteX4" fmla="*/ 1110563 w 10567427"/>
              <a:gd name="connsiteY4" fmla="*/ 341725 h 341725"/>
              <a:gd name="connsiteX5" fmla="*/ 628541 w 10567427"/>
              <a:gd name="connsiteY5" fmla="*/ 101571 h 341725"/>
              <a:gd name="connsiteX6" fmla="*/ 0 w 10567427"/>
              <a:gd name="connsiteY6" fmla="*/ 103593 h 341725"/>
              <a:gd name="connsiteX7" fmla="*/ 1331 w 10567427"/>
              <a:gd name="connsiteY7" fmla="*/ 2791 h 341725"/>
              <a:gd name="connsiteX0" fmla="*/ 1331 w 10561687"/>
              <a:gd name="connsiteY0" fmla="*/ 2791 h 341725"/>
              <a:gd name="connsiteX1" fmla="*/ 10561656 w 10561687"/>
              <a:gd name="connsiteY1" fmla="*/ 0 h 341725"/>
              <a:gd name="connsiteX2" fmla="*/ 10561157 w 10561687"/>
              <a:gd name="connsiteY2" fmla="*/ 90892 h 341725"/>
              <a:gd name="connsiteX3" fmla="*/ 1690486 w 10561687"/>
              <a:gd name="connsiteY3" fmla="*/ 89040 h 341725"/>
              <a:gd name="connsiteX4" fmla="*/ 1110563 w 10561687"/>
              <a:gd name="connsiteY4" fmla="*/ 341725 h 341725"/>
              <a:gd name="connsiteX5" fmla="*/ 628541 w 10561687"/>
              <a:gd name="connsiteY5" fmla="*/ 101571 h 341725"/>
              <a:gd name="connsiteX6" fmla="*/ 0 w 10561687"/>
              <a:gd name="connsiteY6" fmla="*/ 103593 h 341725"/>
              <a:gd name="connsiteX7" fmla="*/ 1331 w 10561687"/>
              <a:gd name="connsiteY7" fmla="*/ 2791 h 341725"/>
              <a:gd name="connsiteX0" fmla="*/ 1331 w 10562072"/>
              <a:gd name="connsiteY0" fmla="*/ 2791 h 341725"/>
              <a:gd name="connsiteX1" fmla="*/ 10561656 w 10562072"/>
              <a:gd name="connsiteY1" fmla="*/ 0 h 341725"/>
              <a:gd name="connsiteX2" fmla="*/ 10561157 w 10562072"/>
              <a:gd name="connsiteY2" fmla="*/ 90892 h 341725"/>
              <a:gd name="connsiteX3" fmla="*/ 1690486 w 10562072"/>
              <a:gd name="connsiteY3" fmla="*/ 89040 h 341725"/>
              <a:gd name="connsiteX4" fmla="*/ 1110563 w 10562072"/>
              <a:gd name="connsiteY4" fmla="*/ 341725 h 341725"/>
              <a:gd name="connsiteX5" fmla="*/ 628541 w 10562072"/>
              <a:gd name="connsiteY5" fmla="*/ 101571 h 341725"/>
              <a:gd name="connsiteX6" fmla="*/ 0 w 10562072"/>
              <a:gd name="connsiteY6" fmla="*/ 103593 h 341725"/>
              <a:gd name="connsiteX7" fmla="*/ 1331 w 10562072"/>
              <a:gd name="connsiteY7" fmla="*/ 2791 h 341725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1690486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702"/>
              <a:gd name="connsiteX1" fmla="*/ 10561656 w 10562072"/>
              <a:gd name="connsiteY1" fmla="*/ 0 h 887702"/>
              <a:gd name="connsiteX2" fmla="*/ 10561157 w 10562072"/>
              <a:gd name="connsiteY2" fmla="*/ 90892 h 887702"/>
              <a:gd name="connsiteX3" fmla="*/ 2317558 w 10562072"/>
              <a:gd name="connsiteY3" fmla="*/ 89040 h 887702"/>
              <a:gd name="connsiteX4" fmla="*/ 1180889 w 10562072"/>
              <a:gd name="connsiteY4" fmla="*/ 887696 h 887702"/>
              <a:gd name="connsiteX5" fmla="*/ 0 w 10562072"/>
              <a:gd name="connsiteY5" fmla="*/ 103593 h 887702"/>
              <a:gd name="connsiteX6" fmla="*/ 1331 w 10562072"/>
              <a:gd name="connsiteY6" fmla="*/ 2791 h 887702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0 w 10568342"/>
              <a:gd name="connsiteY0" fmla="*/ 0 h 2916892"/>
              <a:gd name="connsiteX1" fmla="*/ 10567926 w 10568342"/>
              <a:gd name="connsiteY1" fmla="*/ 2029196 h 2916892"/>
              <a:gd name="connsiteX2" fmla="*/ 10567427 w 10568342"/>
              <a:gd name="connsiteY2" fmla="*/ 2120088 h 2916892"/>
              <a:gd name="connsiteX3" fmla="*/ 2323828 w 10568342"/>
              <a:gd name="connsiteY3" fmla="*/ 2118236 h 2916892"/>
              <a:gd name="connsiteX4" fmla="*/ 1187159 w 10568342"/>
              <a:gd name="connsiteY4" fmla="*/ 2916892 h 2916892"/>
              <a:gd name="connsiteX5" fmla="*/ 6270 w 10568342"/>
              <a:gd name="connsiteY5" fmla="*/ 2132789 h 2916892"/>
              <a:gd name="connsiteX6" fmla="*/ 0 w 10568342"/>
              <a:gd name="connsiteY6" fmla="*/ 0 h 2916892"/>
              <a:gd name="connsiteX0" fmla="*/ 0 w 10575943"/>
              <a:gd name="connsiteY0" fmla="*/ 0 h 2955377"/>
              <a:gd name="connsiteX1" fmla="*/ 10575527 w 10575943"/>
              <a:gd name="connsiteY1" fmla="*/ 2067681 h 2955377"/>
              <a:gd name="connsiteX2" fmla="*/ 10575028 w 10575943"/>
              <a:gd name="connsiteY2" fmla="*/ 2158573 h 2955377"/>
              <a:gd name="connsiteX3" fmla="*/ 2331429 w 10575943"/>
              <a:gd name="connsiteY3" fmla="*/ 2156721 h 2955377"/>
              <a:gd name="connsiteX4" fmla="*/ 1194760 w 10575943"/>
              <a:gd name="connsiteY4" fmla="*/ 2955377 h 2955377"/>
              <a:gd name="connsiteX5" fmla="*/ 13871 w 10575943"/>
              <a:gd name="connsiteY5" fmla="*/ 2171274 h 2955377"/>
              <a:gd name="connsiteX6" fmla="*/ 0 w 10575943"/>
              <a:gd name="connsiteY6" fmla="*/ 0 h 2955377"/>
              <a:gd name="connsiteX0" fmla="*/ 267371 w 10562072"/>
              <a:gd name="connsiteY0" fmla="*/ 0 h 2685985"/>
              <a:gd name="connsiteX1" fmla="*/ 10561656 w 10562072"/>
              <a:gd name="connsiteY1" fmla="*/ 1798289 h 2685985"/>
              <a:gd name="connsiteX2" fmla="*/ 10561157 w 10562072"/>
              <a:gd name="connsiteY2" fmla="*/ 1889181 h 2685985"/>
              <a:gd name="connsiteX3" fmla="*/ 2317558 w 10562072"/>
              <a:gd name="connsiteY3" fmla="*/ 1887329 h 2685985"/>
              <a:gd name="connsiteX4" fmla="*/ 1180889 w 10562072"/>
              <a:gd name="connsiteY4" fmla="*/ 2685985 h 2685985"/>
              <a:gd name="connsiteX5" fmla="*/ 0 w 10562072"/>
              <a:gd name="connsiteY5" fmla="*/ 1901882 h 2685985"/>
              <a:gd name="connsiteX6" fmla="*/ 267371 w 10562072"/>
              <a:gd name="connsiteY6" fmla="*/ 0 h 2685985"/>
              <a:gd name="connsiteX0" fmla="*/ 1331 w 10562072"/>
              <a:gd name="connsiteY0" fmla="*/ 0 h 2955377"/>
              <a:gd name="connsiteX1" fmla="*/ 10561656 w 10562072"/>
              <a:gd name="connsiteY1" fmla="*/ 2067681 h 2955377"/>
              <a:gd name="connsiteX2" fmla="*/ 10561157 w 10562072"/>
              <a:gd name="connsiteY2" fmla="*/ 2158573 h 2955377"/>
              <a:gd name="connsiteX3" fmla="*/ 2317558 w 10562072"/>
              <a:gd name="connsiteY3" fmla="*/ 2156721 h 2955377"/>
              <a:gd name="connsiteX4" fmla="*/ 1180889 w 10562072"/>
              <a:gd name="connsiteY4" fmla="*/ 2955377 h 2955377"/>
              <a:gd name="connsiteX5" fmla="*/ 0 w 10562072"/>
              <a:gd name="connsiteY5" fmla="*/ 2171274 h 2955377"/>
              <a:gd name="connsiteX6" fmla="*/ 1331 w 10562072"/>
              <a:gd name="connsiteY6" fmla="*/ 0 h 2955377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2317558 w 10562072"/>
              <a:gd name="connsiteY3" fmla="*/ 2159512 h 2958168"/>
              <a:gd name="connsiteX4" fmla="*/ 1180889 w 10562072"/>
              <a:gd name="connsiteY4" fmla="*/ 2958168 h 2958168"/>
              <a:gd name="connsiteX5" fmla="*/ 0 w 10562072"/>
              <a:gd name="connsiteY5" fmla="*/ 2174065 h 2958168"/>
              <a:gd name="connsiteX6" fmla="*/ 1331 w 10562072"/>
              <a:gd name="connsiteY6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7"/>
              <a:gd name="connsiteY0" fmla="*/ 2791 h 2958168"/>
              <a:gd name="connsiteX1" fmla="*/ 10561655 w 10561657"/>
              <a:gd name="connsiteY1" fmla="*/ 0 h 2958168"/>
              <a:gd name="connsiteX2" fmla="*/ 10469943 w 10561657"/>
              <a:gd name="connsiteY2" fmla="*/ 668161 h 2958168"/>
              <a:gd name="connsiteX3" fmla="*/ 9288594 w 10561657"/>
              <a:gd name="connsiteY3" fmla="*/ 2153103 h 2958168"/>
              <a:gd name="connsiteX4" fmla="*/ 2317558 w 10561657"/>
              <a:gd name="connsiteY4" fmla="*/ 2159512 h 2958168"/>
              <a:gd name="connsiteX5" fmla="*/ 1180889 w 10561657"/>
              <a:gd name="connsiteY5" fmla="*/ 2958168 h 2958168"/>
              <a:gd name="connsiteX6" fmla="*/ 0 w 10561657"/>
              <a:gd name="connsiteY6" fmla="*/ 2174065 h 2958168"/>
              <a:gd name="connsiteX7" fmla="*/ 1331 w 10561657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68641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5"/>
              <a:gd name="connsiteY0" fmla="*/ 2791 h 2958168"/>
              <a:gd name="connsiteX1" fmla="*/ 10561655 w 10561655"/>
              <a:gd name="connsiteY1" fmla="*/ 0 h 2958168"/>
              <a:gd name="connsiteX2" fmla="*/ 10196302 w 10561655"/>
              <a:gd name="connsiteY2" fmla="*/ 1183855 h 2958168"/>
              <a:gd name="connsiteX3" fmla="*/ 9288594 w 10561655"/>
              <a:gd name="connsiteY3" fmla="*/ 2153103 h 2958168"/>
              <a:gd name="connsiteX4" fmla="*/ 2317558 w 10561655"/>
              <a:gd name="connsiteY4" fmla="*/ 2159512 h 2958168"/>
              <a:gd name="connsiteX5" fmla="*/ 1180889 w 10561655"/>
              <a:gd name="connsiteY5" fmla="*/ 2958168 h 2958168"/>
              <a:gd name="connsiteX6" fmla="*/ 0 w 10561655"/>
              <a:gd name="connsiteY6" fmla="*/ 2174065 h 2958168"/>
              <a:gd name="connsiteX7" fmla="*/ 1331 w 10561655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50253 w 10562411"/>
              <a:gd name="connsiteY0" fmla="*/ 226828 h 2958168"/>
              <a:gd name="connsiteX1" fmla="*/ 10561655 w 10562411"/>
              <a:gd name="connsiteY1" fmla="*/ 0 h 2958168"/>
              <a:gd name="connsiteX2" fmla="*/ 10561157 w 10562411"/>
              <a:gd name="connsiteY2" fmla="*/ 1476338 h 2958168"/>
              <a:gd name="connsiteX3" fmla="*/ 9288594 w 10562411"/>
              <a:gd name="connsiteY3" fmla="*/ 2153103 h 2958168"/>
              <a:gd name="connsiteX4" fmla="*/ 2317558 w 10562411"/>
              <a:gd name="connsiteY4" fmla="*/ 2159512 h 2958168"/>
              <a:gd name="connsiteX5" fmla="*/ 1180889 w 10562411"/>
              <a:gd name="connsiteY5" fmla="*/ 2958168 h 2958168"/>
              <a:gd name="connsiteX6" fmla="*/ 0 w 10562411"/>
              <a:gd name="connsiteY6" fmla="*/ 2174065 h 2958168"/>
              <a:gd name="connsiteX7" fmla="*/ 150253 w 10562411"/>
              <a:gd name="connsiteY7" fmla="*/ 226828 h 2958168"/>
              <a:gd name="connsiteX0" fmla="*/ 2189 w 10562411"/>
              <a:gd name="connsiteY0" fmla="*/ 0 h 2958168"/>
              <a:gd name="connsiteX1" fmla="*/ 10561655 w 10562411"/>
              <a:gd name="connsiteY1" fmla="*/ 0 h 2958168"/>
              <a:gd name="connsiteX2" fmla="*/ 10561157 w 10562411"/>
              <a:gd name="connsiteY2" fmla="*/ 1476338 h 2958168"/>
              <a:gd name="connsiteX3" fmla="*/ 9288594 w 10562411"/>
              <a:gd name="connsiteY3" fmla="*/ 2153103 h 2958168"/>
              <a:gd name="connsiteX4" fmla="*/ 2317558 w 10562411"/>
              <a:gd name="connsiteY4" fmla="*/ 2159512 h 2958168"/>
              <a:gd name="connsiteX5" fmla="*/ 1180889 w 10562411"/>
              <a:gd name="connsiteY5" fmla="*/ 2958168 h 2958168"/>
              <a:gd name="connsiteX6" fmla="*/ 0 w 10562411"/>
              <a:gd name="connsiteY6" fmla="*/ 2174065 h 2958168"/>
              <a:gd name="connsiteX7" fmla="*/ 2189 w 10562411"/>
              <a:gd name="connsiteY7" fmla="*/ 0 h 2958168"/>
              <a:gd name="connsiteX0" fmla="*/ 2189 w 10562411"/>
              <a:gd name="connsiteY0" fmla="*/ 0 h 2958168"/>
              <a:gd name="connsiteX1" fmla="*/ 10297658 w 10562411"/>
              <a:gd name="connsiteY1" fmla="*/ 497083 h 2958168"/>
              <a:gd name="connsiteX2" fmla="*/ 10561157 w 10562411"/>
              <a:gd name="connsiteY2" fmla="*/ 1476338 h 2958168"/>
              <a:gd name="connsiteX3" fmla="*/ 9288594 w 10562411"/>
              <a:gd name="connsiteY3" fmla="*/ 2153103 h 2958168"/>
              <a:gd name="connsiteX4" fmla="*/ 2317558 w 10562411"/>
              <a:gd name="connsiteY4" fmla="*/ 2159512 h 2958168"/>
              <a:gd name="connsiteX5" fmla="*/ 1180889 w 10562411"/>
              <a:gd name="connsiteY5" fmla="*/ 2958168 h 2958168"/>
              <a:gd name="connsiteX6" fmla="*/ 0 w 10562411"/>
              <a:gd name="connsiteY6" fmla="*/ 2174065 h 2958168"/>
              <a:gd name="connsiteX7" fmla="*/ 2189 w 10562411"/>
              <a:gd name="connsiteY7" fmla="*/ 0 h 2958168"/>
              <a:gd name="connsiteX0" fmla="*/ 2189 w 10562585"/>
              <a:gd name="connsiteY0" fmla="*/ 0 h 2958168"/>
              <a:gd name="connsiteX1" fmla="*/ 10562072 w 10562585"/>
              <a:gd name="connsiteY1" fmla="*/ 0 h 2958168"/>
              <a:gd name="connsiteX2" fmla="*/ 10561157 w 10562585"/>
              <a:gd name="connsiteY2" fmla="*/ 1476338 h 2958168"/>
              <a:gd name="connsiteX3" fmla="*/ 9288594 w 10562585"/>
              <a:gd name="connsiteY3" fmla="*/ 2153103 h 2958168"/>
              <a:gd name="connsiteX4" fmla="*/ 2317558 w 10562585"/>
              <a:gd name="connsiteY4" fmla="*/ 2159512 h 2958168"/>
              <a:gd name="connsiteX5" fmla="*/ 1180889 w 10562585"/>
              <a:gd name="connsiteY5" fmla="*/ 2958168 h 2958168"/>
              <a:gd name="connsiteX6" fmla="*/ 0 w 10562585"/>
              <a:gd name="connsiteY6" fmla="*/ 2174065 h 2958168"/>
              <a:gd name="connsiteX7" fmla="*/ 2189 w 10562585"/>
              <a:gd name="connsiteY7" fmla="*/ 0 h 2958168"/>
              <a:gd name="connsiteX0" fmla="*/ 197140 w 10562585"/>
              <a:gd name="connsiteY0" fmla="*/ 176185 h 2958168"/>
              <a:gd name="connsiteX1" fmla="*/ 10562072 w 10562585"/>
              <a:gd name="connsiteY1" fmla="*/ 0 h 2958168"/>
              <a:gd name="connsiteX2" fmla="*/ 10561157 w 10562585"/>
              <a:gd name="connsiteY2" fmla="*/ 1476338 h 2958168"/>
              <a:gd name="connsiteX3" fmla="*/ 9288594 w 10562585"/>
              <a:gd name="connsiteY3" fmla="*/ 2153103 h 2958168"/>
              <a:gd name="connsiteX4" fmla="*/ 2317558 w 10562585"/>
              <a:gd name="connsiteY4" fmla="*/ 2159512 h 2958168"/>
              <a:gd name="connsiteX5" fmla="*/ 1180889 w 10562585"/>
              <a:gd name="connsiteY5" fmla="*/ 2958168 h 2958168"/>
              <a:gd name="connsiteX6" fmla="*/ 0 w 10562585"/>
              <a:gd name="connsiteY6" fmla="*/ 2174065 h 2958168"/>
              <a:gd name="connsiteX7" fmla="*/ 197140 w 10562585"/>
              <a:gd name="connsiteY7" fmla="*/ 176185 h 2958168"/>
              <a:gd name="connsiteX0" fmla="*/ 2187 w 10562585"/>
              <a:gd name="connsiteY0" fmla="*/ 176185 h 2958168"/>
              <a:gd name="connsiteX1" fmla="*/ 10562072 w 10562585"/>
              <a:gd name="connsiteY1" fmla="*/ 0 h 2958168"/>
              <a:gd name="connsiteX2" fmla="*/ 10561157 w 10562585"/>
              <a:gd name="connsiteY2" fmla="*/ 1476338 h 2958168"/>
              <a:gd name="connsiteX3" fmla="*/ 9288594 w 10562585"/>
              <a:gd name="connsiteY3" fmla="*/ 2153103 h 2958168"/>
              <a:gd name="connsiteX4" fmla="*/ 2317558 w 10562585"/>
              <a:gd name="connsiteY4" fmla="*/ 2159512 h 2958168"/>
              <a:gd name="connsiteX5" fmla="*/ 1180889 w 10562585"/>
              <a:gd name="connsiteY5" fmla="*/ 2958168 h 2958168"/>
              <a:gd name="connsiteX6" fmla="*/ 0 w 10562585"/>
              <a:gd name="connsiteY6" fmla="*/ 2174065 h 2958168"/>
              <a:gd name="connsiteX7" fmla="*/ 2187 w 10562585"/>
              <a:gd name="connsiteY7" fmla="*/ 176185 h 2958168"/>
              <a:gd name="connsiteX0" fmla="*/ 2187 w 10562584"/>
              <a:gd name="connsiteY0" fmla="*/ 0 h 2781983"/>
              <a:gd name="connsiteX1" fmla="*/ 10562071 w 10562584"/>
              <a:gd name="connsiteY1" fmla="*/ 719965 h 2781983"/>
              <a:gd name="connsiteX2" fmla="*/ 10561157 w 10562584"/>
              <a:gd name="connsiteY2" fmla="*/ 1300153 h 2781983"/>
              <a:gd name="connsiteX3" fmla="*/ 9288594 w 10562584"/>
              <a:gd name="connsiteY3" fmla="*/ 1976918 h 2781983"/>
              <a:gd name="connsiteX4" fmla="*/ 2317558 w 10562584"/>
              <a:gd name="connsiteY4" fmla="*/ 1983327 h 2781983"/>
              <a:gd name="connsiteX5" fmla="*/ 1180889 w 10562584"/>
              <a:gd name="connsiteY5" fmla="*/ 2781983 h 2781983"/>
              <a:gd name="connsiteX6" fmla="*/ 0 w 10562584"/>
              <a:gd name="connsiteY6" fmla="*/ 1997880 h 2781983"/>
              <a:gd name="connsiteX7" fmla="*/ 2187 w 10562584"/>
              <a:gd name="connsiteY7" fmla="*/ 0 h 2781983"/>
              <a:gd name="connsiteX0" fmla="*/ 2187 w 10562585"/>
              <a:gd name="connsiteY0" fmla="*/ 0 h 2781983"/>
              <a:gd name="connsiteX1" fmla="*/ 10562072 w 10562585"/>
              <a:gd name="connsiteY1" fmla="*/ 0 h 2781983"/>
              <a:gd name="connsiteX2" fmla="*/ 10561157 w 10562585"/>
              <a:gd name="connsiteY2" fmla="*/ 1300153 h 2781983"/>
              <a:gd name="connsiteX3" fmla="*/ 9288594 w 10562585"/>
              <a:gd name="connsiteY3" fmla="*/ 1976918 h 2781983"/>
              <a:gd name="connsiteX4" fmla="*/ 2317558 w 10562585"/>
              <a:gd name="connsiteY4" fmla="*/ 1983327 h 2781983"/>
              <a:gd name="connsiteX5" fmla="*/ 1180889 w 10562585"/>
              <a:gd name="connsiteY5" fmla="*/ 2781983 h 2781983"/>
              <a:gd name="connsiteX6" fmla="*/ 0 w 10562585"/>
              <a:gd name="connsiteY6" fmla="*/ 1997880 h 2781983"/>
              <a:gd name="connsiteX7" fmla="*/ 2187 w 10562585"/>
              <a:gd name="connsiteY7" fmla="*/ 0 h 2781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562585" h="2781983">
                <a:moveTo>
                  <a:pt x="2187" y="0"/>
                </a:moveTo>
                <a:lnTo>
                  <a:pt x="10562072" y="0"/>
                </a:lnTo>
                <a:cubicBezTo>
                  <a:pt x="10562585" y="67600"/>
                  <a:pt x="10562411" y="1256738"/>
                  <a:pt x="10561157" y="1300153"/>
                </a:cubicBezTo>
                <a:cubicBezTo>
                  <a:pt x="10083761" y="1972162"/>
                  <a:pt x="9705180" y="1982238"/>
                  <a:pt x="9288594" y="1976918"/>
                </a:cubicBezTo>
                <a:lnTo>
                  <a:pt x="2317558" y="1983327"/>
                </a:lnTo>
                <a:cubicBezTo>
                  <a:pt x="1740344" y="2016469"/>
                  <a:pt x="1372498" y="2319161"/>
                  <a:pt x="1180889" y="2781983"/>
                </a:cubicBezTo>
                <a:cubicBezTo>
                  <a:pt x="882535" y="2078206"/>
                  <a:pt x="278640" y="1997002"/>
                  <a:pt x="0" y="1997880"/>
                </a:cubicBezTo>
                <a:cubicBezTo>
                  <a:pt x="2067" y="1962367"/>
                  <a:pt x="3459" y="95582"/>
                  <a:pt x="2187" y="0"/>
                </a:cubicBezTo>
                <a:close/>
              </a:path>
            </a:pathLst>
          </a:custGeom>
          <a:solidFill>
            <a:schemeClr val="bg1"/>
          </a:solidFill>
          <a:ln w="12700" cmpd="sng" algn="ctr">
            <a:noFill/>
            <a:miter lim="800000"/>
            <a:headEnd/>
            <a:tailEnd/>
          </a:ln>
          <a:effectLst/>
        </p:spPr>
        <p:txBody>
          <a:bodyPr wrap="square" lIns="33059" tIns="42976" rIns="33059" bIns="42976" rtlCol="0" anchor="ctr"/>
          <a:lstStyle/>
          <a:p>
            <a:pPr algn="ctr" defTabSz="957756"/>
            <a:endParaRPr lang="en-US" sz="1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16" name="Rectangle 7"/>
          <p:cNvSpPr/>
          <p:nvPr userDrawn="1">
            <p:custDataLst>
              <p:tags r:id="rId4"/>
            </p:custDataLst>
          </p:nvPr>
        </p:nvSpPr>
        <p:spPr bwMode="auto">
          <a:xfrm>
            <a:off x="-2526" y="1179232"/>
            <a:ext cx="12193471" cy="1344007"/>
          </a:xfrm>
          <a:custGeom>
            <a:avLst/>
            <a:gdLst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0 w 10685085"/>
              <a:gd name="connsiteY3" fmla="*/ 684481 h 684481"/>
              <a:gd name="connsiteX4" fmla="*/ 0 w 10685085"/>
              <a:gd name="connsiteY4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525849 w 10685085"/>
              <a:gd name="connsiteY3" fmla="*/ 678410 h 684481"/>
              <a:gd name="connsiteX4" fmla="*/ 0 w 10685085"/>
              <a:gd name="connsiteY4" fmla="*/ 684481 h 684481"/>
              <a:gd name="connsiteX5" fmla="*/ 0 w 10685085"/>
              <a:gd name="connsiteY5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23183 w 10685085"/>
              <a:gd name="connsiteY6" fmla="*/ 684481 h 1022049"/>
              <a:gd name="connsiteX7" fmla="*/ 0 w 10685085"/>
              <a:gd name="connsiteY7" fmla="*/ 0 h 1022049"/>
              <a:gd name="connsiteX0" fmla="*/ 0 w 10673494"/>
              <a:gd name="connsiteY0" fmla="*/ 5825 h 1022049"/>
              <a:gd name="connsiteX1" fmla="*/ 10673494 w 10673494"/>
              <a:gd name="connsiteY1" fmla="*/ 0 h 1022049"/>
              <a:gd name="connsiteX2" fmla="*/ 10673494 w 10673494"/>
              <a:gd name="connsiteY2" fmla="*/ 303491 h 1022049"/>
              <a:gd name="connsiteX3" fmla="*/ 10211167 w 10673494"/>
              <a:gd name="connsiteY3" fmla="*/ 678410 h 1022049"/>
              <a:gd name="connsiteX4" fmla="*/ 1145874 w 10673494"/>
              <a:gd name="connsiteY4" fmla="*/ 670939 h 1022049"/>
              <a:gd name="connsiteX5" fmla="*/ 521729 w 10673494"/>
              <a:gd name="connsiteY5" fmla="*/ 1022049 h 1022049"/>
              <a:gd name="connsiteX6" fmla="*/ 11592 w 10673494"/>
              <a:gd name="connsiteY6" fmla="*/ 684481 h 1022049"/>
              <a:gd name="connsiteX7" fmla="*/ 0 w 10673494"/>
              <a:gd name="connsiteY7" fmla="*/ 5825 h 1022049"/>
              <a:gd name="connsiteX0" fmla="*/ 0 w 10673494"/>
              <a:gd name="connsiteY0" fmla="*/ 0 h 1045351"/>
              <a:gd name="connsiteX1" fmla="*/ 10673494 w 10673494"/>
              <a:gd name="connsiteY1" fmla="*/ 23302 h 1045351"/>
              <a:gd name="connsiteX2" fmla="*/ 10673494 w 10673494"/>
              <a:gd name="connsiteY2" fmla="*/ 326793 h 1045351"/>
              <a:gd name="connsiteX3" fmla="*/ 10211167 w 10673494"/>
              <a:gd name="connsiteY3" fmla="*/ 701712 h 1045351"/>
              <a:gd name="connsiteX4" fmla="*/ 1145874 w 10673494"/>
              <a:gd name="connsiteY4" fmla="*/ 694241 h 1045351"/>
              <a:gd name="connsiteX5" fmla="*/ 521729 w 10673494"/>
              <a:gd name="connsiteY5" fmla="*/ 1045351 h 1045351"/>
              <a:gd name="connsiteX6" fmla="*/ 11592 w 10673494"/>
              <a:gd name="connsiteY6" fmla="*/ 707783 h 1045351"/>
              <a:gd name="connsiteX7" fmla="*/ 0 w 10673494"/>
              <a:gd name="connsiteY7" fmla="*/ 0 h 1045351"/>
              <a:gd name="connsiteX0" fmla="*/ 0 w 10667698"/>
              <a:gd name="connsiteY0" fmla="*/ 0 h 1027875"/>
              <a:gd name="connsiteX1" fmla="*/ 10667698 w 10667698"/>
              <a:gd name="connsiteY1" fmla="*/ 5826 h 1027875"/>
              <a:gd name="connsiteX2" fmla="*/ 10667698 w 10667698"/>
              <a:gd name="connsiteY2" fmla="*/ 309317 h 1027875"/>
              <a:gd name="connsiteX3" fmla="*/ 10205371 w 10667698"/>
              <a:gd name="connsiteY3" fmla="*/ 684236 h 1027875"/>
              <a:gd name="connsiteX4" fmla="*/ 1140078 w 10667698"/>
              <a:gd name="connsiteY4" fmla="*/ 676765 h 1027875"/>
              <a:gd name="connsiteX5" fmla="*/ 515933 w 10667698"/>
              <a:gd name="connsiteY5" fmla="*/ 1027875 h 1027875"/>
              <a:gd name="connsiteX6" fmla="*/ 5796 w 10667698"/>
              <a:gd name="connsiteY6" fmla="*/ 690307 h 1027875"/>
              <a:gd name="connsiteX7" fmla="*/ 0 w 10667698"/>
              <a:gd name="connsiteY7" fmla="*/ 0 h 1027875"/>
              <a:gd name="connsiteX0" fmla="*/ 5796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5796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7441 w 10661902"/>
              <a:gd name="connsiteY4" fmla="*/ 6894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3758 w 10661902"/>
              <a:gd name="connsiteY4" fmla="*/ 62914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74432 h 1027875"/>
              <a:gd name="connsiteX7" fmla="*/ 0 w 10661901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83957 h 1027875"/>
              <a:gd name="connsiteX7" fmla="*/ 0 w 10661901"/>
              <a:gd name="connsiteY7" fmla="*/ 0 h 1027875"/>
              <a:gd name="connsiteX0" fmla="*/ 0 w 10710088"/>
              <a:gd name="connsiteY0" fmla="*/ 0 h 1027875"/>
              <a:gd name="connsiteX1" fmla="*/ 10661901 w 10710088"/>
              <a:gd name="connsiteY1" fmla="*/ 5826 h 1027875"/>
              <a:gd name="connsiteX2" fmla="*/ 10661901 w 10710088"/>
              <a:gd name="connsiteY2" fmla="*/ 309317 h 1027875"/>
              <a:gd name="connsiteX3" fmla="*/ 10668871 w 10710088"/>
              <a:gd name="connsiteY3" fmla="*/ 684236 h 1027875"/>
              <a:gd name="connsiteX4" fmla="*/ 1140598 w 10710088"/>
              <a:gd name="connsiteY4" fmla="*/ 686290 h 1027875"/>
              <a:gd name="connsiteX5" fmla="*/ 560675 w 10710088"/>
              <a:gd name="connsiteY5" fmla="*/ 1027875 h 1027875"/>
              <a:gd name="connsiteX6" fmla="*/ 3158 w 10710088"/>
              <a:gd name="connsiteY6" fmla="*/ 683957 h 1027875"/>
              <a:gd name="connsiteX7" fmla="*/ 0 w 10710088"/>
              <a:gd name="connsiteY7" fmla="*/ 0 h 1027875"/>
              <a:gd name="connsiteX0" fmla="*/ 0 w 10668871"/>
              <a:gd name="connsiteY0" fmla="*/ 0 h 1027875"/>
              <a:gd name="connsiteX1" fmla="*/ 10661901 w 10668871"/>
              <a:gd name="connsiteY1" fmla="*/ 5826 h 1027875"/>
              <a:gd name="connsiteX2" fmla="*/ 10668871 w 10668871"/>
              <a:gd name="connsiteY2" fmla="*/ 684236 h 1027875"/>
              <a:gd name="connsiteX3" fmla="*/ 1140598 w 10668871"/>
              <a:gd name="connsiteY3" fmla="*/ 686290 h 1027875"/>
              <a:gd name="connsiteX4" fmla="*/ 560675 w 10668871"/>
              <a:gd name="connsiteY4" fmla="*/ 1027875 h 1027875"/>
              <a:gd name="connsiteX5" fmla="*/ 3158 w 10668871"/>
              <a:gd name="connsiteY5" fmla="*/ 683957 h 1027875"/>
              <a:gd name="connsiteX6" fmla="*/ 0 w 10668871"/>
              <a:gd name="connsiteY6" fmla="*/ 0 h 1027875"/>
              <a:gd name="connsiteX0" fmla="*/ 0 w 10662015"/>
              <a:gd name="connsiteY0" fmla="*/ 0 h 1027875"/>
              <a:gd name="connsiteX1" fmla="*/ 10661901 w 10662015"/>
              <a:gd name="connsiteY1" fmla="*/ 5826 h 1027875"/>
              <a:gd name="connsiteX2" fmla="*/ 10632772 w 10662015"/>
              <a:gd name="connsiteY2" fmla="*/ 684236 h 1027875"/>
              <a:gd name="connsiteX3" fmla="*/ 1140598 w 10662015"/>
              <a:gd name="connsiteY3" fmla="*/ 686290 h 1027875"/>
              <a:gd name="connsiteX4" fmla="*/ 560675 w 10662015"/>
              <a:gd name="connsiteY4" fmla="*/ 1027875 h 1027875"/>
              <a:gd name="connsiteX5" fmla="*/ 3158 w 10662015"/>
              <a:gd name="connsiteY5" fmla="*/ 683957 h 1027875"/>
              <a:gd name="connsiteX6" fmla="*/ 0 w 10662015"/>
              <a:gd name="connsiteY6" fmla="*/ 0 h 1027875"/>
              <a:gd name="connsiteX0" fmla="*/ 0 w 10632772"/>
              <a:gd name="connsiteY0" fmla="*/ 0 h 1027875"/>
              <a:gd name="connsiteX1" fmla="*/ 10616776 w 10632772"/>
              <a:gd name="connsiteY1" fmla="*/ 559150 h 1027875"/>
              <a:gd name="connsiteX2" fmla="*/ 10632772 w 10632772"/>
              <a:gd name="connsiteY2" fmla="*/ 684236 h 1027875"/>
              <a:gd name="connsiteX3" fmla="*/ 1140598 w 10632772"/>
              <a:gd name="connsiteY3" fmla="*/ 686290 h 1027875"/>
              <a:gd name="connsiteX4" fmla="*/ 560675 w 10632772"/>
              <a:gd name="connsiteY4" fmla="*/ 1027875 h 1027875"/>
              <a:gd name="connsiteX5" fmla="*/ 3158 w 10632772"/>
              <a:gd name="connsiteY5" fmla="*/ 683957 h 1027875"/>
              <a:gd name="connsiteX6" fmla="*/ 0 w 10632772"/>
              <a:gd name="connsiteY6" fmla="*/ 0 h 1027875"/>
              <a:gd name="connsiteX0" fmla="*/ 5867 w 10629614"/>
              <a:gd name="connsiteY0" fmla="*/ 12316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5867 w 10629614"/>
              <a:gd name="connsiteY6" fmla="*/ 12316 h 468725"/>
              <a:gd name="connsiteX0" fmla="*/ 0 w 10636382"/>
              <a:gd name="connsiteY0" fmla="*/ 12316 h 468725"/>
              <a:gd name="connsiteX1" fmla="*/ 10620386 w 10636382"/>
              <a:gd name="connsiteY1" fmla="*/ 0 h 468725"/>
              <a:gd name="connsiteX2" fmla="*/ 10636382 w 10636382"/>
              <a:gd name="connsiteY2" fmla="*/ 125086 h 468725"/>
              <a:gd name="connsiteX3" fmla="*/ 1144208 w 10636382"/>
              <a:gd name="connsiteY3" fmla="*/ 127140 h 468725"/>
              <a:gd name="connsiteX4" fmla="*/ 564285 w 10636382"/>
              <a:gd name="connsiteY4" fmla="*/ 468725 h 468725"/>
              <a:gd name="connsiteX5" fmla="*/ 6768 w 10636382"/>
              <a:gd name="connsiteY5" fmla="*/ 124807 h 468725"/>
              <a:gd name="connsiteX6" fmla="*/ 0 w 10636382"/>
              <a:gd name="connsiteY6" fmla="*/ 12316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451 w 10630556"/>
              <a:gd name="connsiteY5" fmla="*/ 124807 h 468725"/>
              <a:gd name="connsiteX6" fmla="*/ 0 w 10630556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782750 w 11413306"/>
              <a:gd name="connsiteY0" fmla="*/ 2791 h 468725"/>
              <a:gd name="connsiteX1" fmla="*/ 11412612 w 11413306"/>
              <a:gd name="connsiteY1" fmla="*/ 0 h 468725"/>
              <a:gd name="connsiteX2" fmla="*/ 11412815 w 11413306"/>
              <a:gd name="connsiteY2" fmla="*/ 125086 h 468725"/>
              <a:gd name="connsiteX3" fmla="*/ 1920641 w 11413306"/>
              <a:gd name="connsiteY3" fmla="*/ 127140 h 468725"/>
              <a:gd name="connsiteX4" fmla="*/ 1340718 w 11413306"/>
              <a:gd name="connsiteY4" fmla="*/ 468725 h 468725"/>
              <a:gd name="connsiteX5" fmla="*/ 858696 w 11413306"/>
              <a:gd name="connsiteY5" fmla="*/ 125867 h 468725"/>
              <a:gd name="connsiteX6" fmla="*/ 782750 w 11413306"/>
              <a:gd name="connsiteY6" fmla="*/ 2791 h 468725"/>
              <a:gd name="connsiteX0" fmla="*/ 802813 w 11357561"/>
              <a:gd name="connsiteY0" fmla="*/ 2791 h 468725"/>
              <a:gd name="connsiteX1" fmla="*/ 11356867 w 11357561"/>
              <a:gd name="connsiteY1" fmla="*/ 0 h 468725"/>
              <a:gd name="connsiteX2" fmla="*/ 11357070 w 11357561"/>
              <a:gd name="connsiteY2" fmla="*/ 125086 h 468725"/>
              <a:gd name="connsiteX3" fmla="*/ 1864896 w 11357561"/>
              <a:gd name="connsiteY3" fmla="*/ 127140 h 468725"/>
              <a:gd name="connsiteX4" fmla="*/ 1284973 w 11357561"/>
              <a:gd name="connsiteY4" fmla="*/ 468725 h 468725"/>
              <a:gd name="connsiteX5" fmla="*/ 802951 w 11357561"/>
              <a:gd name="connsiteY5" fmla="*/ 125867 h 468725"/>
              <a:gd name="connsiteX6" fmla="*/ 802813 w 11357561"/>
              <a:gd name="connsiteY6" fmla="*/ 2791 h 468725"/>
              <a:gd name="connsiteX0" fmla="*/ 341552 w 10896300"/>
              <a:gd name="connsiteY0" fmla="*/ 2791 h 468725"/>
              <a:gd name="connsiteX1" fmla="*/ 10895606 w 10896300"/>
              <a:gd name="connsiteY1" fmla="*/ 0 h 468725"/>
              <a:gd name="connsiteX2" fmla="*/ 10895809 w 10896300"/>
              <a:gd name="connsiteY2" fmla="*/ 125086 h 468725"/>
              <a:gd name="connsiteX3" fmla="*/ 1403635 w 10896300"/>
              <a:gd name="connsiteY3" fmla="*/ 127140 h 468725"/>
              <a:gd name="connsiteX4" fmla="*/ 823712 w 10896300"/>
              <a:gd name="connsiteY4" fmla="*/ 468725 h 468725"/>
              <a:gd name="connsiteX5" fmla="*/ 341690 w 10896300"/>
              <a:gd name="connsiteY5" fmla="*/ 125867 h 468725"/>
              <a:gd name="connsiteX6" fmla="*/ 341552 w 10896300"/>
              <a:gd name="connsiteY6" fmla="*/ 2791 h 468725"/>
              <a:gd name="connsiteX0" fmla="*/ 41143 w 10595891"/>
              <a:gd name="connsiteY0" fmla="*/ 2791 h 468725"/>
              <a:gd name="connsiteX1" fmla="*/ 10595197 w 10595891"/>
              <a:gd name="connsiteY1" fmla="*/ 0 h 468725"/>
              <a:gd name="connsiteX2" fmla="*/ 10595400 w 10595891"/>
              <a:gd name="connsiteY2" fmla="*/ 125086 h 468725"/>
              <a:gd name="connsiteX3" fmla="*/ 1103226 w 10595891"/>
              <a:gd name="connsiteY3" fmla="*/ 127140 h 468725"/>
              <a:gd name="connsiteX4" fmla="*/ 523303 w 10595891"/>
              <a:gd name="connsiteY4" fmla="*/ 468725 h 468725"/>
              <a:gd name="connsiteX5" fmla="*/ 41281 w 10595891"/>
              <a:gd name="connsiteY5" fmla="*/ 125867 h 468725"/>
              <a:gd name="connsiteX6" fmla="*/ 41143 w 1059589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44066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44066 h 468725"/>
              <a:gd name="connsiteX0" fmla="*/ 433 w 10554690"/>
              <a:gd name="connsiteY0" fmla="*/ 5966 h 430625"/>
              <a:gd name="connsiteX1" fmla="*/ 10551351 w 10554690"/>
              <a:gd name="connsiteY1" fmla="*/ 0 h 430625"/>
              <a:gd name="connsiteX2" fmla="*/ 10554690 w 10554690"/>
              <a:gd name="connsiteY2" fmla="*/ 86986 h 430625"/>
              <a:gd name="connsiteX3" fmla="*/ 1062516 w 10554690"/>
              <a:gd name="connsiteY3" fmla="*/ 89040 h 430625"/>
              <a:gd name="connsiteX4" fmla="*/ 482593 w 10554690"/>
              <a:gd name="connsiteY4" fmla="*/ 430625 h 430625"/>
              <a:gd name="connsiteX5" fmla="*/ 571 w 10554690"/>
              <a:gd name="connsiteY5" fmla="*/ 101571 h 430625"/>
              <a:gd name="connsiteX6" fmla="*/ 433 w 10554690"/>
              <a:gd name="connsiteY6" fmla="*/ 5966 h 430625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62516 w 10554690"/>
              <a:gd name="connsiteY3" fmla="*/ 89040 h 427450"/>
              <a:gd name="connsiteX4" fmla="*/ 482593 w 10554690"/>
              <a:gd name="connsiteY4" fmla="*/ 427450 h 427450"/>
              <a:gd name="connsiteX5" fmla="*/ 571 w 10554690"/>
              <a:gd name="connsiteY5" fmla="*/ 101571 h 427450"/>
              <a:gd name="connsiteX6" fmla="*/ 433 w 10554690"/>
              <a:gd name="connsiteY6" fmla="*/ 5966 h 427450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274940 w 10554690"/>
              <a:gd name="connsiteY3" fmla="*/ 87717 h 427450"/>
              <a:gd name="connsiteX4" fmla="*/ 1062516 w 10554690"/>
              <a:gd name="connsiteY4" fmla="*/ 89040 h 427450"/>
              <a:gd name="connsiteX5" fmla="*/ 482593 w 10554690"/>
              <a:gd name="connsiteY5" fmla="*/ 427450 h 427450"/>
              <a:gd name="connsiteX6" fmla="*/ 571 w 10554690"/>
              <a:gd name="connsiteY6" fmla="*/ 101571 h 427450"/>
              <a:gd name="connsiteX7" fmla="*/ 433 w 10554690"/>
              <a:gd name="connsiteY7" fmla="*/ 5966 h 427450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60438 h 481922"/>
              <a:gd name="connsiteX1" fmla="*/ 10551351 w 10554691"/>
              <a:gd name="connsiteY1" fmla="*/ 54472 h 481922"/>
              <a:gd name="connsiteX2" fmla="*/ 10554691 w 10554691"/>
              <a:gd name="connsiteY2" fmla="*/ 49383 h 481922"/>
              <a:gd name="connsiteX3" fmla="*/ 10274940 w 10554691"/>
              <a:gd name="connsiteY3" fmla="*/ 142189 h 481922"/>
              <a:gd name="connsiteX4" fmla="*/ 1062516 w 10554691"/>
              <a:gd name="connsiteY4" fmla="*/ 143512 h 481922"/>
              <a:gd name="connsiteX5" fmla="*/ 482593 w 10554691"/>
              <a:gd name="connsiteY5" fmla="*/ 481922 h 481922"/>
              <a:gd name="connsiteX6" fmla="*/ 571 w 10554691"/>
              <a:gd name="connsiteY6" fmla="*/ 156043 h 481922"/>
              <a:gd name="connsiteX7" fmla="*/ 433 w 10554691"/>
              <a:gd name="connsiteY7" fmla="*/ 60438 h 481922"/>
              <a:gd name="connsiteX0" fmla="*/ 433 w 11661532"/>
              <a:gd name="connsiteY0" fmla="*/ 5966 h 427450"/>
              <a:gd name="connsiteX1" fmla="*/ 10551351 w 11661532"/>
              <a:gd name="connsiteY1" fmla="*/ 0 h 427450"/>
              <a:gd name="connsiteX2" fmla="*/ 10274940 w 11661532"/>
              <a:gd name="connsiteY2" fmla="*/ 87717 h 427450"/>
              <a:gd name="connsiteX3" fmla="*/ 1062516 w 11661532"/>
              <a:gd name="connsiteY3" fmla="*/ 89040 h 427450"/>
              <a:gd name="connsiteX4" fmla="*/ 482593 w 11661532"/>
              <a:gd name="connsiteY4" fmla="*/ 427450 h 427450"/>
              <a:gd name="connsiteX5" fmla="*/ 571 w 11661532"/>
              <a:gd name="connsiteY5" fmla="*/ 101571 h 427450"/>
              <a:gd name="connsiteX6" fmla="*/ 433 w 11661532"/>
              <a:gd name="connsiteY6" fmla="*/ 5966 h 427450"/>
              <a:gd name="connsiteX0" fmla="*/ 433 w 11071037"/>
              <a:gd name="connsiteY0" fmla="*/ 6015 h 427499"/>
              <a:gd name="connsiteX1" fmla="*/ 10551351 w 11071037"/>
              <a:gd name="connsiteY1" fmla="*/ 49 h 427499"/>
              <a:gd name="connsiteX2" fmla="*/ 10274940 w 11071037"/>
              <a:gd name="connsiteY2" fmla="*/ 87766 h 427499"/>
              <a:gd name="connsiteX3" fmla="*/ 1062516 w 11071037"/>
              <a:gd name="connsiteY3" fmla="*/ 89089 h 427499"/>
              <a:gd name="connsiteX4" fmla="*/ 482593 w 11071037"/>
              <a:gd name="connsiteY4" fmla="*/ 427499 h 427499"/>
              <a:gd name="connsiteX5" fmla="*/ 571 w 11071037"/>
              <a:gd name="connsiteY5" fmla="*/ 101620 h 427499"/>
              <a:gd name="connsiteX6" fmla="*/ 433 w 11071037"/>
              <a:gd name="connsiteY6" fmla="*/ 6015 h 427499"/>
              <a:gd name="connsiteX0" fmla="*/ 433 w 11057538"/>
              <a:gd name="connsiteY0" fmla="*/ 5966 h 427450"/>
              <a:gd name="connsiteX1" fmla="*/ 10551351 w 11057538"/>
              <a:gd name="connsiteY1" fmla="*/ 0 h 427450"/>
              <a:gd name="connsiteX2" fmla="*/ 10274940 w 11057538"/>
              <a:gd name="connsiteY2" fmla="*/ 87717 h 427450"/>
              <a:gd name="connsiteX3" fmla="*/ 1062516 w 11057538"/>
              <a:gd name="connsiteY3" fmla="*/ 89040 h 427450"/>
              <a:gd name="connsiteX4" fmla="*/ 482593 w 11057538"/>
              <a:gd name="connsiteY4" fmla="*/ 427450 h 427450"/>
              <a:gd name="connsiteX5" fmla="*/ 571 w 11057538"/>
              <a:gd name="connsiteY5" fmla="*/ 101571 h 427450"/>
              <a:gd name="connsiteX6" fmla="*/ 433 w 11057538"/>
              <a:gd name="connsiteY6" fmla="*/ 5966 h 427450"/>
              <a:gd name="connsiteX0" fmla="*/ 433 w 10551351"/>
              <a:gd name="connsiteY0" fmla="*/ 5966 h 427450"/>
              <a:gd name="connsiteX1" fmla="*/ 10551351 w 10551351"/>
              <a:gd name="connsiteY1" fmla="*/ 0 h 427450"/>
              <a:gd name="connsiteX2" fmla="*/ 10274940 w 10551351"/>
              <a:gd name="connsiteY2" fmla="*/ 87717 h 427450"/>
              <a:gd name="connsiteX3" fmla="*/ 1062516 w 10551351"/>
              <a:gd name="connsiteY3" fmla="*/ 89040 h 427450"/>
              <a:gd name="connsiteX4" fmla="*/ 482593 w 10551351"/>
              <a:gd name="connsiteY4" fmla="*/ 427450 h 427450"/>
              <a:gd name="connsiteX5" fmla="*/ 571 w 10551351"/>
              <a:gd name="connsiteY5" fmla="*/ 101571 h 427450"/>
              <a:gd name="connsiteX6" fmla="*/ 433 w 10551351"/>
              <a:gd name="connsiteY6" fmla="*/ 5966 h 427450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0 w 11177990"/>
              <a:gd name="connsiteY6" fmla="*/ 2791 h 341725"/>
              <a:gd name="connsiteX0" fmla="*/ 780014 w 11958004"/>
              <a:gd name="connsiteY0" fmla="*/ 2791 h 341725"/>
              <a:gd name="connsiteX1" fmla="*/ 11958004 w 11958004"/>
              <a:gd name="connsiteY1" fmla="*/ 0 h 341725"/>
              <a:gd name="connsiteX2" fmla="*/ 11681593 w 11958004"/>
              <a:gd name="connsiteY2" fmla="*/ 87717 h 341725"/>
              <a:gd name="connsiteX3" fmla="*/ 2469169 w 11958004"/>
              <a:gd name="connsiteY3" fmla="*/ 89040 h 341725"/>
              <a:gd name="connsiteX4" fmla="*/ 1889246 w 11958004"/>
              <a:gd name="connsiteY4" fmla="*/ 341725 h 341725"/>
              <a:gd name="connsiteX5" fmla="*/ 1407224 w 11958004"/>
              <a:gd name="connsiteY5" fmla="*/ 101571 h 341725"/>
              <a:gd name="connsiteX6" fmla="*/ 998158 w 11958004"/>
              <a:gd name="connsiteY6" fmla="*/ 40093 h 341725"/>
              <a:gd name="connsiteX7" fmla="*/ 780014 w 11958004"/>
              <a:gd name="connsiteY7" fmla="*/ 2791 h 341725"/>
              <a:gd name="connsiteX0" fmla="*/ 758495 w 11936485"/>
              <a:gd name="connsiteY0" fmla="*/ 2791 h 341725"/>
              <a:gd name="connsiteX1" fmla="*/ 11936485 w 11936485"/>
              <a:gd name="connsiteY1" fmla="*/ 0 h 341725"/>
              <a:gd name="connsiteX2" fmla="*/ 11660074 w 11936485"/>
              <a:gd name="connsiteY2" fmla="*/ 87717 h 341725"/>
              <a:gd name="connsiteX3" fmla="*/ 2447650 w 11936485"/>
              <a:gd name="connsiteY3" fmla="*/ 89040 h 341725"/>
              <a:gd name="connsiteX4" fmla="*/ 1867727 w 11936485"/>
              <a:gd name="connsiteY4" fmla="*/ 341725 h 341725"/>
              <a:gd name="connsiteX5" fmla="*/ 1385705 w 11936485"/>
              <a:gd name="connsiteY5" fmla="*/ 101571 h 341725"/>
              <a:gd name="connsiteX6" fmla="*/ 976639 w 11936485"/>
              <a:gd name="connsiteY6" fmla="*/ 40093 h 341725"/>
              <a:gd name="connsiteX7" fmla="*/ 758495 w 11936485"/>
              <a:gd name="connsiteY7" fmla="*/ 2791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218144 w 11177990"/>
              <a:gd name="connsiteY6" fmla="*/ 40093 h 341725"/>
              <a:gd name="connsiteX7" fmla="*/ 0 w 11177990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567427 w 11179321"/>
              <a:gd name="connsiteY2" fmla="*/ 90892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0600099"/>
              <a:gd name="connsiteY0" fmla="*/ 2791 h 341725"/>
              <a:gd name="connsiteX1" fmla="*/ 10561656 w 10600099"/>
              <a:gd name="connsiteY1" fmla="*/ 0 h 341725"/>
              <a:gd name="connsiteX2" fmla="*/ 10567427 w 10600099"/>
              <a:gd name="connsiteY2" fmla="*/ 90892 h 341725"/>
              <a:gd name="connsiteX3" fmla="*/ 1690486 w 10600099"/>
              <a:gd name="connsiteY3" fmla="*/ 89040 h 341725"/>
              <a:gd name="connsiteX4" fmla="*/ 1110563 w 10600099"/>
              <a:gd name="connsiteY4" fmla="*/ 341725 h 341725"/>
              <a:gd name="connsiteX5" fmla="*/ 628541 w 10600099"/>
              <a:gd name="connsiteY5" fmla="*/ 101571 h 341725"/>
              <a:gd name="connsiteX6" fmla="*/ 0 w 10600099"/>
              <a:gd name="connsiteY6" fmla="*/ 103593 h 341725"/>
              <a:gd name="connsiteX7" fmla="*/ 1331 w 10600099"/>
              <a:gd name="connsiteY7" fmla="*/ 2791 h 341725"/>
              <a:gd name="connsiteX0" fmla="*/ 1331 w 10567427"/>
              <a:gd name="connsiteY0" fmla="*/ 2791 h 341725"/>
              <a:gd name="connsiteX1" fmla="*/ 10561656 w 10567427"/>
              <a:gd name="connsiteY1" fmla="*/ 0 h 341725"/>
              <a:gd name="connsiteX2" fmla="*/ 10567427 w 10567427"/>
              <a:gd name="connsiteY2" fmla="*/ 90892 h 341725"/>
              <a:gd name="connsiteX3" fmla="*/ 1690486 w 10567427"/>
              <a:gd name="connsiteY3" fmla="*/ 89040 h 341725"/>
              <a:gd name="connsiteX4" fmla="*/ 1110563 w 10567427"/>
              <a:gd name="connsiteY4" fmla="*/ 341725 h 341725"/>
              <a:gd name="connsiteX5" fmla="*/ 628541 w 10567427"/>
              <a:gd name="connsiteY5" fmla="*/ 101571 h 341725"/>
              <a:gd name="connsiteX6" fmla="*/ 0 w 10567427"/>
              <a:gd name="connsiteY6" fmla="*/ 103593 h 341725"/>
              <a:gd name="connsiteX7" fmla="*/ 1331 w 10567427"/>
              <a:gd name="connsiteY7" fmla="*/ 2791 h 341725"/>
              <a:gd name="connsiteX0" fmla="*/ 1331 w 10561687"/>
              <a:gd name="connsiteY0" fmla="*/ 2791 h 341725"/>
              <a:gd name="connsiteX1" fmla="*/ 10561656 w 10561687"/>
              <a:gd name="connsiteY1" fmla="*/ 0 h 341725"/>
              <a:gd name="connsiteX2" fmla="*/ 10561157 w 10561687"/>
              <a:gd name="connsiteY2" fmla="*/ 90892 h 341725"/>
              <a:gd name="connsiteX3" fmla="*/ 1690486 w 10561687"/>
              <a:gd name="connsiteY3" fmla="*/ 89040 h 341725"/>
              <a:gd name="connsiteX4" fmla="*/ 1110563 w 10561687"/>
              <a:gd name="connsiteY4" fmla="*/ 341725 h 341725"/>
              <a:gd name="connsiteX5" fmla="*/ 628541 w 10561687"/>
              <a:gd name="connsiteY5" fmla="*/ 101571 h 341725"/>
              <a:gd name="connsiteX6" fmla="*/ 0 w 10561687"/>
              <a:gd name="connsiteY6" fmla="*/ 103593 h 341725"/>
              <a:gd name="connsiteX7" fmla="*/ 1331 w 10561687"/>
              <a:gd name="connsiteY7" fmla="*/ 2791 h 341725"/>
              <a:gd name="connsiteX0" fmla="*/ 1331 w 10562072"/>
              <a:gd name="connsiteY0" fmla="*/ 2791 h 341725"/>
              <a:gd name="connsiteX1" fmla="*/ 10561656 w 10562072"/>
              <a:gd name="connsiteY1" fmla="*/ 0 h 341725"/>
              <a:gd name="connsiteX2" fmla="*/ 10561157 w 10562072"/>
              <a:gd name="connsiteY2" fmla="*/ 90892 h 341725"/>
              <a:gd name="connsiteX3" fmla="*/ 1690486 w 10562072"/>
              <a:gd name="connsiteY3" fmla="*/ 89040 h 341725"/>
              <a:gd name="connsiteX4" fmla="*/ 1110563 w 10562072"/>
              <a:gd name="connsiteY4" fmla="*/ 341725 h 341725"/>
              <a:gd name="connsiteX5" fmla="*/ 628541 w 10562072"/>
              <a:gd name="connsiteY5" fmla="*/ 101571 h 341725"/>
              <a:gd name="connsiteX6" fmla="*/ 0 w 10562072"/>
              <a:gd name="connsiteY6" fmla="*/ 103593 h 341725"/>
              <a:gd name="connsiteX7" fmla="*/ 1331 w 10562072"/>
              <a:gd name="connsiteY7" fmla="*/ 2791 h 341725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1690486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702"/>
              <a:gd name="connsiteX1" fmla="*/ 10561656 w 10562072"/>
              <a:gd name="connsiteY1" fmla="*/ 0 h 887702"/>
              <a:gd name="connsiteX2" fmla="*/ 10561157 w 10562072"/>
              <a:gd name="connsiteY2" fmla="*/ 90892 h 887702"/>
              <a:gd name="connsiteX3" fmla="*/ 2317558 w 10562072"/>
              <a:gd name="connsiteY3" fmla="*/ 89040 h 887702"/>
              <a:gd name="connsiteX4" fmla="*/ 1180889 w 10562072"/>
              <a:gd name="connsiteY4" fmla="*/ 887696 h 887702"/>
              <a:gd name="connsiteX5" fmla="*/ 0 w 10562072"/>
              <a:gd name="connsiteY5" fmla="*/ 103593 h 887702"/>
              <a:gd name="connsiteX6" fmla="*/ 1331 w 10562072"/>
              <a:gd name="connsiteY6" fmla="*/ 2791 h 887702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0 w 10568342"/>
              <a:gd name="connsiteY0" fmla="*/ 0 h 2916892"/>
              <a:gd name="connsiteX1" fmla="*/ 10567926 w 10568342"/>
              <a:gd name="connsiteY1" fmla="*/ 2029196 h 2916892"/>
              <a:gd name="connsiteX2" fmla="*/ 10567427 w 10568342"/>
              <a:gd name="connsiteY2" fmla="*/ 2120088 h 2916892"/>
              <a:gd name="connsiteX3" fmla="*/ 2323828 w 10568342"/>
              <a:gd name="connsiteY3" fmla="*/ 2118236 h 2916892"/>
              <a:gd name="connsiteX4" fmla="*/ 1187159 w 10568342"/>
              <a:gd name="connsiteY4" fmla="*/ 2916892 h 2916892"/>
              <a:gd name="connsiteX5" fmla="*/ 6270 w 10568342"/>
              <a:gd name="connsiteY5" fmla="*/ 2132789 h 2916892"/>
              <a:gd name="connsiteX6" fmla="*/ 0 w 10568342"/>
              <a:gd name="connsiteY6" fmla="*/ 0 h 2916892"/>
              <a:gd name="connsiteX0" fmla="*/ 0 w 10575943"/>
              <a:gd name="connsiteY0" fmla="*/ 0 h 2955377"/>
              <a:gd name="connsiteX1" fmla="*/ 10575527 w 10575943"/>
              <a:gd name="connsiteY1" fmla="*/ 2067681 h 2955377"/>
              <a:gd name="connsiteX2" fmla="*/ 10575028 w 10575943"/>
              <a:gd name="connsiteY2" fmla="*/ 2158573 h 2955377"/>
              <a:gd name="connsiteX3" fmla="*/ 2331429 w 10575943"/>
              <a:gd name="connsiteY3" fmla="*/ 2156721 h 2955377"/>
              <a:gd name="connsiteX4" fmla="*/ 1194760 w 10575943"/>
              <a:gd name="connsiteY4" fmla="*/ 2955377 h 2955377"/>
              <a:gd name="connsiteX5" fmla="*/ 13871 w 10575943"/>
              <a:gd name="connsiteY5" fmla="*/ 2171274 h 2955377"/>
              <a:gd name="connsiteX6" fmla="*/ 0 w 10575943"/>
              <a:gd name="connsiteY6" fmla="*/ 0 h 2955377"/>
              <a:gd name="connsiteX0" fmla="*/ 267371 w 10562072"/>
              <a:gd name="connsiteY0" fmla="*/ 0 h 2685985"/>
              <a:gd name="connsiteX1" fmla="*/ 10561656 w 10562072"/>
              <a:gd name="connsiteY1" fmla="*/ 1798289 h 2685985"/>
              <a:gd name="connsiteX2" fmla="*/ 10561157 w 10562072"/>
              <a:gd name="connsiteY2" fmla="*/ 1889181 h 2685985"/>
              <a:gd name="connsiteX3" fmla="*/ 2317558 w 10562072"/>
              <a:gd name="connsiteY3" fmla="*/ 1887329 h 2685985"/>
              <a:gd name="connsiteX4" fmla="*/ 1180889 w 10562072"/>
              <a:gd name="connsiteY4" fmla="*/ 2685985 h 2685985"/>
              <a:gd name="connsiteX5" fmla="*/ 0 w 10562072"/>
              <a:gd name="connsiteY5" fmla="*/ 1901882 h 2685985"/>
              <a:gd name="connsiteX6" fmla="*/ 267371 w 10562072"/>
              <a:gd name="connsiteY6" fmla="*/ 0 h 2685985"/>
              <a:gd name="connsiteX0" fmla="*/ 1331 w 10562072"/>
              <a:gd name="connsiteY0" fmla="*/ 0 h 2955377"/>
              <a:gd name="connsiteX1" fmla="*/ 10561656 w 10562072"/>
              <a:gd name="connsiteY1" fmla="*/ 2067681 h 2955377"/>
              <a:gd name="connsiteX2" fmla="*/ 10561157 w 10562072"/>
              <a:gd name="connsiteY2" fmla="*/ 2158573 h 2955377"/>
              <a:gd name="connsiteX3" fmla="*/ 2317558 w 10562072"/>
              <a:gd name="connsiteY3" fmla="*/ 2156721 h 2955377"/>
              <a:gd name="connsiteX4" fmla="*/ 1180889 w 10562072"/>
              <a:gd name="connsiteY4" fmla="*/ 2955377 h 2955377"/>
              <a:gd name="connsiteX5" fmla="*/ 0 w 10562072"/>
              <a:gd name="connsiteY5" fmla="*/ 2171274 h 2955377"/>
              <a:gd name="connsiteX6" fmla="*/ 1331 w 10562072"/>
              <a:gd name="connsiteY6" fmla="*/ 0 h 2955377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2317558 w 10562072"/>
              <a:gd name="connsiteY3" fmla="*/ 2159512 h 2958168"/>
              <a:gd name="connsiteX4" fmla="*/ 1180889 w 10562072"/>
              <a:gd name="connsiteY4" fmla="*/ 2958168 h 2958168"/>
              <a:gd name="connsiteX5" fmla="*/ 0 w 10562072"/>
              <a:gd name="connsiteY5" fmla="*/ 2174065 h 2958168"/>
              <a:gd name="connsiteX6" fmla="*/ 1331 w 10562072"/>
              <a:gd name="connsiteY6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7"/>
              <a:gd name="connsiteY0" fmla="*/ 2791 h 2958168"/>
              <a:gd name="connsiteX1" fmla="*/ 10561655 w 10561657"/>
              <a:gd name="connsiteY1" fmla="*/ 0 h 2958168"/>
              <a:gd name="connsiteX2" fmla="*/ 10469943 w 10561657"/>
              <a:gd name="connsiteY2" fmla="*/ 668161 h 2958168"/>
              <a:gd name="connsiteX3" fmla="*/ 9288594 w 10561657"/>
              <a:gd name="connsiteY3" fmla="*/ 2153103 h 2958168"/>
              <a:gd name="connsiteX4" fmla="*/ 2317558 w 10561657"/>
              <a:gd name="connsiteY4" fmla="*/ 2159512 h 2958168"/>
              <a:gd name="connsiteX5" fmla="*/ 1180889 w 10561657"/>
              <a:gd name="connsiteY5" fmla="*/ 2958168 h 2958168"/>
              <a:gd name="connsiteX6" fmla="*/ 0 w 10561657"/>
              <a:gd name="connsiteY6" fmla="*/ 2174065 h 2958168"/>
              <a:gd name="connsiteX7" fmla="*/ 1331 w 10561657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68641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5"/>
              <a:gd name="connsiteY0" fmla="*/ 2791 h 2958168"/>
              <a:gd name="connsiteX1" fmla="*/ 10561655 w 10561655"/>
              <a:gd name="connsiteY1" fmla="*/ 0 h 2958168"/>
              <a:gd name="connsiteX2" fmla="*/ 10196302 w 10561655"/>
              <a:gd name="connsiteY2" fmla="*/ 1183855 h 2958168"/>
              <a:gd name="connsiteX3" fmla="*/ 9288594 w 10561655"/>
              <a:gd name="connsiteY3" fmla="*/ 2153103 h 2958168"/>
              <a:gd name="connsiteX4" fmla="*/ 2317558 w 10561655"/>
              <a:gd name="connsiteY4" fmla="*/ 2159512 h 2958168"/>
              <a:gd name="connsiteX5" fmla="*/ 1180889 w 10561655"/>
              <a:gd name="connsiteY5" fmla="*/ 2958168 h 2958168"/>
              <a:gd name="connsiteX6" fmla="*/ 0 w 10561655"/>
              <a:gd name="connsiteY6" fmla="*/ 2174065 h 2958168"/>
              <a:gd name="connsiteX7" fmla="*/ 1331 w 10561655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50253 w 10562411"/>
              <a:gd name="connsiteY0" fmla="*/ 226828 h 2958168"/>
              <a:gd name="connsiteX1" fmla="*/ 10561655 w 10562411"/>
              <a:gd name="connsiteY1" fmla="*/ 0 h 2958168"/>
              <a:gd name="connsiteX2" fmla="*/ 10561157 w 10562411"/>
              <a:gd name="connsiteY2" fmla="*/ 1476338 h 2958168"/>
              <a:gd name="connsiteX3" fmla="*/ 9288594 w 10562411"/>
              <a:gd name="connsiteY3" fmla="*/ 2153103 h 2958168"/>
              <a:gd name="connsiteX4" fmla="*/ 2317558 w 10562411"/>
              <a:gd name="connsiteY4" fmla="*/ 2159512 h 2958168"/>
              <a:gd name="connsiteX5" fmla="*/ 1180889 w 10562411"/>
              <a:gd name="connsiteY5" fmla="*/ 2958168 h 2958168"/>
              <a:gd name="connsiteX6" fmla="*/ 0 w 10562411"/>
              <a:gd name="connsiteY6" fmla="*/ 2174065 h 2958168"/>
              <a:gd name="connsiteX7" fmla="*/ 150253 w 10562411"/>
              <a:gd name="connsiteY7" fmla="*/ 226828 h 2958168"/>
              <a:gd name="connsiteX0" fmla="*/ 2189 w 10562411"/>
              <a:gd name="connsiteY0" fmla="*/ 0 h 2958168"/>
              <a:gd name="connsiteX1" fmla="*/ 10561655 w 10562411"/>
              <a:gd name="connsiteY1" fmla="*/ 0 h 2958168"/>
              <a:gd name="connsiteX2" fmla="*/ 10561157 w 10562411"/>
              <a:gd name="connsiteY2" fmla="*/ 1476338 h 2958168"/>
              <a:gd name="connsiteX3" fmla="*/ 9288594 w 10562411"/>
              <a:gd name="connsiteY3" fmla="*/ 2153103 h 2958168"/>
              <a:gd name="connsiteX4" fmla="*/ 2317558 w 10562411"/>
              <a:gd name="connsiteY4" fmla="*/ 2159512 h 2958168"/>
              <a:gd name="connsiteX5" fmla="*/ 1180889 w 10562411"/>
              <a:gd name="connsiteY5" fmla="*/ 2958168 h 2958168"/>
              <a:gd name="connsiteX6" fmla="*/ 0 w 10562411"/>
              <a:gd name="connsiteY6" fmla="*/ 2174065 h 2958168"/>
              <a:gd name="connsiteX7" fmla="*/ 2189 w 10562411"/>
              <a:gd name="connsiteY7" fmla="*/ 0 h 2958168"/>
              <a:gd name="connsiteX0" fmla="*/ 2189 w 10562411"/>
              <a:gd name="connsiteY0" fmla="*/ 0 h 2958168"/>
              <a:gd name="connsiteX1" fmla="*/ 10297658 w 10562411"/>
              <a:gd name="connsiteY1" fmla="*/ 497083 h 2958168"/>
              <a:gd name="connsiteX2" fmla="*/ 10561157 w 10562411"/>
              <a:gd name="connsiteY2" fmla="*/ 1476338 h 2958168"/>
              <a:gd name="connsiteX3" fmla="*/ 9288594 w 10562411"/>
              <a:gd name="connsiteY3" fmla="*/ 2153103 h 2958168"/>
              <a:gd name="connsiteX4" fmla="*/ 2317558 w 10562411"/>
              <a:gd name="connsiteY4" fmla="*/ 2159512 h 2958168"/>
              <a:gd name="connsiteX5" fmla="*/ 1180889 w 10562411"/>
              <a:gd name="connsiteY5" fmla="*/ 2958168 h 2958168"/>
              <a:gd name="connsiteX6" fmla="*/ 0 w 10562411"/>
              <a:gd name="connsiteY6" fmla="*/ 2174065 h 2958168"/>
              <a:gd name="connsiteX7" fmla="*/ 2189 w 10562411"/>
              <a:gd name="connsiteY7" fmla="*/ 0 h 2958168"/>
              <a:gd name="connsiteX0" fmla="*/ 2189 w 10562585"/>
              <a:gd name="connsiteY0" fmla="*/ 0 h 2958168"/>
              <a:gd name="connsiteX1" fmla="*/ 10562072 w 10562585"/>
              <a:gd name="connsiteY1" fmla="*/ 0 h 2958168"/>
              <a:gd name="connsiteX2" fmla="*/ 10561157 w 10562585"/>
              <a:gd name="connsiteY2" fmla="*/ 1476338 h 2958168"/>
              <a:gd name="connsiteX3" fmla="*/ 9288594 w 10562585"/>
              <a:gd name="connsiteY3" fmla="*/ 2153103 h 2958168"/>
              <a:gd name="connsiteX4" fmla="*/ 2317558 w 10562585"/>
              <a:gd name="connsiteY4" fmla="*/ 2159512 h 2958168"/>
              <a:gd name="connsiteX5" fmla="*/ 1180889 w 10562585"/>
              <a:gd name="connsiteY5" fmla="*/ 2958168 h 2958168"/>
              <a:gd name="connsiteX6" fmla="*/ 0 w 10562585"/>
              <a:gd name="connsiteY6" fmla="*/ 2174065 h 2958168"/>
              <a:gd name="connsiteX7" fmla="*/ 2189 w 10562585"/>
              <a:gd name="connsiteY7" fmla="*/ 0 h 2958168"/>
              <a:gd name="connsiteX0" fmla="*/ 197140 w 10562585"/>
              <a:gd name="connsiteY0" fmla="*/ 176185 h 2958168"/>
              <a:gd name="connsiteX1" fmla="*/ 10562072 w 10562585"/>
              <a:gd name="connsiteY1" fmla="*/ 0 h 2958168"/>
              <a:gd name="connsiteX2" fmla="*/ 10561157 w 10562585"/>
              <a:gd name="connsiteY2" fmla="*/ 1476338 h 2958168"/>
              <a:gd name="connsiteX3" fmla="*/ 9288594 w 10562585"/>
              <a:gd name="connsiteY3" fmla="*/ 2153103 h 2958168"/>
              <a:gd name="connsiteX4" fmla="*/ 2317558 w 10562585"/>
              <a:gd name="connsiteY4" fmla="*/ 2159512 h 2958168"/>
              <a:gd name="connsiteX5" fmla="*/ 1180889 w 10562585"/>
              <a:gd name="connsiteY5" fmla="*/ 2958168 h 2958168"/>
              <a:gd name="connsiteX6" fmla="*/ 0 w 10562585"/>
              <a:gd name="connsiteY6" fmla="*/ 2174065 h 2958168"/>
              <a:gd name="connsiteX7" fmla="*/ 197140 w 10562585"/>
              <a:gd name="connsiteY7" fmla="*/ 176185 h 2958168"/>
              <a:gd name="connsiteX0" fmla="*/ 2187 w 10562585"/>
              <a:gd name="connsiteY0" fmla="*/ 176185 h 2958168"/>
              <a:gd name="connsiteX1" fmla="*/ 10562072 w 10562585"/>
              <a:gd name="connsiteY1" fmla="*/ 0 h 2958168"/>
              <a:gd name="connsiteX2" fmla="*/ 10561157 w 10562585"/>
              <a:gd name="connsiteY2" fmla="*/ 1476338 h 2958168"/>
              <a:gd name="connsiteX3" fmla="*/ 9288594 w 10562585"/>
              <a:gd name="connsiteY3" fmla="*/ 2153103 h 2958168"/>
              <a:gd name="connsiteX4" fmla="*/ 2317558 w 10562585"/>
              <a:gd name="connsiteY4" fmla="*/ 2159512 h 2958168"/>
              <a:gd name="connsiteX5" fmla="*/ 1180889 w 10562585"/>
              <a:gd name="connsiteY5" fmla="*/ 2958168 h 2958168"/>
              <a:gd name="connsiteX6" fmla="*/ 0 w 10562585"/>
              <a:gd name="connsiteY6" fmla="*/ 2174065 h 2958168"/>
              <a:gd name="connsiteX7" fmla="*/ 2187 w 10562585"/>
              <a:gd name="connsiteY7" fmla="*/ 176185 h 2958168"/>
              <a:gd name="connsiteX0" fmla="*/ 2187 w 10562584"/>
              <a:gd name="connsiteY0" fmla="*/ 0 h 2781983"/>
              <a:gd name="connsiteX1" fmla="*/ 10562071 w 10562584"/>
              <a:gd name="connsiteY1" fmla="*/ 719965 h 2781983"/>
              <a:gd name="connsiteX2" fmla="*/ 10561157 w 10562584"/>
              <a:gd name="connsiteY2" fmla="*/ 1300153 h 2781983"/>
              <a:gd name="connsiteX3" fmla="*/ 9288594 w 10562584"/>
              <a:gd name="connsiteY3" fmla="*/ 1976918 h 2781983"/>
              <a:gd name="connsiteX4" fmla="*/ 2317558 w 10562584"/>
              <a:gd name="connsiteY4" fmla="*/ 1983327 h 2781983"/>
              <a:gd name="connsiteX5" fmla="*/ 1180889 w 10562584"/>
              <a:gd name="connsiteY5" fmla="*/ 2781983 h 2781983"/>
              <a:gd name="connsiteX6" fmla="*/ 0 w 10562584"/>
              <a:gd name="connsiteY6" fmla="*/ 1997880 h 2781983"/>
              <a:gd name="connsiteX7" fmla="*/ 2187 w 10562584"/>
              <a:gd name="connsiteY7" fmla="*/ 0 h 2781983"/>
              <a:gd name="connsiteX0" fmla="*/ 2187 w 10562585"/>
              <a:gd name="connsiteY0" fmla="*/ 0 h 2781983"/>
              <a:gd name="connsiteX1" fmla="*/ 10562072 w 10562585"/>
              <a:gd name="connsiteY1" fmla="*/ 0 h 2781983"/>
              <a:gd name="connsiteX2" fmla="*/ 10561157 w 10562585"/>
              <a:gd name="connsiteY2" fmla="*/ 1300153 h 2781983"/>
              <a:gd name="connsiteX3" fmla="*/ 9288594 w 10562585"/>
              <a:gd name="connsiteY3" fmla="*/ 1976918 h 2781983"/>
              <a:gd name="connsiteX4" fmla="*/ 2317558 w 10562585"/>
              <a:gd name="connsiteY4" fmla="*/ 1983327 h 2781983"/>
              <a:gd name="connsiteX5" fmla="*/ 1180889 w 10562585"/>
              <a:gd name="connsiteY5" fmla="*/ 2781983 h 2781983"/>
              <a:gd name="connsiteX6" fmla="*/ 0 w 10562585"/>
              <a:gd name="connsiteY6" fmla="*/ 1997880 h 2781983"/>
              <a:gd name="connsiteX7" fmla="*/ 2187 w 10562585"/>
              <a:gd name="connsiteY7" fmla="*/ 0 h 2781983"/>
              <a:gd name="connsiteX0" fmla="*/ 2187 w 10562585"/>
              <a:gd name="connsiteY0" fmla="*/ 0 h 2781983"/>
              <a:gd name="connsiteX1" fmla="*/ 10562072 w 10562585"/>
              <a:gd name="connsiteY1" fmla="*/ 0 h 2781983"/>
              <a:gd name="connsiteX2" fmla="*/ 10561157 w 10562585"/>
              <a:gd name="connsiteY2" fmla="*/ 1300153 h 2781983"/>
              <a:gd name="connsiteX3" fmla="*/ 9288594 w 10562585"/>
              <a:gd name="connsiteY3" fmla="*/ 1976918 h 2781983"/>
              <a:gd name="connsiteX4" fmla="*/ 2317558 w 10562585"/>
              <a:gd name="connsiteY4" fmla="*/ 1983327 h 2781983"/>
              <a:gd name="connsiteX5" fmla="*/ 1180889 w 10562585"/>
              <a:gd name="connsiteY5" fmla="*/ 2781983 h 2781983"/>
              <a:gd name="connsiteX6" fmla="*/ 0 w 10562585"/>
              <a:gd name="connsiteY6" fmla="*/ 1997880 h 2781983"/>
              <a:gd name="connsiteX7" fmla="*/ 99663 w 10562585"/>
              <a:gd name="connsiteY7" fmla="*/ 100817 h 2781983"/>
              <a:gd name="connsiteX0" fmla="*/ 2187 w 10562585"/>
              <a:gd name="connsiteY0" fmla="*/ 0 h 2781983"/>
              <a:gd name="connsiteX1" fmla="*/ 10562072 w 10562585"/>
              <a:gd name="connsiteY1" fmla="*/ 0 h 2781983"/>
              <a:gd name="connsiteX2" fmla="*/ 10561157 w 10562585"/>
              <a:gd name="connsiteY2" fmla="*/ 1300153 h 2781983"/>
              <a:gd name="connsiteX3" fmla="*/ 9288594 w 10562585"/>
              <a:gd name="connsiteY3" fmla="*/ 1976918 h 2781983"/>
              <a:gd name="connsiteX4" fmla="*/ 2317558 w 10562585"/>
              <a:gd name="connsiteY4" fmla="*/ 1983327 h 2781983"/>
              <a:gd name="connsiteX5" fmla="*/ 1180889 w 10562585"/>
              <a:gd name="connsiteY5" fmla="*/ 2781983 h 2781983"/>
              <a:gd name="connsiteX6" fmla="*/ 0 w 10562585"/>
              <a:gd name="connsiteY6" fmla="*/ 1997880 h 2781983"/>
              <a:gd name="connsiteX0" fmla="*/ 10562072 w 10562585"/>
              <a:gd name="connsiteY0" fmla="*/ 0 h 2781983"/>
              <a:gd name="connsiteX1" fmla="*/ 10561157 w 10562585"/>
              <a:gd name="connsiteY1" fmla="*/ 1300153 h 2781983"/>
              <a:gd name="connsiteX2" fmla="*/ 9288594 w 10562585"/>
              <a:gd name="connsiteY2" fmla="*/ 1976918 h 2781983"/>
              <a:gd name="connsiteX3" fmla="*/ 2317558 w 10562585"/>
              <a:gd name="connsiteY3" fmla="*/ 1983327 h 2781983"/>
              <a:gd name="connsiteX4" fmla="*/ 1180889 w 10562585"/>
              <a:gd name="connsiteY4" fmla="*/ 2781983 h 2781983"/>
              <a:gd name="connsiteX5" fmla="*/ 0 w 10562585"/>
              <a:gd name="connsiteY5" fmla="*/ 1997880 h 2781983"/>
              <a:gd name="connsiteX0" fmla="*/ 10561157 w 10561157"/>
              <a:gd name="connsiteY0" fmla="*/ 0 h 1481830"/>
              <a:gd name="connsiteX1" fmla="*/ 9288594 w 10561157"/>
              <a:gd name="connsiteY1" fmla="*/ 676765 h 1481830"/>
              <a:gd name="connsiteX2" fmla="*/ 2317558 w 10561157"/>
              <a:gd name="connsiteY2" fmla="*/ 683174 h 1481830"/>
              <a:gd name="connsiteX3" fmla="*/ 1180889 w 10561157"/>
              <a:gd name="connsiteY3" fmla="*/ 1481830 h 1481830"/>
              <a:gd name="connsiteX4" fmla="*/ 0 w 10561157"/>
              <a:gd name="connsiteY4" fmla="*/ 697727 h 1481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61157" h="1481830">
                <a:moveTo>
                  <a:pt x="10561157" y="0"/>
                </a:moveTo>
                <a:cubicBezTo>
                  <a:pt x="10083761" y="672009"/>
                  <a:pt x="9705180" y="682085"/>
                  <a:pt x="9288594" y="676765"/>
                </a:cubicBezTo>
                <a:lnTo>
                  <a:pt x="2317558" y="683174"/>
                </a:lnTo>
                <a:cubicBezTo>
                  <a:pt x="1740344" y="716316"/>
                  <a:pt x="1372498" y="1019008"/>
                  <a:pt x="1180889" y="1481830"/>
                </a:cubicBezTo>
                <a:cubicBezTo>
                  <a:pt x="882535" y="778053"/>
                  <a:pt x="278640" y="696849"/>
                  <a:pt x="0" y="697727"/>
                </a:cubicBezTo>
              </a:path>
            </a:pathLst>
          </a:custGeom>
          <a:noFill/>
          <a:ln w="12700" cmpd="sng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33059" tIns="42976" rIns="33059" bIns="42976" rtlCol="0" anchor="ctr"/>
          <a:lstStyle/>
          <a:p>
            <a:pPr algn="ctr" defTabSz="957756"/>
            <a:endParaRPr lang="en-US" sz="1000" dirty="0">
              <a:solidFill>
                <a:prstClr val="white"/>
              </a:solidFill>
              <a:cs typeface="Arial"/>
            </a:endParaRPr>
          </a:p>
        </p:txBody>
      </p:sp>
      <p:sp>
        <p:nvSpPr>
          <p:cNvPr id="19" name="Title 1"/>
          <p:cNvSpPr>
            <a:spLocks noGrp="1"/>
          </p:cNvSpPr>
          <p:nvPr>
            <p:ph type="ctrTitle"/>
            <p:custDataLst>
              <p:tags r:id="rId5"/>
            </p:custDataLst>
          </p:nvPr>
        </p:nvSpPr>
        <p:spPr>
          <a:xfrm>
            <a:off x="1384005" y="2927384"/>
            <a:ext cx="4640267" cy="890905"/>
          </a:xfrm>
          <a:effectLst>
            <a:outerShdw blurRad="12700" dist="12700" dir="2700000" sx="133000" sy="133000" algn="tl" rotWithShape="0">
              <a:schemeClr val="bg1">
                <a:alpha val="80000"/>
              </a:schemeClr>
            </a:outerShdw>
          </a:effectLst>
        </p:spPr>
        <p:txBody>
          <a:bodyPr lIns="0" tIns="33059" rIns="33059" bIns="33059" anchor="ctr"/>
          <a:lstStyle>
            <a:lvl1pPr algn="l"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1384005" y="4807242"/>
            <a:ext cx="3775247" cy="551527"/>
          </a:xfrm>
          <a:prstGeom prst="rect">
            <a:avLst/>
          </a:prstGeom>
          <a:effectLst>
            <a:outerShdw blurRad="12700" dist="12700" dir="2700000" sx="133000" sy="133000" algn="tl" rotWithShape="0">
              <a:schemeClr val="bg1">
                <a:alpha val="80000"/>
              </a:schemeClr>
            </a:outerShdw>
          </a:effectLst>
        </p:spPr>
        <p:txBody>
          <a:bodyPr lIns="0" tIns="33059" rIns="33059" bIns="33059" anchor="ctr"/>
          <a:lstStyle>
            <a:lvl1pPr marL="0" indent="0" algn="l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3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text</a:t>
            </a:r>
            <a:r>
              <a:rPr lang="fr-FR" dirty="0"/>
              <a:t> style</a:t>
            </a:r>
          </a:p>
        </p:txBody>
      </p:sp>
      <p:pic>
        <p:nvPicPr>
          <p:cNvPr id="21" name="Picture 103" descr="C:\Users\UserSim\Desktop\Capgemini\Capgemini_logo_cmyk.png"/>
          <p:cNvPicPr>
            <a:picLocks noChangeAspect="1" noChangeArrowheads="1"/>
          </p:cNvPicPr>
          <p:nvPr userDrawn="1">
            <p:custDataLst>
              <p:tags r:id="rId7"/>
            </p:custDataLst>
          </p:nvPr>
        </p:nvPicPr>
        <p:blipFill>
          <a:blip r:embed="rId14" cstate="email"/>
          <a:srcRect/>
          <a:stretch>
            <a:fillRect/>
          </a:stretch>
        </p:blipFill>
        <p:spPr bwMode="auto">
          <a:xfrm>
            <a:off x="804988" y="548640"/>
            <a:ext cx="3151163" cy="656814"/>
          </a:xfrm>
          <a:prstGeom prst="rect">
            <a:avLst/>
          </a:prstGeom>
          <a:noFill/>
        </p:spPr>
      </p:pic>
      <p:sp>
        <p:nvSpPr>
          <p:cNvPr id="22" name="Rectangle 21"/>
          <p:cNvSpPr/>
          <p:nvPr userDrawn="1">
            <p:custDataLst>
              <p:tags r:id="rId8"/>
            </p:custDataLst>
          </p:nvPr>
        </p:nvSpPr>
        <p:spPr>
          <a:xfrm>
            <a:off x="0" y="6400800"/>
            <a:ext cx="12190944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969" tIns="41985" rIns="83969" bIns="41985" anchor="ctr"/>
          <a:lstStyle/>
          <a:p>
            <a:pPr algn="ctr" defTabSz="957756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00" dirty="0"/>
          </a:p>
        </p:txBody>
      </p:sp>
      <p:pic>
        <p:nvPicPr>
          <p:cNvPr id="23" name="Picture 104" descr="C:\Users\UserSim\Desktop\Capgemini\moto.emf"/>
          <p:cNvPicPr>
            <a:picLocks noChangeAspect="1" noChangeArrowheads="1"/>
          </p:cNvPicPr>
          <p:nvPr userDrawn="1"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1716" y="6500818"/>
            <a:ext cx="2771043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" name="Group 23"/>
          <p:cNvGrpSpPr/>
          <p:nvPr userDrawn="1"/>
        </p:nvGrpSpPr>
        <p:grpSpPr>
          <a:xfrm>
            <a:off x="0" y="5612920"/>
            <a:ext cx="4356417" cy="946718"/>
            <a:chOff x="0" y="5435120"/>
            <a:chExt cx="4356417" cy="946718"/>
          </a:xfrm>
        </p:grpSpPr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16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7219" y="5467438"/>
              <a:ext cx="1380226" cy="914400"/>
            </a:xfrm>
            <a:prstGeom prst="rect">
              <a:avLst/>
            </a:prstGeom>
          </p:spPr>
        </p:pic>
        <p:grpSp>
          <p:nvGrpSpPr>
            <p:cNvPr id="26" name="Group 25"/>
            <p:cNvGrpSpPr/>
            <p:nvPr userDrawn="1"/>
          </p:nvGrpSpPr>
          <p:grpSpPr>
            <a:xfrm>
              <a:off x="0" y="5435120"/>
              <a:ext cx="4356417" cy="914400"/>
              <a:chOff x="0" y="5435120"/>
              <a:chExt cx="4356417" cy="914400"/>
            </a:xfrm>
          </p:grpSpPr>
          <p:pic>
            <p:nvPicPr>
              <p:cNvPr id="27" name="Picture 26"/>
              <p:cNvPicPr>
                <a:picLocks noChangeAspect="1"/>
              </p:cNvPicPr>
              <p:nvPr userDrawn="1"/>
            </p:nvPicPr>
            <p:blipFill>
              <a:blip r:embed="rId17" cstate="print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76191" y="5435120"/>
                <a:ext cx="1380226" cy="914400"/>
              </a:xfrm>
              <a:prstGeom prst="rect">
                <a:avLst/>
              </a:prstGeom>
            </p:spPr>
          </p:pic>
          <p:pic>
            <p:nvPicPr>
              <p:cNvPr id="28" name="Picture 27"/>
              <p:cNvPicPr>
                <a:picLocks noChangeAspect="1"/>
              </p:cNvPicPr>
              <p:nvPr userDrawn="1"/>
            </p:nvPicPr>
            <p:blipFill>
              <a:blip r:embed="rId18" cstate="print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83455" y="5511900"/>
                <a:ext cx="1236302" cy="819050"/>
              </a:xfrm>
              <a:prstGeom prst="rect">
                <a:avLst/>
              </a:prstGeom>
            </p:spPr>
          </p:pic>
          <p:cxnSp>
            <p:nvCxnSpPr>
              <p:cNvPr id="29" name="Straight Connector 28"/>
              <p:cNvCxnSpPr/>
              <p:nvPr userDrawn="1"/>
            </p:nvCxnSpPr>
            <p:spPr>
              <a:xfrm>
                <a:off x="0" y="6149975"/>
                <a:ext cx="37973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0" name="Picture 29"/>
              <p:cNvPicPr>
                <a:picLocks noChangeAspect="1"/>
              </p:cNvPicPr>
              <p:nvPr userDrawn="1"/>
            </p:nvPicPr>
            <p:blipFill>
              <a:blip r:embed="rId19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7105" y="5505426"/>
                <a:ext cx="812823" cy="812823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" y="1"/>
          <a:ext cx="180951" cy="143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654" name="think-cell Slide" r:id="rId5" imgW="360" imgH="360" progId="">
                  <p:embed/>
                </p:oleObj>
              </mc:Choice>
              <mc:Fallback>
                <p:oleObj name="think-cell Slide" r:id="rId5" imgW="360" imgH="360" progId="">
                  <p:embed/>
                  <p:pic>
                    <p:nvPicPr>
                      <p:cNvPr id="0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1"/>
                        <a:ext cx="180951" cy="1439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effectLst/>
        </p:spPr>
        <p:txBody>
          <a:bodyPr/>
          <a:lstStyle>
            <a:lvl1pPr>
              <a:defRPr/>
            </a:lvl1pPr>
          </a:lstStyle>
          <a:p>
            <a:r>
              <a:rPr lang="en-US" noProof="0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0" y="0"/>
          <a:ext cx="195334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73" name="think-cell Slide" r:id="rId7" imgW="360" imgH="360" progId="">
                  <p:embed/>
                </p:oleObj>
              </mc:Choice>
              <mc:Fallback>
                <p:oleObj name="think-cell Slide" r:id="rId7" imgW="360" imgH="360" progId="">
                  <p:embed/>
                  <p:pic>
                    <p:nvPicPr>
                      <p:cNvPr id="0" name="Picture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95334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Click to edit Master title style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0" hasCustomPrompt="1"/>
            <p:custDataLst>
              <p:tags r:id="rId4"/>
            </p:custDataLst>
          </p:nvPr>
        </p:nvSpPr>
        <p:spPr>
          <a:xfrm>
            <a:off x="387233" y="1533439"/>
            <a:ext cx="5539650" cy="4715504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 noProof="0" dirty="0"/>
              <a:t>Click to edit Master text style</a:t>
            </a:r>
          </a:p>
          <a:p>
            <a:pPr lvl="1"/>
            <a:r>
              <a:rPr lang="en-US" noProof="0" dirty="0"/>
              <a:t>Text style level 2</a:t>
            </a:r>
          </a:p>
          <a:p>
            <a:pPr lvl="2"/>
            <a:r>
              <a:rPr lang="en-US" noProof="0" dirty="0"/>
              <a:t>Text style level 3</a:t>
            </a:r>
          </a:p>
          <a:p>
            <a:pPr lvl="3"/>
            <a:r>
              <a:rPr lang="en-US" noProof="0" dirty="0"/>
              <a:t>Text style level 4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1" hasCustomPrompt="1"/>
            <p:custDataLst>
              <p:tags r:id="rId5"/>
            </p:custDataLst>
          </p:nvPr>
        </p:nvSpPr>
        <p:spPr>
          <a:xfrm>
            <a:off x="6180345" y="1533440"/>
            <a:ext cx="5539650" cy="4725584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 noProof="0" dirty="0"/>
              <a:t>Click to edit Master text style</a:t>
            </a:r>
          </a:p>
          <a:p>
            <a:pPr lvl="1"/>
            <a:r>
              <a:rPr lang="en-US" noProof="0" dirty="0"/>
              <a:t>Text style level 2</a:t>
            </a:r>
          </a:p>
          <a:p>
            <a:pPr lvl="2"/>
            <a:r>
              <a:rPr lang="en-US" noProof="0" dirty="0"/>
              <a:t>Text style level 3</a:t>
            </a:r>
          </a:p>
          <a:p>
            <a:pPr lvl="3"/>
            <a:r>
              <a:rPr lang="en-US" noProof="0" dirty="0"/>
              <a:t>Text style level 4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 userDrawn="1"/>
        </p:nvSpPr>
        <p:spPr>
          <a:xfrm>
            <a:off x="0" y="1003878"/>
            <a:ext cx="10950498" cy="931333"/>
          </a:xfrm>
          <a:prstGeom prst="rect">
            <a:avLst/>
          </a:prstGeom>
          <a:solidFill>
            <a:srgbClr val="0098C7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en-US" sz="2400" kern="0" dirty="0">
              <a:solidFill>
                <a:srgbClr val="998C85">
                  <a:lumMod val="50000"/>
                </a:srgbClr>
              </a:solidFill>
              <a:latin typeface="Arial"/>
            </a:endParaRPr>
          </a:p>
        </p:txBody>
      </p:sp>
      <p:sp>
        <p:nvSpPr>
          <p:cNvPr id="25" name="Oval 22"/>
          <p:cNvSpPr/>
          <p:nvPr userDrawn="1"/>
        </p:nvSpPr>
        <p:spPr>
          <a:xfrm rot="3396601">
            <a:off x="10407821" y="1235024"/>
            <a:ext cx="1794243" cy="934590"/>
          </a:xfrm>
          <a:custGeom>
            <a:avLst/>
            <a:gdLst>
              <a:gd name="connsiteX0" fmla="*/ 0 w 2155151"/>
              <a:gd name="connsiteY0" fmla="*/ 1077576 h 2155151"/>
              <a:gd name="connsiteX1" fmla="*/ 1077576 w 2155151"/>
              <a:gd name="connsiteY1" fmla="*/ 0 h 2155151"/>
              <a:gd name="connsiteX2" fmla="*/ 2155152 w 2155151"/>
              <a:gd name="connsiteY2" fmla="*/ 1077576 h 2155151"/>
              <a:gd name="connsiteX3" fmla="*/ 1077576 w 2155151"/>
              <a:gd name="connsiteY3" fmla="*/ 2155152 h 2155151"/>
              <a:gd name="connsiteX4" fmla="*/ 0 w 2155151"/>
              <a:gd name="connsiteY4" fmla="*/ 1077576 h 2155151"/>
              <a:gd name="connsiteX0" fmla="*/ 1077576 w 2155152"/>
              <a:gd name="connsiteY0" fmla="*/ 0 h 2155152"/>
              <a:gd name="connsiteX1" fmla="*/ 2155152 w 2155152"/>
              <a:gd name="connsiteY1" fmla="*/ 1077576 h 2155152"/>
              <a:gd name="connsiteX2" fmla="*/ 1077576 w 2155152"/>
              <a:gd name="connsiteY2" fmla="*/ 2155152 h 2155152"/>
              <a:gd name="connsiteX3" fmla="*/ 0 w 2155152"/>
              <a:gd name="connsiteY3" fmla="*/ 1077576 h 2155152"/>
              <a:gd name="connsiteX4" fmla="*/ 1169016 w 2155152"/>
              <a:gd name="connsiteY4" fmla="*/ 91440 h 2155152"/>
              <a:gd name="connsiteX0" fmla="*/ 1077576 w 2155152"/>
              <a:gd name="connsiteY0" fmla="*/ 0 h 2155152"/>
              <a:gd name="connsiteX1" fmla="*/ 2155152 w 2155152"/>
              <a:gd name="connsiteY1" fmla="*/ 1077576 h 2155152"/>
              <a:gd name="connsiteX2" fmla="*/ 1077576 w 2155152"/>
              <a:gd name="connsiteY2" fmla="*/ 2155152 h 2155152"/>
              <a:gd name="connsiteX3" fmla="*/ 0 w 2155152"/>
              <a:gd name="connsiteY3" fmla="*/ 1077576 h 2155152"/>
              <a:gd name="connsiteX0" fmla="*/ 2155152 w 2155152"/>
              <a:gd name="connsiteY0" fmla="*/ 0 h 1077576"/>
              <a:gd name="connsiteX1" fmla="*/ 1077576 w 2155152"/>
              <a:gd name="connsiteY1" fmla="*/ 1077576 h 1077576"/>
              <a:gd name="connsiteX2" fmla="*/ 0 w 2155152"/>
              <a:gd name="connsiteY2" fmla="*/ 0 h 1077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55152" h="1077576">
                <a:moveTo>
                  <a:pt x="2155152" y="0"/>
                </a:moveTo>
                <a:cubicBezTo>
                  <a:pt x="2155152" y="595129"/>
                  <a:pt x="1672705" y="1077576"/>
                  <a:pt x="1077576" y="1077576"/>
                </a:cubicBezTo>
                <a:cubicBezTo>
                  <a:pt x="482447" y="1077576"/>
                  <a:pt x="0" y="595129"/>
                  <a:pt x="0" y="0"/>
                </a:cubicBezTo>
              </a:path>
            </a:pathLst>
          </a:custGeom>
          <a:solidFill>
            <a:sysClr val="window" lastClr="FFFFFF"/>
          </a:solidFill>
          <a:ln w="12700" cap="flat" cmpd="sng" algn="ctr">
            <a:solidFill>
              <a:srgbClr val="0098C7"/>
            </a:solidFill>
            <a:prstDash val="dash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en-US" sz="2400" kern="0" dirty="0">
              <a:solidFill>
                <a:srgbClr val="998C85">
                  <a:lumMod val="50000"/>
                </a:srgbClr>
              </a:solidFill>
              <a:latin typeface="Arial"/>
            </a:endParaRPr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0" y="0"/>
          <a:ext cx="195334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451" name="think-cell Slide" r:id="rId6" imgW="360" imgH="360" progId="">
                  <p:embed/>
                </p:oleObj>
              </mc:Choice>
              <mc:Fallback>
                <p:oleObj name="think-cell Slide" r:id="rId6" imgW="360" imgH="3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95334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Click to edit Master title style</a:t>
            </a:r>
          </a:p>
        </p:txBody>
      </p:sp>
      <p:grpSp>
        <p:nvGrpSpPr>
          <p:cNvPr id="30" name="Groupe 566"/>
          <p:cNvGrpSpPr/>
          <p:nvPr userDrawn="1"/>
        </p:nvGrpSpPr>
        <p:grpSpPr>
          <a:xfrm>
            <a:off x="11159004" y="1377942"/>
            <a:ext cx="739257" cy="512665"/>
            <a:chOff x="2613026" y="2713038"/>
            <a:chExt cx="414338" cy="287338"/>
          </a:xfrm>
        </p:grpSpPr>
        <p:sp>
          <p:nvSpPr>
            <p:cNvPr id="31" name="Freeform 302"/>
            <p:cNvSpPr>
              <a:spLocks/>
            </p:cNvSpPr>
            <p:nvPr/>
          </p:nvSpPr>
          <p:spPr bwMode="auto">
            <a:xfrm>
              <a:off x="2613026" y="2817813"/>
              <a:ext cx="414338" cy="182563"/>
            </a:xfrm>
            <a:custGeom>
              <a:avLst/>
              <a:gdLst/>
              <a:ahLst/>
              <a:cxnLst>
                <a:cxn ang="0">
                  <a:pos x="241" y="0"/>
                </a:cxn>
                <a:cxn ang="0">
                  <a:pos x="261" y="0"/>
                </a:cxn>
                <a:cxn ang="0">
                  <a:pos x="149" y="115"/>
                </a:cxn>
                <a:cxn ang="0">
                  <a:pos x="0" y="115"/>
                </a:cxn>
                <a:cxn ang="0">
                  <a:pos x="19" y="92"/>
                </a:cxn>
              </a:cxnLst>
              <a:rect l="0" t="0" r="r" b="b"/>
              <a:pathLst>
                <a:path w="261" h="115">
                  <a:moveTo>
                    <a:pt x="241" y="0"/>
                  </a:moveTo>
                  <a:lnTo>
                    <a:pt x="261" y="0"/>
                  </a:lnTo>
                  <a:lnTo>
                    <a:pt x="149" y="115"/>
                  </a:lnTo>
                  <a:lnTo>
                    <a:pt x="0" y="115"/>
                  </a:lnTo>
                  <a:lnTo>
                    <a:pt x="19" y="92"/>
                  </a:lnTo>
                </a:path>
              </a:pathLst>
            </a:custGeom>
            <a:noFill/>
            <a:ln w="19050" cap="rnd">
              <a:solidFill>
                <a:srgbClr val="C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700" dirty="0">
                <a:solidFill>
                  <a:srgbClr val="00468C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2" name="Freeform 303"/>
            <p:cNvSpPr>
              <a:spLocks/>
            </p:cNvSpPr>
            <p:nvPr/>
          </p:nvSpPr>
          <p:spPr bwMode="auto">
            <a:xfrm>
              <a:off x="2613026" y="2784475"/>
              <a:ext cx="414338" cy="180975"/>
            </a:xfrm>
            <a:custGeom>
              <a:avLst/>
              <a:gdLst/>
              <a:ahLst/>
              <a:cxnLst>
                <a:cxn ang="0">
                  <a:pos x="241" y="0"/>
                </a:cxn>
                <a:cxn ang="0">
                  <a:pos x="261" y="0"/>
                </a:cxn>
                <a:cxn ang="0">
                  <a:pos x="149" y="114"/>
                </a:cxn>
                <a:cxn ang="0">
                  <a:pos x="0" y="114"/>
                </a:cxn>
                <a:cxn ang="0">
                  <a:pos x="19" y="92"/>
                </a:cxn>
              </a:cxnLst>
              <a:rect l="0" t="0" r="r" b="b"/>
              <a:pathLst>
                <a:path w="261" h="114">
                  <a:moveTo>
                    <a:pt x="241" y="0"/>
                  </a:moveTo>
                  <a:lnTo>
                    <a:pt x="261" y="0"/>
                  </a:lnTo>
                  <a:lnTo>
                    <a:pt x="149" y="114"/>
                  </a:lnTo>
                  <a:lnTo>
                    <a:pt x="0" y="114"/>
                  </a:lnTo>
                  <a:lnTo>
                    <a:pt x="19" y="92"/>
                  </a:lnTo>
                </a:path>
              </a:pathLst>
            </a:custGeom>
            <a:noFill/>
            <a:ln w="19050" cap="rnd">
              <a:solidFill>
                <a:srgbClr val="C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700" dirty="0">
                <a:solidFill>
                  <a:srgbClr val="00468C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" name="Freeform 304"/>
            <p:cNvSpPr>
              <a:spLocks/>
            </p:cNvSpPr>
            <p:nvPr/>
          </p:nvSpPr>
          <p:spPr bwMode="auto">
            <a:xfrm>
              <a:off x="2613026" y="2746375"/>
              <a:ext cx="414338" cy="184150"/>
            </a:xfrm>
            <a:custGeom>
              <a:avLst/>
              <a:gdLst/>
              <a:ahLst/>
              <a:cxnLst>
                <a:cxn ang="0">
                  <a:pos x="241" y="0"/>
                </a:cxn>
                <a:cxn ang="0">
                  <a:pos x="261" y="0"/>
                </a:cxn>
                <a:cxn ang="0">
                  <a:pos x="149" y="116"/>
                </a:cxn>
                <a:cxn ang="0">
                  <a:pos x="0" y="116"/>
                </a:cxn>
                <a:cxn ang="0">
                  <a:pos x="19" y="94"/>
                </a:cxn>
              </a:cxnLst>
              <a:rect l="0" t="0" r="r" b="b"/>
              <a:pathLst>
                <a:path w="261" h="116">
                  <a:moveTo>
                    <a:pt x="241" y="0"/>
                  </a:moveTo>
                  <a:lnTo>
                    <a:pt x="261" y="0"/>
                  </a:lnTo>
                  <a:lnTo>
                    <a:pt x="149" y="116"/>
                  </a:lnTo>
                  <a:lnTo>
                    <a:pt x="0" y="116"/>
                  </a:lnTo>
                  <a:lnTo>
                    <a:pt x="19" y="94"/>
                  </a:lnTo>
                </a:path>
              </a:pathLst>
            </a:custGeom>
            <a:noFill/>
            <a:ln w="19050" cap="rnd">
              <a:solidFill>
                <a:srgbClr val="C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700" dirty="0">
                <a:solidFill>
                  <a:srgbClr val="00468C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4" name="Freeform 305"/>
            <p:cNvSpPr>
              <a:spLocks/>
            </p:cNvSpPr>
            <p:nvPr/>
          </p:nvSpPr>
          <p:spPr bwMode="auto">
            <a:xfrm>
              <a:off x="2613026" y="2713038"/>
              <a:ext cx="414338" cy="180975"/>
            </a:xfrm>
            <a:custGeom>
              <a:avLst/>
              <a:gdLst/>
              <a:ahLst/>
              <a:cxnLst>
                <a:cxn ang="0">
                  <a:pos x="214" y="0"/>
                </a:cxn>
                <a:cxn ang="0">
                  <a:pos x="160" y="55"/>
                </a:cxn>
                <a:cxn ang="0">
                  <a:pos x="122" y="62"/>
                </a:cxn>
                <a:cxn ang="0">
                  <a:pos x="91" y="93"/>
                </a:cxn>
                <a:cxn ang="0">
                  <a:pos x="0" y="93"/>
                </a:cxn>
                <a:cxn ang="0">
                  <a:pos x="91" y="0"/>
                </a:cxn>
                <a:cxn ang="0">
                  <a:pos x="198" y="0"/>
                </a:cxn>
              </a:cxnLst>
              <a:rect l="0" t="0" r="r" b="b"/>
              <a:pathLst>
                <a:path w="214" h="93">
                  <a:moveTo>
                    <a:pt x="214" y="0"/>
                  </a:moveTo>
                  <a:cubicBezTo>
                    <a:pt x="160" y="55"/>
                    <a:pt x="160" y="55"/>
                    <a:pt x="160" y="55"/>
                  </a:cubicBezTo>
                  <a:cubicBezTo>
                    <a:pt x="147" y="68"/>
                    <a:pt x="136" y="68"/>
                    <a:pt x="122" y="62"/>
                  </a:cubicBezTo>
                  <a:cubicBezTo>
                    <a:pt x="119" y="76"/>
                    <a:pt x="107" y="93"/>
                    <a:pt x="91" y="93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91" y="0"/>
                    <a:pt x="91" y="0"/>
                    <a:pt x="91" y="0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noFill/>
            <a:ln w="19050" cap="rnd">
              <a:solidFill>
                <a:srgbClr val="C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700" dirty="0">
                <a:solidFill>
                  <a:srgbClr val="00468C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8" name="Rectangle 9"/>
          <p:cNvSpPr>
            <a:spLocks/>
          </p:cNvSpPr>
          <p:nvPr/>
        </p:nvSpPr>
        <p:spPr>
          <a:xfrm>
            <a:off x="3" y="659118"/>
            <a:ext cx="12188824" cy="737260"/>
          </a:xfrm>
          <a:custGeom>
            <a:avLst/>
            <a:gdLst>
              <a:gd name="connsiteX0" fmla="*/ 0 w 9906000"/>
              <a:gd name="connsiteY0" fmla="*/ 0 h 742641"/>
              <a:gd name="connsiteX1" fmla="*/ 9906000 w 9906000"/>
              <a:gd name="connsiteY1" fmla="*/ 0 h 742641"/>
              <a:gd name="connsiteX2" fmla="*/ 9906000 w 9906000"/>
              <a:gd name="connsiteY2" fmla="*/ 742641 h 742641"/>
              <a:gd name="connsiteX3" fmla="*/ 0 w 9906000"/>
              <a:gd name="connsiteY3" fmla="*/ 742641 h 742641"/>
              <a:gd name="connsiteX4" fmla="*/ 0 w 9906000"/>
              <a:gd name="connsiteY4" fmla="*/ 0 h 742641"/>
              <a:gd name="connsiteX0" fmla="*/ 0 w 9906000"/>
              <a:gd name="connsiteY0" fmla="*/ 0 h 742641"/>
              <a:gd name="connsiteX1" fmla="*/ 9906000 w 9906000"/>
              <a:gd name="connsiteY1" fmla="*/ 0 h 742641"/>
              <a:gd name="connsiteX2" fmla="*/ 9906000 w 9906000"/>
              <a:gd name="connsiteY2" fmla="*/ 742641 h 742641"/>
              <a:gd name="connsiteX3" fmla="*/ 473572 w 9906000"/>
              <a:gd name="connsiteY3" fmla="*/ 737260 h 742641"/>
              <a:gd name="connsiteX4" fmla="*/ 0 w 9906000"/>
              <a:gd name="connsiteY4" fmla="*/ 742641 h 742641"/>
              <a:gd name="connsiteX5" fmla="*/ 0 w 9906000"/>
              <a:gd name="connsiteY5" fmla="*/ 0 h 742641"/>
              <a:gd name="connsiteX0" fmla="*/ 0 w 9906000"/>
              <a:gd name="connsiteY0" fmla="*/ 0 h 742641"/>
              <a:gd name="connsiteX1" fmla="*/ 9906000 w 9906000"/>
              <a:gd name="connsiteY1" fmla="*/ 0 h 742641"/>
              <a:gd name="connsiteX2" fmla="*/ 9906000 w 9906000"/>
              <a:gd name="connsiteY2" fmla="*/ 742641 h 742641"/>
              <a:gd name="connsiteX3" fmla="*/ 877185 w 9906000"/>
              <a:gd name="connsiteY3" fmla="*/ 737260 h 742641"/>
              <a:gd name="connsiteX4" fmla="*/ 473572 w 9906000"/>
              <a:gd name="connsiteY4" fmla="*/ 737260 h 742641"/>
              <a:gd name="connsiteX5" fmla="*/ 0 w 9906000"/>
              <a:gd name="connsiteY5" fmla="*/ 742641 h 742641"/>
              <a:gd name="connsiteX6" fmla="*/ 0 w 9906000"/>
              <a:gd name="connsiteY6" fmla="*/ 0 h 742641"/>
              <a:gd name="connsiteX0" fmla="*/ 0 w 9906000"/>
              <a:gd name="connsiteY0" fmla="*/ 0 h 742641"/>
              <a:gd name="connsiteX1" fmla="*/ 9906000 w 9906000"/>
              <a:gd name="connsiteY1" fmla="*/ 0 h 742641"/>
              <a:gd name="connsiteX2" fmla="*/ 9906000 w 9906000"/>
              <a:gd name="connsiteY2" fmla="*/ 742641 h 742641"/>
              <a:gd name="connsiteX3" fmla="*/ 9536022 w 9906000"/>
              <a:gd name="connsiteY3" fmla="*/ 742641 h 742641"/>
              <a:gd name="connsiteX4" fmla="*/ 877185 w 9906000"/>
              <a:gd name="connsiteY4" fmla="*/ 737260 h 742641"/>
              <a:gd name="connsiteX5" fmla="*/ 473572 w 9906000"/>
              <a:gd name="connsiteY5" fmla="*/ 737260 h 742641"/>
              <a:gd name="connsiteX6" fmla="*/ 0 w 9906000"/>
              <a:gd name="connsiteY6" fmla="*/ 742641 h 742641"/>
              <a:gd name="connsiteX7" fmla="*/ 0 w 9906000"/>
              <a:gd name="connsiteY7" fmla="*/ 0 h 742641"/>
              <a:gd name="connsiteX0" fmla="*/ 0 w 9906000"/>
              <a:gd name="connsiteY0" fmla="*/ 0 h 742641"/>
              <a:gd name="connsiteX1" fmla="*/ 9906000 w 9906000"/>
              <a:gd name="connsiteY1" fmla="*/ 0 h 742641"/>
              <a:gd name="connsiteX2" fmla="*/ 9906000 w 9906000"/>
              <a:gd name="connsiteY2" fmla="*/ 742641 h 742641"/>
              <a:gd name="connsiteX3" fmla="*/ 9536022 w 9906000"/>
              <a:gd name="connsiteY3" fmla="*/ 742641 h 742641"/>
              <a:gd name="connsiteX4" fmla="*/ 877185 w 9906000"/>
              <a:gd name="connsiteY4" fmla="*/ 737260 h 742641"/>
              <a:gd name="connsiteX5" fmla="*/ 473572 w 9906000"/>
              <a:gd name="connsiteY5" fmla="*/ 737260 h 742641"/>
              <a:gd name="connsiteX6" fmla="*/ 0 w 9906000"/>
              <a:gd name="connsiteY6" fmla="*/ 742641 h 742641"/>
              <a:gd name="connsiteX7" fmla="*/ 0 w 9906000"/>
              <a:gd name="connsiteY7" fmla="*/ 0 h 742641"/>
              <a:gd name="connsiteX0" fmla="*/ 0 w 9906000"/>
              <a:gd name="connsiteY0" fmla="*/ 0 h 742641"/>
              <a:gd name="connsiteX1" fmla="*/ 9906000 w 9906000"/>
              <a:gd name="connsiteY1" fmla="*/ 0 h 742641"/>
              <a:gd name="connsiteX2" fmla="*/ 9906000 w 9906000"/>
              <a:gd name="connsiteY2" fmla="*/ 742641 h 742641"/>
              <a:gd name="connsiteX3" fmla="*/ 9541403 w 9906000"/>
              <a:gd name="connsiteY3" fmla="*/ 365939 h 742641"/>
              <a:gd name="connsiteX4" fmla="*/ 877185 w 9906000"/>
              <a:gd name="connsiteY4" fmla="*/ 737260 h 742641"/>
              <a:gd name="connsiteX5" fmla="*/ 473572 w 9906000"/>
              <a:gd name="connsiteY5" fmla="*/ 737260 h 742641"/>
              <a:gd name="connsiteX6" fmla="*/ 0 w 9906000"/>
              <a:gd name="connsiteY6" fmla="*/ 742641 h 742641"/>
              <a:gd name="connsiteX7" fmla="*/ 0 w 9906000"/>
              <a:gd name="connsiteY7" fmla="*/ 0 h 742641"/>
              <a:gd name="connsiteX0" fmla="*/ 0 w 9906000"/>
              <a:gd name="connsiteY0" fmla="*/ 0 h 742641"/>
              <a:gd name="connsiteX1" fmla="*/ 9906000 w 9906000"/>
              <a:gd name="connsiteY1" fmla="*/ 0 h 742641"/>
              <a:gd name="connsiteX2" fmla="*/ 9792988 w 9906000"/>
              <a:gd name="connsiteY2" fmla="*/ 247546 h 742641"/>
              <a:gd name="connsiteX3" fmla="*/ 9541403 w 9906000"/>
              <a:gd name="connsiteY3" fmla="*/ 365939 h 742641"/>
              <a:gd name="connsiteX4" fmla="*/ 877185 w 9906000"/>
              <a:gd name="connsiteY4" fmla="*/ 737260 h 742641"/>
              <a:gd name="connsiteX5" fmla="*/ 473572 w 9906000"/>
              <a:gd name="connsiteY5" fmla="*/ 737260 h 742641"/>
              <a:gd name="connsiteX6" fmla="*/ 0 w 9906000"/>
              <a:gd name="connsiteY6" fmla="*/ 742641 h 742641"/>
              <a:gd name="connsiteX7" fmla="*/ 0 w 9906000"/>
              <a:gd name="connsiteY7" fmla="*/ 0 h 742641"/>
              <a:gd name="connsiteX0" fmla="*/ 0 w 9906000"/>
              <a:gd name="connsiteY0" fmla="*/ 0 h 742641"/>
              <a:gd name="connsiteX1" fmla="*/ 9906000 w 9906000"/>
              <a:gd name="connsiteY1" fmla="*/ 0 h 742641"/>
              <a:gd name="connsiteX2" fmla="*/ 9792988 w 9906000"/>
              <a:gd name="connsiteY2" fmla="*/ 247546 h 742641"/>
              <a:gd name="connsiteX3" fmla="*/ 9541403 w 9906000"/>
              <a:gd name="connsiteY3" fmla="*/ 365939 h 742641"/>
              <a:gd name="connsiteX4" fmla="*/ 877185 w 9906000"/>
              <a:gd name="connsiteY4" fmla="*/ 737260 h 742641"/>
              <a:gd name="connsiteX5" fmla="*/ 473572 w 9906000"/>
              <a:gd name="connsiteY5" fmla="*/ 737260 h 742641"/>
              <a:gd name="connsiteX6" fmla="*/ 0 w 9906000"/>
              <a:gd name="connsiteY6" fmla="*/ 742641 h 742641"/>
              <a:gd name="connsiteX7" fmla="*/ 0 w 9906000"/>
              <a:gd name="connsiteY7" fmla="*/ 0 h 742641"/>
              <a:gd name="connsiteX0" fmla="*/ 0 w 9906000"/>
              <a:gd name="connsiteY0" fmla="*/ 0 h 742641"/>
              <a:gd name="connsiteX1" fmla="*/ 9906000 w 9906000"/>
              <a:gd name="connsiteY1" fmla="*/ 0 h 742641"/>
              <a:gd name="connsiteX2" fmla="*/ 9792988 w 9906000"/>
              <a:gd name="connsiteY2" fmla="*/ 247546 h 742641"/>
              <a:gd name="connsiteX3" fmla="*/ 9541403 w 9906000"/>
              <a:gd name="connsiteY3" fmla="*/ 365939 h 742641"/>
              <a:gd name="connsiteX4" fmla="*/ 866422 w 9906000"/>
              <a:gd name="connsiteY4" fmla="*/ 376703 h 742641"/>
              <a:gd name="connsiteX5" fmla="*/ 473572 w 9906000"/>
              <a:gd name="connsiteY5" fmla="*/ 737260 h 742641"/>
              <a:gd name="connsiteX6" fmla="*/ 0 w 9906000"/>
              <a:gd name="connsiteY6" fmla="*/ 742641 h 742641"/>
              <a:gd name="connsiteX7" fmla="*/ 0 w 9906000"/>
              <a:gd name="connsiteY7" fmla="*/ 0 h 742641"/>
              <a:gd name="connsiteX0" fmla="*/ 0 w 9906000"/>
              <a:gd name="connsiteY0" fmla="*/ 0 h 742641"/>
              <a:gd name="connsiteX1" fmla="*/ 9906000 w 9906000"/>
              <a:gd name="connsiteY1" fmla="*/ 0 h 742641"/>
              <a:gd name="connsiteX2" fmla="*/ 9792988 w 9906000"/>
              <a:gd name="connsiteY2" fmla="*/ 247546 h 742641"/>
              <a:gd name="connsiteX3" fmla="*/ 9541403 w 9906000"/>
              <a:gd name="connsiteY3" fmla="*/ 365939 h 742641"/>
              <a:gd name="connsiteX4" fmla="*/ 866422 w 9906000"/>
              <a:gd name="connsiteY4" fmla="*/ 376703 h 742641"/>
              <a:gd name="connsiteX5" fmla="*/ 473572 w 9906000"/>
              <a:gd name="connsiteY5" fmla="*/ 737260 h 742641"/>
              <a:gd name="connsiteX6" fmla="*/ 0 w 9906000"/>
              <a:gd name="connsiteY6" fmla="*/ 742641 h 742641"/>
              <a:gd name="connsiteX7" fmla="*/ 0 w 9906000"/>
              <a:gd name="connsiteY7" fmla="*/ 0 h 742641"/>
              <a:gd name="connsiteX0" fmla="*/ 0 w 9906000"/>
              <a:gd name="connsiteY0" fmla="*/ 0 h 742641"/>
              <a:gd name="connsiteX1" fmla="*/ 9906000 w 9906000"/>
              <a:gd name="connsiteY1" fmla="*/ 0 h 742641"/>
              <a:gd name="connsiteX2" fmla="*/ 9792988 w 9906000"/>
              <a:gd name="connsiteY2" fmla="*/ 247546 h 742641"/>
              <a:gd name="connsiteX3" fmla="*/ 9541403 w 9906000"/>
              <a:gd name="connsiteY3" fmla="*/ 365939 h 742641"/>
              <a:gd name="connsiteX4" fmla="*/ 866422 w 9906000"/>
              <a:gd name="connsiteY4" fmla="*/ 376703 h 742641"/>
              <a:gd name="connsiteX5" fmla="*/ 473572 w 9906000"/>
              <a:gd name="connsiteY5" fmla="*/ 737260 h 742641"/>
              <a:gd name="connsiteX6" fmla="*/ 0 w 9906000"/>
              <a:gd name="connsiteY6" fmla="*/ 742641 h 742641"/>
              <a:gd name="connsiteX7" fmla="*/ 0 w 9906000"/>
              <a:gd name="connsiteY7" fmla="*/ 0 h 742641"/>
              <a:gd name="connsiteX0" fmla="*/ 0 w 9906000"/>
              <a:gd name="connsiteY0" fmla="*/ 0 h 742641"/>
              <a:gd name="connsiteX1" fmla="*/ 9906000 w 9906000"/>
              <a:gd name="connsiteY1" fmla="*/ 0 h 742641"/>
              <a:gd name="connsiteX2" fmla="*/ 9792988 w 9906000"/>
              <a:gd name="connsiteY2" fmla="*/ 247546 h 742641"/>
              <a:gd name="connsiteX3" fmla="*/ 9541403 w 9906000"/>
              <a:gd name="connsiteY3" fmla="*/ 365939 h 742641"/>
              <a:gd name="connsiteX4" fmla="*/ 866422 w 9906000"/>
              <a:gd name="connsiteY4" fmla="*/ 376703 h 742641"/>
              <a:gd name="connsiteX5" fmla="*/ 473572 w 9906000"/>
              <a:gd name="connsiteY5" fmla="*/ 737260 h 742641"/>
              <a:gd name="connsiteX6" fmla="*/ 0 w 9906000"/>
              <a:gd name="connsiteY6" fmla="*/ 742641 h 742641"/>
              <a:gd name="connsiteX7" fmla="*/ 0 w 9906000"/>
              <a:gd name="connsiteY7" fmla="*/ 0 h 742641"/>
              <a:gd name="connsiteX0" fmla="*/ 10763 w 9916763"/>
              <a:gd name="connsiteY0" fmla="*/ 0 h 737260"/>
              <a:gd name="connsiteX1" fmla="*/ 9916763 w 9916763"/>
              <a:gd name="connsiteY1" fmla="*/ 0 h 737260"/>
              <a:gd name="connsiteX2" fmla="*/ 9803751 w 9916763"/>
              <a:gd name="connsiteY2" fmla="*/ 247546 h 737260"/>
              <a:gd name="connsiteX3" fmla="*/ 9552166 w 9916763"/>
              <a:gd name="connsiteY3" fmla="*/ 365939 h 737260"/>
              <a:gd name="connsiteX4" fmla="*/ 877185 w 9916763"/>
              <a:gd name="connsiteY4" fmla="*/ 376703 h 737260"/>
              <a:gd name="connsiteX5" fmla="*/ 484335 w 9916763"/>
              <a:gd name="connsiteY5" fmla="*/ 737260 h 737260"/>
              <a:gd name="connsiteX6" fmla="*/ 0 w 9916763"/>
              <a:gd name="connsiteY6" fmla="*/ 387464 h 737260"/>
              <a:gd name="connsiteX7" fmla="*/ 10763 w 9916763"/>
              <a:gd name="connsiteY7" fmla="*/ 0 h 737260"/>
              <a:gd name="connsiteX0" fmla="*/ 1238 w 9907238"/>
              <a:gd name="connsiteY0" fmla="*/ 0 h 737260"/>
              <a:gd name="connsiteX1" fmla="*/ 9907238 w 9907238"/>
              <a:gd name="connsiteY1" fmla="*/ 0 h 737260"/>
              <a:gd name="connsiteX2" fmla="*/ 9794226 w 9907238"/>
              <a:gd name="connsiteY2" fmla="*/ 247546 h 737260"/>
              <a:gd name="connsiteX3" fmla="*/ 9542641 w 9907238"/>
              <a:gd name="connsiteY3" fmla="*/ 365939 h 737260"/>
              <a:gd name="connsiteX4" fmla="*/ 867660 w 9907238"/>
              <a:gd name="connsiteY4" fmla="*/ 376703 h 737260"/>
              <a:gd name="connsiteX5" fmla="*/ 474810 w 9907238"/>
              <a:gd name="connsiteY5" fmla="*/ 737260 h 737260"/>
              <a:gd name="connsiteX6" fmla="*/ 0 w 9907238"/>
              <a:gd name="connsiteY6" fmla="*/ 387464 h 737260"/>
              <a:gd name="connsiteX7" fmla="*/ 1238 w 9907238"/>
              <a:gd name="connsiteY7" fmla="*/ 0 h 737260"/>
              <a:gd name="connsiteX0" fmla="*/ 20 w 9912370"/>
              <a:gd name="connsiteY0" fmla="*/ 28575 h 737260"/>
              <a:gd name="connsiteX1" fmla="*/ 9912370 w 9912370"/>
              <a:gd name="connsiteY1" fmla="*/ 0 h 737260"/>
              <a:gd name="connsiteX2" fmla="*/ 9799358 w 9912370"/>
              <a:gd name="connsiteY2" fmla="*/ 247546 h 737260"/>
              <a:gd name="connsiteX3" fmla="*/ 9547773 w 9912370"/>
              <a:gd name="connsiteY3" fmla="*/ 365939 h 737260"/>
              <a:gd name="connsiteX4" fmla="*/ 872792 w 9912370"/>
              <a:gd name="connsiteY4" fmla="*/ 376703 h 737260"/>
              <a:gd name="connsiteX5" fmla="*/ 479942 w 9912370"/>
              <a:gd name="connsiteY5" fmla="*/ 737260 h 737260"/>
              <a:gd name="connsiteX6" fmla="*/ 5132 w 9912370"/>
              <a:gd name="connsiteY6" fmla="*/ 387464 h 737260"/>
              <a:gd name="connsiteX7" fmla="*/ 20 w 9912370"/>
              <a:gd name="connsiteY7" fmla="*/ 28575 h 737260"/>
              <a:gd name="connsiteX0" fmla="*/ 4413 w 9916763"/>
              <a:gd name="connsiteY0" fmla="*/ 28575 h 737260"/>
              <a:gd name="connsiteX1" fmla="*/ 9916763 w 9916763"/>
              <a:gd name="connsiteY1" fmla="*/ 0 h 737260"/>
              <a:gd name="connsiteX2" fmla="*/ 9803751 w 9916763"/>
              <a:gd name="connsiteY2" fmla="*/ 247546 h 737260"/>
              <a:gd name="connsiteX3" fmla="*/ 9552166 w 9916763"/>
              <a:gd name="connsiteY3" fmla="*/ 365939 h 737260"/>
              <a:gd name="connsiteX4" fmla="*/ 877185 w 9916763"/>
              <a:gd name="connsiteY4" fmla="*/ 376703 h 737260"/>
              <a:gd name="connsiteX5" fmla="*/ 484335 w 9916763"/>
              <a:gd name="connsiteY5" fmla="*/ 737260 h 737260"/>
              <a:gd name="connsiteX6" fmla="*/ 0 w 9916763"/>
              <a:gd name="connsiteY6" fmla="*/ 387464 h 737260"/>
              <a:gd name="connsiteX7" fmla="*/ 4413 w 9916763"/>
              <a:gd name="connsiteY7" fmla="*/ 28575 h 737260"/>
              <a:gd name="connsiteX0" fmla="*/ 21 w 9912371"/>
              <a:gd name="connsiteY0" fmla="*/ 28575 h 737260"/>
              <a:gd name="connsiteX1" fmla="*/ 9912371 w 9912371"/>
              <a:gd name="connsiteY1" fmla="*/ 0 h 737260"/>
              <a:gd name="connsiteX2" fmla="*/ 9799359 w 9912371"/>
              <a:gd name="connsiteY2" fmla="*/ 247546 h 737260"/>
              <a:gd name="connsiteX3" fmla="*/ 9547774 w 9912371"/>
              <a:gd name="connsiteY3" fmla="*/ 365939 h 737260"/>
              <a:gd name="connsiteX4" fmla="*/ 872793 w 9912371"/>
              <a:gd name="connsiteY4" fmla="*/ 376703 h 737260"/>
              <a:gd name="connsiteX5" fmla="*/ 479943 w 9912371"/>
              <a:gd name="connsiteY5" fmla="*/ 737260 h 737260"/>
              <a:gd name="connsiteX6" fmla="*/ 5133 w 9912371"/>
              <a:gd name="connsiteY6" fmla="*/ 387464 h 737260"/>
              <a:gd name="connsiteX7" fmla="*/ 21 w 9912371"/>
              <a:gd name="connsiteY7" fmla="*/ 28575 h 737260"/>
              <a:gd name="connsiteX0" fmla="*/ 42 w 9912392"/>
              <a:gd name="connsiteY0" fmla="*/ 28575 h 737260"/>
              <a:gd name="connsiteX1" fmla="*/ 9912392 w 9912392"/>
              <a:gd name="connsiteY1" fmla="*/ 0 h 737260"/>
              <a:gd name="connsiteX2" fmla="*/ 9799380 w 9912392"/>
              <a:gd name="connsiteY2" fmla="*/ 247546 h 737260"/>
              <a:gd name="connsiteX3" fmla="*/ 9547795 w 9912392"/>
              <a:gd name="connsiteY3" fmla="*/ 365939 h 737260"/>
              <a:gd name="connsiteX4" fmla="*/ 872814 w 9912392"/>
              <a:gd name="connsiteY4" fmla="*/ 376703 h 737260"/>
              <a:gd name="connsiteX5" fmla="*/ 479964 w 9912392"/>
              <a:gd name="connsiteY5" fmla="*/ 737260 h 737260"/>
              <a:gd name="connsiteX6" fmla="*/ 1979 w 9912392"/>
              <a:gd name="connsiteY6" fmla="*/ 384289 h 737260"/>
              <a:gd name="connsiteX7" fmla="*/ 42 w 9912392"/>
              <a:gd name="connsiteY7" fmla="*/ 28575 h 73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912392" h="737260">
                <a:moveTo>
                  <a:pt x="42" y="28575"/>
                </a:moveTo>
                <a:lnTo>
                  <a:pt x="9912392" y="0"/>
                </a:lnTo>
                <a:cubicBezTo>
                  <a:pt x="9874721" y="82515"/>
                  <a:pt x="9912392" y="73546"/>
                  <a:pt x="9799380" y="247546"/>
                </a:cubicBezTo>
                <a:lnTo>
                  <a:pt x="9547795" y="365939"/>
                </a:lnTo>
                <a:lnTo>
                  <a:pt x="872814" y="376703"/>
                </a:lnTo>
                <a:cubicBezTo>
                  <a:pt x="494315" y="475363"/>
                  <a:pt x="514047" y="670889"/>
                  <a:pt x="479964" y="737260"/>
                </a:cubicBezTo>
                <a:cubicBezTo>
                  <a:pt x="392067" y="405403"/>
                  <a:pt x="159836" y="382495"/>
                  <a:pt x="1979" y="384289"/>
                </a:cubicBezTo>
                <a:cubicBezTo>
                  <a:pt x="2392" y="255134"/>
                  <a:pt x="-371" y="157730"/>
                  <a:pt x="42" y="28575"/>
                </a:cubicBezTo>
                <a:close/>
              </a:path>
            </a:pathLst>
          </a:cu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en-US" sz="2400" kern="0" dirty="0">
              <a:solidFill>
                <a:srgbClr val="998C85">
                  <a:lumMod val="50000"/>
                </a:srgbClr>
              </a:solidFill>
              <a:latin typeface="Candara" pitchFamily="34" charset="0"/>
            </a:endParaRPr>
          </a:p>
        </p:txBody>
      </p:sp>
      <p:sp>
        <p:nvSpPr>
          <p:cNvPr id="16" name="Freeform 4"/>
          <p:cNvSpPr>
            <a:spLocks/>
          </p:cNvSpPr>
          <p:nvPr userDrawn="1">
            <p:custDataLst>
              <p:tags r:id="rId4"/>
            </p:custDataLst>
          </p:nvPr>
        </p:nvSpPr>
        <p:spPr bwMode="auto">
          <a:xfrm>
            <a:off x="3" y="676402"/>
            <a:ext cx="12188824" cy="728122"/>
          </a:xfrm>
          <a:custGeom>
            <a:avLst/>
            <a:gdLst/>
            <a:ahLst/>
            <a:cxnLst>
              <a:cxn ang="0">
                <a:pos x="2965" y="93"/>
              </a:cxn>
              <a:cxn ang="0">
                <a:pos x="303" y="93"/>
              </a:cxn>
              <a:cxn ang="0">
                <a:pos x="151" y="187"/>
              </a:cxn>
              <a:cxn ang="0">
                <a:pos x="0" y="93"/>
              </a:cxn>
              <a:cxn ang="0">
                <a:pos x="0" y="112"/>
              </a:cxn>
              <a:cxn ang="0">
                <a:pos x="151" y="205"/>
              </a:cxn>
              <a:cxn ang="0">
                <a:pos x="303" y="112"/>
              </a:cxn>
              <a:cxn ang="0">
                <a:pos x="2965" y="112"/>
              </a:cxn>
              <a:cxn ang="0">
                <a:pos x="3118" y="19"/>
              </a:cxn>
              <a:cxn ang="0">
                <a:pos x="3118" y="0"/>
              </a:cxn>
              <a:cxn ang="0">
                <a:pos x="2965" y="93"/>
              </a:cxn>
            </a:cxnLst>
            <a:rect l="0" t="0" r="r" b="b"/>
            <a:pathLst>
              <a:path w="3118" h="205">
                <a:moveTo>
                  <a:pt x="2965" y="93"/>
                </a:moveTo>
                <a:cubicBezTo>
                  <a:pt x="303" y="93"/>
                  <a:pt x="303" y="93"/>
                  <a:pt x="303" y="93"/>
                </a:cubicBezTo>
                <a:cubicBezTo>
                  <a:pt x="183" y="93"/>
                  <a:pt x="151" y="187"/>
                  <a:pt x="151" y="187"/>
                </a:cubicBezTo>
                <a:cubicBezTo>
                  <a:pt x="151" y="187"/>
                  <a:pt x="119" y="93"/>
                  <a:pt x="0" y="93"/>
                </a:cubicBezTo>
                <a:cubicBezTo>
                  <a:pt x="0" y="112"/>
                  <a:pt x="0" y="112"/>
                  <a:pt x="0" y="112"/>
                </a:cubicBezTo>
                <a:cubicBezTo>
                  <a:pt x="119" y="112"/>
                  <a:pt x="151" y="205"/>
                  <a:pt x="151" y="205"/>
                </a:cubicBezTo>
                <a:cubicBezTo>
                  <a:pt x="151" y="205"/>
                  <a:pt x="183" y="112"/>
                  <a:pt x="303" y="112"/>
                </a:cubicBezTo>
                <a:cubicBezTo>
                  <a:pt x="2965" y="112"/>
                  <a:pt x="2965" y="112"/>
                  <a:pt x="2965" y="112"/>
                </a:cubicBezTo>
                <a:cubicBezTo>
                  <a:pt x="3085" y="112"/>
                  <a:pt x="3118" y="19"/>
                  <a:pt x="3118" y="19"/>
                </a:cubicBezTo>
                <a:cubicBezTo>
                  <a:pt x="3118" y="0"/>
                  <a:pt x="3118" y="0"/>
                  <a:pt x="3118" y="0"/>
                </a:cubicBezTo>
                <a:cubicBezTo>
                  <a:pt x="3118" y="0"/>
                  <a:pt x="3085" y="93"/>
                  <a:pt x="2965" y="93"/>
                </a:cubicBezTo>
                <a:close/>
              </a:path>
            </a:pathLst>
          </a:custGeom>
          <a:solidFill>
            <a:schemeClr val="accent5"/>
          </a:solidFill>
          <a:ln w="9525">
            <a:noFill/>
            <a:round/>
            <a:headEnd/>
            <a:tailEnd/>
          </a:ln>
          <a:effectLst/>
        </p:spPr>
        <p:txBody>
          <a:bodyPr vert="horz" wrap="square" lIns="99563" tIns="49782" rIns="99563" bIns="49782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98742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" y="1"/>
          <a:ext cx="180951" cy="143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669" name="think-cell Slide" r:id="rId4" imgW="360" imgH="360" progId="">
                  <p:embed/>
                </p:oleObj>
              </mc:Choice>
              <mc:Fallback>
                <p:oleObj name="think-cell Slide" r:id="rId4" imgW="360" imgH="360" progId="">
                  <p:embed/>
                  <p:pic>
                    <p:nvPicPr>
                      <p:cNvPr id="0" name="Picture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1"/>
                        <a:ext cx="180951" cy="1439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7" name="Object 336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" y="1"/>
          <a:ext cx="180951" cy="143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283" name="think-cell Slide" r:id="rId8" imgW="360" imgH="360" progId="">
                  <p:embed/>
                </p:oleObj>
              </mc:Choice>
              <mc:Fallback>
                <p:oleObj name="think-cell Slide" r:id="rId8" imgW="360" imgH="3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1"/>
                        <a:ext cx="180951" cy="1439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351"/>
          <p:cNvGrpSpPr/>
          <p:nvPr userDrawn="1">
            <p:custDataLst>
              <p:tags r:id="rId3"/>
            </p:custDataLst>
          </p:nvPr>
        </p:nvGrpSpPr>
        <p:grpSpPr>
          <a:xfrm>
            <a:off x="7114366" y="3258545"/>
            <a:ext cx="4554574" cy="2118522"/>
            <a:chOff x="5511798" y="3584333"/>
            <a:chExt cx="4818106" cy="2816468"/>
          </a:xfrm>
        </p:grpSpPr>
        <p:grpSp>
          <p:nvGrpSpPr>
            <p:cNvPr id="6" name="Group 54"/>
            <p:cNvGrpSpPr/>
            <p:nvPr userDrawn="1">
              <p:custDataLst>
                <p:tags r:id="rId5"/>
              </p:custDataLst>
            </p:nvPr>
          </p:nvGrpSpPr>
          <p:grpSpPr>
            <a:xfrm>
              <a:off x="5511798" y="3584333"/>
              <a:ext cx="4818106" cy="2816468"/>
              <a:chOff x="-6346822" y="2366960"/>
              <a:chExt cx="5613397" cy="3281360"/>
            </a:xfrm>
          </p:grpSpPr>
          <p:grpSp>
            <p:nvGrpSpPr>
              <p:cNvPr id="40" name="Group 205"/>
              <p:cNvGrpSpPr>
                <a:grpSpLocks/>
              </p:cNvGrpSpPr>
              <p:nvPr/>
            </p:nvGrpSpPr>
            <p:grpSpPr bwMode="auto">
              <a:xfrm>
                <a:off x="-6170610" y="2416173"/>
                <a:ext cx="5135561" cy="3197223"/>
                <a:chOff x="-3887" y="1522"/>
                <a:chExt cx="3235" cy="2014"/>
              </a:xfrm>
            </p:grpSpPr>
            <p:sp>
              <p:nvSpPr>
                <p:cNvPr id="135" name="Freeform 5"/>
                <p:cNvSpPr>
                  <a:spLocks noEditPoints="1"/>
                </p:cNvSpPr>
                <p:nvPr/>
              </p:nvSpPr>
              <p:spPr bwMode="auto">
                <a:xfrm>
                  <a:off x="-2017" y="3069"/>
                  <a:ext cx="137" cy="3"/>
                </a:xfrm>
                <a:custGeom>
                  <a:avLst/>
                  <a:gdLst/>
                  <a:ahLst/>
                  <a:cxnLst>
                    <a:cxn ang="0">
                      <a:pos x="58" y="1"/>
                    </a:cxn>
                    <a:cxn ang="0">
                      <a:pos x="58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58" y="0"/>
                    </a:cxn>
                    <a:cxn ang="0">
                      <a:pos x="58" y="0"/>
                    </a:cxn>
                  </a:cxnLst>
                  <a:rect l="0" t="0" r="r" b="b"/>
                  <a:pathLst>
                    <a:path w="58" h="1">
                      <a:moveTo>
                        <a:pt x="58" y="1"/>
                      </a:moveTo>
                      <a:cubicBezTo>
                        <a:pt x="58" y="0"/>
                        <a:pt x="58" y="0"/>
                        <a:pt x="58" y="0"/>
                      </a:cubicBezTo>
                      <a:moveTo>
                        <a:pt x="0" y="0"/>
                      </a:moveTo>
                      <a:cubicBezTo>
                        <a:pt x="0" y="1"/>
                        <a:pt x="0" y="1"/>
                        <a:pt x="0" y="1"/>
                      </a:cubicBezTo>
                      <a:moveTo>
                        <a:pt x="58" y="0"/>
                      </a:moveTo>
                      <a:cubicBezTo>
                        <a:pt x="58" y="0"/>
                        <a:pt x="58" y="0"/>
                        <a:pt x="58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6" name="Freeform 6"/>
                <p:cNvSpPr>
                  <a:spLocks/>
                </p:cNvSpPr>
                <p:nvPr/>
              </p:nvSpPr>
              <p:spPr bwMode="auto">
                <a:xfrm>
                  <a:off x="-2718" y="2861"/>
                  <a:ext cx="12" cy="2"/>
                </a:xfrm>
                <a:custGeom>
                  <a:avLst/>
                  <a:gdLst/>
                  <a:ahLst/>
                  <a:cxnLst>
                    <a:cxn ang="0">
                      <a:pos x="5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5" y="1"/>
                    </a:cxn>
                    <a:cxn ang="0">
                      <a:pos x="5" y="0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5" y="0"/>
                        <a:pt x="5" y="0"/>
                        <a:pt x="5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7" name="Freeform 7"/>
                <p:cNvSpPr>
                  <a:spLocks/>
                </p:cNvSpPr>
                <p:nvPr/>
              </p:nvSpPr>
              <p:spPr bwMode="auto">
                <a:xfrm>
                  <a:off x="-1028" y="2861"/>
                  <a:ext cx="1" cy="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8" name="Freeform 8"/>
                <p:cNvSpPr>
                  <a:spLocks noEditPoints="1"/>
                </p:cNvSpPr>
                <p:nvPr/>
              </p:nvSpPr>
              <p:spPr bwMode="auto">
                <a:xfrm>
                  <a:off x="-2197" y="2223"/>
                  <a:ext cx="1257" cy="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0" y="0"/>
                    </a:cxn>
                    <a:cxn ang="0">
                      <a:pos x="230" y="0"/>
                    </a:cxn>
                    <a:cxn ang="0">
                      <a:pos x="228" y="0"/>
                    </a:cxn>
                    <a:cxn ang="0">
                      <a:pos x="228" y="1"/>
                    </a:cxn>
                    <a:cxn ang="0">
                      <a:pos x="230" y="1"/>
                    </a:cxn>
                    <a:cxn ang="0">
                      <a:pos x="230" y="0"/>
                    </a:cxn>
                    <a:cxn ang="0">
                      <a:pos x="431" y="0"/>
                    </a:cxn>
                    <a:cxn ang="0">
                      <a:pos x="426" y="0"/>
                    </a:cxn>
                    <a:cxn ang="0">
                      <a:pos x="426" y="1"/>
                    </a:cxn>
                    <a:cxn ang="0">
                      <a:pos x="431" y="1"/>
                    </a:cxn>
                    <a:cxn ang="0">
                      <a:pos x="431" y="0"/>
                    </a:cxn>
                    <a:cxn ang="0">
                      <a:pos x="442" y="0"/>
                    </a:cxn>
                    <a:cxn ang="0">
                      <a:pos x="436" y="0"/>
                    </a:cxn>
                    <a:cxn ang="0">
                      <a:pos x="436" y="1"/>
                    </a:cxn>
                    <a:cxn ang="0">
                      <a:pos x="442" y="1"/>
                    </a:cxn>
                    <a:cxn ang="0">
                      <a:pos x="442" y="0"/>
                    </a:cxn>
                    <a:cxn ang="0">
                      <a:pos x="462" y="0"/>
                    </a:cxn>
                    <a:cxn ang="0">
                      <a:pos x="458" y="0"/>
                    </a:cxn>
                    <a:cxn ang="0">
                      <a:pos x="459" y="1"/>
                    </a:cxn>
                    <a:cxn ang="0">
                      <a:pos x="462" y="1"/>
                    </a:cxn>
                    <a:cxn ang="0">
                      <a:pos x="462" y="0"/>
                    </a:cxn>
                    <a:cxn ang="0">
                      <a:pos x="530" y="0"/>
                    </a:cxn>
                    <a:cxn ang="0">
                      <a:pos x="530" y="0"/>
                    </a:cxn>
                    <a:cxn ang="0">
                      <a:pos x="530" y="1"/>
                    </a:cxn>
                    <a:cxn ang="0">
                      <a:pos x="531" y="1"/>
                    </a:cxn>
                    <a:cxn ang="0">
                      <a:pos x="530" y="0"/>
                    </a:cxn>
                  </a:cxnLst>
                  <a:rect l="0" t="0" r="r" b="b"/>
                  <a:pathLst>
                    <a:path w="531" h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moveTo>
                        <a:pt x="230" y="0"/>
                      </a:moveTo>
                      <a:cubicBezTo>
                        <a:pt x="228" y="0"/>
                        <a:pt x="228" y="0"/>
                        <a:pt x="228" y="0"/>
                      </a:cubicBezTo>
                      <a:cubicBezTo>
                        <a:pt x="228" y="1"/>
                        <a:pt x="228" y="1"/>
                        <a:pt x="228" y="1"/>
                      </a:cubicBezTo>
                      <a:cubicBezTo>
                        <a:pt x="230" y="1"/>
                        <a:pt x="230" y="1"/>
                        <a:pt x="230" y="1"/>
                      </a:cubicBezTo>
                      <a:cubicBezTo>
                        <a:pt x="230" y="0"/>
                        <a:pt x="230" y="0"/>
                        <a:pt x="230" y="0"/>
                      </a:cubicBezTo>
                      <a:moveTo>
                        <a:pt x="431" y="0"/>
                      </a:moveTo>
                      <a:cubicBezTo>
                        <a:pt x="426" y="0"/>
                        <a:pt x="426" y="0"/>
                        <a:pt x="426" y="0"/>
                      </a:cubicBezTo>
                      <a:cubicBezTo>
                        <a:pt x="426" y="1"/>
                        <a:pt x="426" y="1"/>
                        <a:pt x="426" y="1"/>
                      </a:cubicBezTo>
                      <a:cubicBezTo>
                        <a:pt x="431" y="1"/>
                        <a:pt x="431" y="1"/>
                        <a:pt x="431" y="1"/>
                      </a:cubicBezTo>
                      <a:cubicBezTo>
                        <a:pt x="431" y="0"/>
                        <a:pt x="431" y="0"/>
                        <a:pt x="431" y="0"/>
                      </a:cubicBezTo>
                      <a:moveTo>
                        <a:pt x="442" y="0"/>
                      </a:moveTo>
                      <a:cubicBezTo>
                        <a:pt x="436" y="0"/>
                        <a:pt x="436" y="0"/>
                        <a:pt x="436" y="0"/>
                      </a:cubicBezTo>
                      <a:cubicBezTo>
                        <a:pt x="436" y="1"/>
                        <a:pt x="436" y="1"/>
                        <a:pt x="436" y="1"/>
                      </a:cubicBezTo>
                      <a:cubicBezTo>
                        <a:pt x="442" y="1"/>
                        <a:pt x="442" y="1"/>
                        <a:pt x="442" y="1"/>
                      </a:cubicBezTo>
                      <a:cubicBezTo>
                        <a:pt x="442" y="0"/>
                        <a:pt x="442" y="0"/>
                        <a:pt x="442" y="0"/>
                      </a:cubicBezTo>
                      <a:moveTo>
                        <a:pt x="462" y="0"/>
                      </a:moveTo>
                      <a:cubicBezTo>
                        <a:pt x="458" y="0"/>
                        <a:pt x="458" y="0"/>
                        <a:pt x="458" y="0"/>
                      </a:cubicBezTo>
                      <a:cubicBezTo>
                        <a:pt x="458" y="0"/>
                        <a:pt x="458" y="0"/>
                        <a:pt x="459" y="1"/>
                      </a:cubicBezTo>
                      <a:cubicBezTo>
                        <a:pt x="462" y="1"/>
                        <a:pt x="462" y="1"/>
                        <a:pt x="462" y="1"/>
                      </a:cubicBezTo>
                      <a:cubicBezTo>
                        <a:pt x="462" y="0"/>
                        <a:pt x="462" y="0"/>
                        <a:pt x="462" y="0"/>
                      </a:cubicBezTo>
                      <a:moveTo>
                        <a:pt x="530" y="0"/>
                      </a:moveTo>
                      <a:cubicBezTo>
                        <a:pt x="530" y="0"/>
                        <a:pt x="530" y="0"/>
                        <a:pt x="530" y="0"/>
                      </a:cubicBezTo>
                      <a:cubicBezTo>
                        <a:pt x="530" y="1"/>
                        <a:pt x="530" y="1"/>
                        <a:pt x="530" y="1"/>
                      </a:cubicBezTo>
                      <a:cubicBezTo>
                        <a:pt x="531" y="1"/>
                        <a:pt x="531" y="1"/>
                        <a:pt x="531" y="1"/>
                      </a:cubicBezTo>
                      <a:cubicBezTo>
                        <a:pt x="530" y="0"/>
                        <a:pt x="530" y="0"/>
                        <a:pt x="530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9" name="Freeform 9"/>
                <p:cNvSpPr>
                  <a:spLocks noEditPoints="1"/>
                </p:cNvSpPr>
                <p:nvPr/>
              </p:nvSpPr>
              <p:spPr bwMode="auto">
                <a:xfrm>
                  <a:off x="-3755" y="2223"/>
                  <a:ext cx="74" cy="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0"/>
                    </a:cxn>
                    <a:cxn ang="0">
                      <a:pos x="31" y="0"/>
                    </a:cxn>
                    <a:cxn ang="0">
                      <a:pos x="31" y="0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moveTo>
                        <a:pt x="31" y="0"/>
                      </a:moveTo>
                      <a:cubicBezTo>
                        <a:pt x="31" y="0"/>
                        <a:pt x="31" y="0"/>
                        <a:pt x="31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40" name="Freeform 10"/>
                <p:cNvSpPr>
                  <a:spLocks noEditPoints="1"/>
                </p:cNvSpPr>
                <p:nvPr/>
              </p:nvSpPr>
              <p:spPr bwMode="auto">
                <a:xfrm>
                  <a:off x="-2264" y="1681"/>
                  <a:ext cx="1070" cy="2"/>
                </a:xfrm>
                <a:custGeom>
                  <a:avLst/>
                  <a:gdLst/>
                  <a:ahLst/>
                  <a:cxnLst>
                    <a:cxn ang="0">
                      <a:pos x="5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5" y="1"/>
                    </a:cxn>
                    <a:cxn ang="0">
                      <a:pos x="5" y="0"/>
                    </a:cxn>
                    <a:cxn ang="0">
                      <a:pos x="119" y="0"/>
                    </a:cxn>
                    <a:cxn ang="0">
                      <a:pos x="114" y="0"/>
                    </a:cxn>
                    <a:cxn ang="0">
                      <a:pos x="114" y="1"/>
                    </a:cxn>
                    <a:cxn ang="0">
                      <a:pos x="119" y="1"/>
                    </a:cxn>
                    <a:cxn ang="0">
                      <a:pos x="119" y="0"/>
                    </a:cxn>
                    <a:cxn ang="0">
                      <a:pos x="167" y="0"/>
                    </a:cxn>
                    <a:cxn ang="0">
                      <a:pos x="166" y="0"/>
                    </a:cxn>
                    <a:cxn ang="0">
                      <a:pos x="166" y="1"/>
                    </a:cxn>
                    <a:cxn ang="0">
                      <a:pos x="167" y="1"/>
                    </a:cxn>
                    <a:cxn ang="0">
                      <a:pos x="167" y="0"/>
                    </a:cxn>
                    <a:cxn ang="0">
                      <a:pos x="223" y="0"/>
                    </a:cxn>
                    <a:cxn ang="0">
                      <a:pos x="218" y="0"/>
                    </a:cxn>
                    <a:cxn ang="0">
                      <a:pos x="218" y="1"/>
                    </a:cxn>
                    <a:cxn ang="0">
                      <a:pos x="223" y="1"/>
                    </a:cxn>
                    <a:cxn ang="0">
                      <a:pos x="223" y="0"/>
                    </a:cxn>
                    <a:cxn ang="0">
                      <a:pos x="327" y="0"/>
                    </a:cxn>
                    <a:cxn ang="0">
                      <a:pos x="326" y="0"/>
                    </a:cxn>
                    <a:cxn ang="0">
                      <a:pos x="327" y="1"/>
                    </a:cxn>
                    <a:cxn ang="0">
                      <a:pos x="327" y="1"/>
                    </a:cxn>
                    <a:cxn ang="0">
                      <a:pos x="327" y="0"/>
                    </a:cxn>
                    <a:cxn ang="0">
                      <a:pos x="431" y="0"/>
                    </a:cxn>
                    <a:cxn ang="0">
                      <a:pos x="426" y="0"/>
                    </a:cxn>
                    <a:cxn ang="0">
                      <a:pos x="426" y="1"/>
                    </a:cxn>
                    <a:cxn ang="0">
                      <a:pos x="431" y="1"/>
                    </a:cxn>
                    <a:cxn ang="0">
                      <a:pos x="431" y="0"/>
                    </a:cxn>
                    <a:cxn ang="0">
                      <a:pos x="442" y="0"/>
                    </a:cxn>
                    <a:cxn ang="0">
                      <a:pos x="437" y="0"/>
                    </a:cxn>
                    <a:cxn ang="0">
                      <a:pos x="437" y="1"/>
                    </a:cxn>
                    <a:cxn ang="0">
                      <a:pos x="442" y="1"/>
                    </a:cxn>
                    <a:cxn ang="0">
                      <a:pos x="442" y="0"/>
                    </a:cxn>
                    <a:cxn ang="0">
                      <a:pos x="447" y="0"/>
                    </a:cxn>
                    <a:cxn ang="0">
                      <a:pos x="447" y="0"/>
                    </a:cxn>
                    <a:cxn ang="0">
                      <a:pos x="447" y="1"/>
                    </a:cxn>
                    <a:cxn ang="0">
                      <a:pos x="449" y="1"/>
                    </a:cxn>
                    <a:cxn ang="0">
                      <a:pos x="447" y="0"/>
                    </a:cxn>
                    <a:cxn ang="0">
                      <a:pos x="452" y="0"/>
                    </a:cxn>
                    <a:cxn ang="0">
                      <a:pos x="450" y="0"/>
                    </a:cxn>
                    <a:cxn ang="0">
                      <a:pos x="451" y="1"/>
                    </a:cxn>
                    <a:cxn ang="0">
                      <a:pos x="452" y="1"/>
                    </a:cxn>
                    <a:cxn ang="0">
                      <a:pos x="452" y="0"/>
                    </a:cxn>
                  </a:cxnLst>
                  <a:rect l="0" t="0" r="r" b="b"/>
                  <a:pathLst>
                    <a:path w="452" h="1">
                      <a:moveTo>
                        <a:pt x="5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5" y="0"/>
                        <a:pt x="5" y="0"/>
                        <a:pt x="5" y="0"/>
                      </a:cubicBezTo>
                      <a:moveTo>
                        <a:pt x="119" y="0"/>
                      </a:moveTo>
                      <a:cubicBezTo>
                        <a:pt x="114" y="0"/>
                        <a:pt x="114" y="0"/>
                        <a:pt x="114" y="0"/>
                      </a:cubicBezTo>
                      <a:cubicBezTo>
                        <a:pt x="114" y="1"/>
                        <a:pt x="114" y="1"/>
                        <a:pt x="114" y="1"/>
                      </a:cubicBezTo>
                      <a:cubicBezTo>
                        <a:pt x="119" y="1"/>
                        <a:pt x="119" y="1"/>
                        <a:pt x="119" y="1"/>
                      </a:cubicBezTo>
                      <a:cubicBezTo>
                        <a:pt x="119" y="0"/>
                        <a:pt x="119" y="0"/>
                        <a:pt x="119" y="0"/>
                      </a:cubicBezTo>
                      <a:moveTo>
                        <a:pt x="167" y="0"/>
                      </a:moveTo>
                      <a:cubicBezTo>
                        <a:pt x="166" y="0"/>
                        <a:pt x="166" y="0"/>
                        <a:pt x="166" y="0"/>
                      </a:cubicBezTo>
                      <a:cubicBezTo>
                        <a:pt x="166" y="1"/>
                        <a:pt x="166" y="1"/>
                        <a:pt x="166" y="1"/>
                      </a:cubicBezTo>
                      <a:cubicBezTo>
                        <a:pt x="167" y="1"/>
                        <a:pt x="167" y="1"/>
                        <a:pt x="167" y="1"/>
                      </a:cubicBezTo>
                      <a:cubicBezTo>
                        <a:pt x="167" y="1"/>
                        <a:pt x="167" y="1"/>
                        <a:pt x="167" y="0"/>
                      </a:cubicBezTo>
                      <a:moveTo>
                        <a:pt x="223" y="0"/>
                      </a:moveTo>
                      <a:cubicBezTo>
                        <a:pt x="218" y="0"/>
                        <a:pt x="218" y="0"/>
                        <a:pt x="218" y="0"/>
                      </a:cubicBezTo>
                      <a:cubicBezTo>
                        <a:pt x="218" y="1"/>
                        <a:pt x="218" y="1"/>
                        <a:pt x="218" y="1"/>
                      </a:cubicBezTo>
                      <a:cubicBezTo>
                        <a:pt x="223" y="1"/>
                        <a:pt x="223" y="1"/>
                        <a:pt x="223" y="1"/>
                      </a:cubicBezTo>
                      <a:cubicBezTo>
                        <a:pt x="223" y="0"/>
                        <a:pt x="223" y="0"/>
                        <a:pt x="223" y="0"/>
                      </a:cubicBezTo>
                      <a:moveTo>
                        <a:pt x="327" y="0"/>
                      </a:moveTo>
                      <a:cubicBezTo>
                        <a:pt x="326" y="0"/>
                        <a:pt x="326" y="0"/>
                        <a:pt x="326" y="0"/>
                      </a:cubicBezTo>
                      <a:cubicBezTo>
                        <a:pt x="327" y="1"/>
                        <a:pt x="327" y="1"/>
                        <a:pt x="327" y="1"/>
                      </a:cubicBezTo>
                      <a:cubicBezTo>
                        <a:pt x="327" y="1"/>
                        <a:pt x="327" y="1"/>
                        <a:pt x="327" y="1"/>
                      </a:cubicBezTo>
                      <a:cubicBezTo>
                        <a:pt x="327" y="0"/>
                        <a:pt x="327" y="0"/>
                        <a:pt x="327" y="0"/>
                      </a:cubicBezTo>
                      <a:moveTo>
                        <a:pt x="431" y="0"/>
                      </a:moveTo>
                      <a:cubicBezTo>
                        <a:pt x="426" y="0"/>
                        <a:pt x="426" y="0"/>
                        <a:pt x="426" y="0"/>
                      </a:cubicBezTo>
                      <a:cubicBezTo>
                        <a:pt x="426" y="1"/>
                        <a:pt x="426" y="1"/>
                        <a:pt x="426" y="1"/>
                      </a:cubicBezTo>
                      <a:cubicBezTo>
                        <a:pt x="431" y="1"/>
                        <a:pt x="431" y="1"/>
                        <a:pt x="431" y="1"/>
                      </a:cubicBezTo>
                      <a:cubicBezTo>
                        <a:pt x="431" y="0"/>
                        <a:pt x="431" y="0"/>
                        <a:pt x="431" y="0"/>
                      </a:cubicBezTo>
                      <a:moveTo>
                        <a:pt x="442" y="0"/>
                      </a:moveTo>
                      <a:cubicBezTo>
                        <a:pt x="437" y="0"/>
                        <a:pt x="437" y="0"/>
                        <a:pt x="437" y="0"/>
                      </a:cubicBezTo>
                      <a:cubicBezTo>
                        <a:pt x="437" y="1"/>
                        <a:pt x="437" y="1"/>
                        <a:pt x="437" y="1"/>
                      </a:cubicBezTo>
                      <a:cubicBezTo>
                        <a:pt x="442" y="1"/>
                        <a:pt x="442" y="1"/>
                        <a:pt x="442" y="1"/>
                      </a:cubicBezTo>
                      <a:cubicBezTo>
                        <a:pt x="442" y="0"/>
                        <a:pt x="442" y="0"/>
                        <a:pt x="442" y="0"/>
                      </a:cubicBezTo>
                      <a:moveTo>
                        <a:pt x="447" y="0"/>
                      </a:moveTo>
                      <a:cubicBezTo>
                        <a:pt x="447" y="0"/>
                        <a:pt x="447" y="0"/>
                        <a:pt x="447" y="0"/>
                      </a:cubicBezTo>
                      <a:cubicBezTo>
                        <a:pt x="447" y="1"/>
                        <a:pt x="447" y="1"/>
                        <a:pt x="447" y="1"/>
                      </a:cubicBezTo>
                      <a:cubicBezTo>
                        <a:pt x="449" y="1"/>
                        <a:pt x="449" y="1"/>
                        <a:pt x="449" y="1"/>
                      </a:cubicBezTo>
                      <a:cubicBezTo>
                        <a:pt x="449" y="1"/>
                        <a:pt x="448" y="1"/>
                        <a:pt x="447" y="0"/>
                      </a:cubicBezTo>
                      <a:moveTo>
                        <a:pt x="452" y="0"/>
                      </a:moveTo>
                      <a:cubicBezTo>
                        <a:pt x="450" y="0"/>
                        <a:pt x="450" y="0"/>
                        <a:pt x="450" y="0"/>
                      </a:cubicBezTo>
                      <a:cubicBezTo>
                        <a:pt x="450" y="1"/>
                        <a:pt x="451" y="1"/>
                        <a:pt x="451" y="1"/>
                      </a:cubicBezTo>
                      <a:cubicBezTo>
                        <a:pt x="452" y="1"/>
                        <a:pt x="452" y="1"/>
                        <a:pt x="452" y="1"/>
                      </a:cubicBezTo>
                      <a:cubicBezTo>
                        <a:pt x="452" y="0"/>
                        <a:pt x="452" y="0"/>
                        <a:pt x="45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41" name="Freeform 11"/>
                <p:cNvSpPr>
                  <a:spLocks noEditPoints="1"/>
                </p:cNvSpPr>
                <p:nvPr/>
              </p:nvSpPr>
              <p:spPr bwMode="auto">
                <a:xfrm>
                  <a:off x="-3518" y="1681"/>
                  <a:ext cx="530" cy="2"/>
                </a:xfrm>
                <a:custGeom>
                  <a:avLst/>
                  <a:gdLst/>
                  <a:ahLst/>
                  <a:cxnLst>
                    <a:cxn ang="0">
                      <a:pos x="5" y="1"/>
                    </a:cxn>
                    <a:cxn ang="0">
                      <a:pos x="5" y="1"/>
                    </a:cxn>
                    <a:cxn ang="0">
                      <a:pos x="5" y="1"/>
                    </a:cxn>
                    <a:cxn ang="0">
                      <a:pos x="5" y="1"/>
                    </a:cxn>
                    <a:cxn ang="0">
                      <a:pos x="3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3" y="0"/>
                    </a:cxn>
                    <a:cxn ang="0">
                      <a:pos x="88" y="0"/>
                    </a:cxn>
                    <a:cxn ang="0">
                      <a:pos x="88" y="0"/>
                    </a:cxn>
                    <a:cxn ang="0">
                      <a:pos x="88" y="1"/>
                    </a:cxn>
                    <a:cxn ang="0">
                      <a:pos x="88" y="1"/>
                    </a:cxn>
                    <a:cxn ang="0">
                      <a:pos x="88" y="0"/>
                    </a:cxn>
                    <a:cxn ang="0">
                      <a:pos x="224" y="0"/>
                    </a:cxn>
                    <a:cxn ang="0">
                      <a:pos x="223" y="0"/>
                    </a:cxn>
                    <a:cxn ang="0">
                      <a:pos x="224" y="1"/>
                    </a:cxn>
                    <a:cxn ang="0">
                      <a:pos x="224" y="0"/>
                    </a:cxn>
                  </a:cxnLst>
                  <a:rect l="0" t="0" r="r" b="b"/>
                  <a:pathLst>
                    <a:path w="224" h="1">
                      <a:moveTo>
                        <a:pt x="5" y="1"/>
                      </a:move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5" y="1"/>
                        <a:pt x="5" y="1"/>
                        <a:pt x="5" y="1"/>
                      </a:cubicBezTo>
                      <a:moveTo>
                        <a:pt x="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3" y="1"/>
                        <a:pt x="3" y="1"/>
                        <a:pt x="3" y="0"/>
                      </a:cubicBezTo>
                      <a:moveTo>
                        <a:pt x="88" y="0"/>
                      </a:moveTo>
                      <a:cubicBezTo>
                        <a:pt x="88" y="0"/>
                        <a:pt x="88" y="0"/>
                        <a:pt x="88" y="0"/>
                      </a:cubicBezTo>
                      <a:cubicBezTo>
                        <a:pt x="88" y="1"/>
                        <a:pt x="88" y="1"/>
                        <a:pt x="88" y="1"/>
                      </a:cubicBezTo>
                      <a:cubicBezTo>
                        <a:pt x="88" y="1"/>
                        <a:pt x="88" y="1"/>
                        <a:pt x="88" y="1"/>
                      </a:cubicBezTo>
                      <a:cubicBezTo>
                        <a:pt x="88" y="0"/>
                        <a:pt x="88" y="0"/>
                        <a:pt x="88" y="0"/>
                      </a:cubicBezTo>
                      <a:moveTo>
                        <a:pt x="224" y="0"/>
                      </a:moveTo>
                      <a:cubicBezTo>
                        <a:pt x="223" y="0"/>
                        <a:pt x="223" y="0"/>
                        <a:pt x="223" y="0"/>
                      </a:cubicBezTo>
                      <a:cubicBezTo>
                        <a:pt x="223" y="1"/>
                        <a:pt x="224" y="1"/>
                        <a:pt x="224" y="1"/>
                      </a:cubicBezTo>
                      <a:cubicBezTo>
                        <a:pt x="224" y="0"/>
                        <a:pt x="224" y="0"/>
                        <a:pt x="224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42" name="Freeform 12"/>
                <p:cNvSpPr>
                  <a:spLocks/>
                </p:cNvSpPr>
                <p:nvPr/>
              </p:nvSpPr>
              <p:spPr bwMode="auto">
                <a:xfrm>
                  <a:off x="-1232" y="1986"/>
                  <a:ext cx="133" cy="270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48" y="100"/>
                    </a:cxn>
                    <a:cxn ang="0">
                      <a:pos x="48" y="100"/>
                    </a:cxn>
                    <a:cxn ang="0">
                      <a:pos x="48" y="100"/>
                    </a:cxn>
                    <a:cxn ang="0">
                      <a:pos x="49" y="103"/>
                    </a:cxn>
                    <a:cxn ang="0">
                      <a:pos x="54" y="114"/>
                    </a:cxn>
                    <a:cxn ang="0">
                      <a:pos x="56" y="114"/>
                    </a:cxn>
                    <a:cxn ang="0">
                      <a:pos x="51" y="101"/>
                    </a:cxn>
                    <a:cxn ang="0">
                      <a:pos x="49" y="101"/>
                    </a:cxn>
                    <a:cxn ang="0">
                      <a:pos x="49" y="100"/>
                    </a:cxn>
                    <a:cxn ang="0">
                      <a:pos x="50" y="100"/>
                    </a:cxn>
                    <a:cxn ang="0">
                      <a:pos x="50" y="99"/>
                    </a:cxn>
                    <a:cxn ang="0">
                      <a:pos x="50" y="99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56" h="114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8" y="29"/>
                        <a:pt x="35" y="62"/>
                        <a:pt x="48" y="100"/>
                      </a:cubicBezTo>
                      <a:cubicBezTo>
                        <a:pt x="48" y="100"/>
                        <a:pt x="48" y="100"/>
                        <a:pt x="48" y="100"/>
                      </a:cubicBezTo>
                      <a:cubicBezTo>
                        <a:pt x="48" y="100"/>
                        <a:pt x="48" y="100"/>
                        <a:pt x="48" y="100"/>
                      </a:cubicBezTo>
                      <a:cubicBezTo>
                        <a:pt x="48" y="100"/>
                        <a:pt x="48" y="101"/>
                        <a:pt x="49" y="103"/>
                      </a:cubicBezTo>
                      <a:cubicBezTo>
                        <a:pt x="50" y="105"/>
                        <a:pt x="52" y="109"/>
                        <a:pt x="54" y="114"/>
                      </a:cubicBezTo>
                      <a:cubicBezTo>
                        <a:pt x="56" y="114"/>
                        <a:pt x="56" y="114"/>
                        <a:pt x="56" y="114"/>
                      </a:cubicBezTo>
                      <a:cubicBezTo>
                        <a:pt x="54" y="107"/>
                        <a:pt x="52" y="103"/>
                        <a:pt x="51" y="101"/>
                      </a:cubicBezTo>
                      <a:cubicBezTo>
                        <a:pt x="49" y="101"/>
                        <a:pt x="49" y="101"/>
                        <a:pt x="49" y="101"/>
                      </a:cubicBezTo>
                      <a:cubicBezTo>
                        <a:pt x="49" y="100"/>
                        <a:pt x="49" y="100"/>
                        <a:pt x="49" y="100"/>
                      </a:cubicBezTo>
                      <a:cubicBezTo>
                        <a:pt x="50" y="100"/>
                        <a:pt x="50" y="100"/>
                        <a:pt x="50" y="100"/>
                      </a:cubicBezTo>
                      <a:cubicBezTo>
                        <a:pt x="50" y="99"/>
                        <a:pt x="50" y="99"/>
                        <a:pt x="50" y="99"/>
                      </a:cubicBezTo>
                      <a:cubicBezTo>
                        <a:pt x="50" y="99"/>
                        <a:pt x="50" y="99"/>
                        <a:pt x="50" y="99"/>
                      </a:cubicBezTo>
                      <a:cubicBezTo>
                        <a:pt x="37" y="62"/>
                        <a:pt x="20" y="29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43" name="Freeform 13"/>
                <p:cNvSpPr>
                  <a:spLocks/>
                </p:cNvSpPr>
                <p:nvPr/>
              </p:nvSpPr>
              <p:spPr bwMode="auto">
                <a:xfrm>
                  <a:off x="-1116" y="2223"/>
                  <a:ext cx="5" cy="3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2" h="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1" y="0"/>
                        <a:pt x="1" y="0"/>
                        <a:pt x="1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44" name="Freeform 14"/>
                <p:cNvSpPr>
                  <a:spLocks noEditPoints="1"/>
                </p:cNvSpPr>
                <p:nvPr/>
              </p:nvSpPr>
              <p:spPr bwMode="auto">
                <a:xfrm>
                  <a:off x="-1104" y="2259"/>
                  <a:ext cx="171" cy="1017"/>
                </a:xfrm>
                <a:custGeom>
                  <a:avLst/>
                  <a:gdLst/>
                  <a:ahLst/>
                  <a:cxnLst>
                    <a:cxn ang="0">
                      <a:pos x="55" y="343"/>
                    </a:cxn>
                    <a:cxn ang="0">
                      <a:pos x="53" y="343"/>
                    </a:cxn>
                    <a:cxn ang="0">
                      <a:pos x="53" y="343"/>
                    </a:cxn>
                    <a:cxn ang="0">
                      <a:pos x="62" y="394"/>
                    </a:cxn>
                    <a:cxn ang="0">
                      <a:pos x="70" y="429"/>
                    </a:cxn>
                    <a:cxn ang="0">
                      <a:pos x="72" y="429"/>
                    </a:cxn>
                    <a:cxn ang="0">
                      <a:pos x="60" y="374"/>
                    </a:cxn>
                    <a:cxn ang="0">
                      <a:pos x="57" y="352"/>
                    </a:cxn>
                    <a:cxn ang="0">
                      <a:pos x="55" y="343"/>
                    </a:cxn>
                    <a:cxn ang="0">
                      <a:pos x="34" y="255"/>
                    </a:cxn>
                    <a:cxn ang="0">
                      <a:pos x="32" y="255"/>
                    </a:cxn>
                    <a:cxn ang="0">
                      <a:pos x="39" y="292"/>
                    </a:cxn>
                    <a:cxn ang="0">
                      <a:pos x="46" y="324"/>
                    </a:cxn>
                    <a:cxn ang="0">
                      <a:pos x="50" y="336"/>
                    </a:cxn>
                    <a:cxn ang="0">
                      <a:pos x="52" y="342"/>
                    </a:cxn>
                    <a:cxn ang="0">
                      <a:pos x="55" y="342"/>
                    </a:cxn>
                    <a:cxn ang="0">
                      <a:pos x="52" y="336"/>
                    </a:cxn>
                    <a:cxn ang="0">
                      <a:pos x="40" y="284"/>
                    </a:cxn>
                    <a:cxn ang="0">
                      <a:pos x="35" y="259"/>
                    </a:cxn>
                    <a:cxn ang="0">
                      <a:pos x="34" y="255"/>
                    </a:cxn>
                    <a:cxn ang="0">
                      <a:pos x="32" y="233"/>
                    </a:cxn>
                    <a:cxn ang="0">
                      <a:pos x="30" y="233"/>
                    </a:cxn>
                    <a:cxn ang="0">
                      <a:pos x="31" y="249"/>
                    </a:cxn>
                    <a:cxn ang="0">
                      <a:pos x="31" y="249"/>
                    </a:cxn>
                    <a:cxn ang="0">
                      <a:pos x="32" y="254"/>
                    </a:cxn>
                    <a:cxn ang="0">
                      <a:pos x="32" y="254"/>
                    </a:cxn>
                    <a:cxn ang="0">
                      <a:pos x="34" y="254"/>
                    </a:cxn>
                    <a:cxn ang="0">
                      <a:pos x="33" y="249"/>
                    </a:cxn>
                    <a:cxn ang="0">
                      <a:pos x="33" y="249"/>
                    </a:cxn>
                    <a:cxn ang="0">
                      <a:pos x="32" y="233"/>
                    </a:cxn>
                    <a:cxn ang="0">
                      <a:pos x="25" y="102"/>
                    </a:cxn>
                    <a:cxn ang="0">
                      <a:pos x="23" y="102"/>
                    </a:cxn>
                    <a:cxn ang="0">
                      <a:pos x="22" y="112"/>
                    </a:cxn>
                    <a:cxn ang="0">
                      <a:pos x="22" y="112"/>
                    </a:cxn>
                    <a:cxn ang="0">
                      <a:pos x="30" y="232"/>
                    </a:cxn>
                    <a:cxn ang="0">
                      <a:pos x="32" y="232"/>
                    </a:cxn>
                    <a:cxn ang="0">
                      <a:pos x="24" y="113"/>
                    </a:cxn>
                    <a:cxn ang="0">
                      <a:pos x="25" y="102"/>
                    </a:cxn>
                    <a:cxn ang="0">
                      <a:pos x="3" y="0"/>
                    </a:cxn>
                    <a:cxn ang="0">
                      <a:pos x="0" y="0"/>
                    </a:cxn>
                    <a:cxn ang="0">
                      <a:pos x="23" y="95"/>
                    </a:cxn>
                    <a:cxn ang="0">
                      <a:pos x="23" y="101"/>
                    </a:cxn>
                    <a:cxn ang="0">
                      <a:pos x="25" y="101"/>
                    </a:cxn>
                    <a:cxn ang="0">
                      <a:pos x="25" y="95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72" h="429">
                      <a:moveTo>
                        <a:pt x="55" y="343"/>
                      </a:moveTo>
                      <a:cubicBezTo>
                        <a:pt x="53" y="343"/>
                        <a:pt x="53" y="343"/>
                        <a:pt x="53" y="343"/>
                      </a:cubicBezTo>
                      <a:cubicBezTo>
                        <a:pt x="53" y="343"/>
                        <a:pt x="53" y="343"/>
                        <a:pt x="53" y="343"/>
                      </a:cubicBezTo>
                      <a:cubicBezTo>
                        <a:pt x="54" y="346"/>
                        <a:pt x="57" y="369"/>
                        <a:pt x="62" y="394"/>
                      </a:cubicBezTo>
                      <a:cubicBezTo>
                        <a:pt x="64" y="406"/>
                        <a:pt x="67" y="418"/>
                        <a:pt x="70" y="429"/>
                      </a:cubicBezTo>
                      <a:cubicBezTo>
                        <a:pt x="72" y="429"/>
                        <a:pt x="72" y="429"/>
                        <a:pt x="72" y="429"/>
                      </a:cubicBezTo>
                      <a:cubicBezTo>
                        <a:pt x="67" y="411"/>
                        <a:pt x="63" y="391"/>
                        <a:pt x="60" y="374"/>
                      </a:cubicBezTo>
                      <a:cubicBezTo>
                        <a:pt x="59" y="365"/>
                        <a:pt x="57" y="357"/>
                        <a:pt x="57" y="352"/>
                      </a:cubicBezTo>
                      <a:cubicBezTo>
                        <a:pt x="56" y="347"/>
                        <a:pt x="55" y="344"/>
                        <a:pt x="55" y="343"/>
                      </a:cubicBezTo>
                      <a:moveTo>
                        <a:pt x="34" y="255"/>
                      </a:moveTo>
                      <a:cubicBezTo>
                        <a:pt x="32" y="255"/>
                        <a:pt x="32" y="255"/>
                        <a:pt x="32" y="255"/>
                      </a:cubicBezTo>
                      <a:cubicBezTo>
                        <a:pt x="34" y="263"/>
                        <a:pt x="36" y="277"/>
                        <a:pt x="39" y="292"/>
                      </a:cubicBezTo>
                      <a:cubicBezTo>
                        <a:pt x="42" y="303"/>
                        <a:pt x="44" y="315"/>
                        <a:pt x="46" y="324"/>
                      </a:cubicBezTo>
                      <a:cubicBezTo>
                        <a:pt x="48" y="329"/>
                        <a:pt x="49" y="333"/>
                        <a:pt x="50" y="336"/>
                      </a:cubicBezTo>
                      <a:cubicBezTo>
                        <a:pt x="51" y="339"/>
                        <a:pt x="52" y="340"/>
                        <a:pt x="52" y="342"/>
                      </a:cubicBezTo>
                      <a:cubicBezTo>
                        <a:pt x="55" y="342"/>
                        <a:pt x="55" y="342"/>
                        <a:pt x="55" y="342"/>
                      </a:cubicBezTo>
                      <a:cubicBezTo>
                        <a:pt x="54" y="341"/>
                        <a:pt x="53" y="338"/>
                        <a:pt x="52" y="336"/>
                      </a:cubicBezTo>
                      <a:cubicBezTo>
                        <a:pt x="48" y="324"/>
                        <a:pt x="43" y="303"/>
                        <a:pt x="40" y="284"/>
                      </a:cubicBezTo>
                      <a:cubicBezTo>
                        <a:pt x="38" y="274"/>
                        <a:pt x="36" y="266"/>
                        <a:pt x="35" y="259"/>
                      </a:cubicBezTo>
                      <a:cubicBezTo>
                        <a:pt x="35" y="258"/>
                        <a:pt x="35" y="256"/>
                        <a:pt x="34" y="255"/>
                      </a:cubicBezTo>
                      <a:moveTo>
                        <a:pt x="32" y="233"/>
                      </a:moveTo>
                      <a:cubicBezTo>
                        <a:pt x="30" y="233"/>
                        <a:pt x="30" y="233"/>
                        <a:pt x="30" y="233"/>
                      </a:cubicBezTo>
                      <a:cubicBezTo>
                        <a:pt x="31" y="249"/>
                        <a:pt x="31" y="249"/>
                        <a:pt x="31" y="249"/>
                      </a:cubicBezTo>
                      <a:cubicBezTo>
                        <a:pt x="31" y="249"/>
                        <a:pt x="31" y="249"/>
                        <a:pt x="31" y="249"/>
                      </a:cubicBezTo>
                      <a:cubicBezTo>
                        <a:pt x="31" y="249"/>
                        <a:pt x="32" y="251"/>
                        <a:pt x="32" y="254"/>
                      </a:cubicBezTo>
                      <a:cubicBezTo>
                        <a:pt x="32" y="254"/>
                        <a:pt x="32" y="254"/>
                        <a:pt x="32" y="254"/>
                      </a:cubicBezTo>
                      <a:cubicBezTo>
                        <a:pt x="34" y="254"/>
                        <a:pt x="34" y="254"/>
                        <a:pt x="34" y="254"/>
                      </a:cubicBezTo>
                      <a:cubicBezTo>
                        <a:pt x="34" y="251"/>
                        <a:pt x="33" y="249"/>
                        <a:pt x="33" y="249"/>
                      </a:cubicBezTo>
                      <a:cubicBezTo>
                        <a:pt x="33" y="249"/>
                        <a:pt x="33" y="249"/>
                        <a:pt x="33" y="249"/>
                      </a:cubicBezTo>
                      <a:cubicBezTo>
                        <a:pt x="32" y="233"/>
                        <a:pt x="32" y="233"/>
                        <a:pt x="32" y="233"/>
                      </a:cubicBezTo>
                      <a:moveTo>
                        <a:pt x="25" y="102"/>
                      </a:moveTo>
                      <a:cubicBezTo>
                        <a:pt x="23" y="102"/>
                        <a:pt x="23" y="102"/>
                        <a:pt x="23" y="102"/>
                      </a:cubicBezTo>
                      <a:cubicBezTo>
                        <a:pt x="23" y="105"/>
                        <a:pt x="22" y="109"/>
                        <a:pt x="22" y="112"/>
                      </a:cubicBezTo>
                      <a:cubicBezTo>
                        <a:pt x="22" y="112"/>
                        <a:pt x="22" y="112"/>
                        <a:pt x="22" y="112"/>
                      </a:cubicBezTo>
                      <a:cubicBezTo>
                        <a:pt x="30" y="232"/>
                        <a:pt x="30" y="232"/>
                        <a:pt x="30" y="232"/>
                      </a:cubicBezTo>
                      <a:cubicBezTo>
                        <a:pt x="32" y="232"/>
                        <a:pt x="32" y="232"/>
                        <a:pt x="32" y="232"/>
                      </a:cubicBezTo>
                      <a:cubicBezTo>
                        <a:pt x="24" y="113"/>
                        <a:pt x="24" y="113"/>
                        <a:pt x="24" y="113"/>
                      </a:cubicBezTo>
                      <a:cubicBezTo>
                        <a:pt x="24" y="109"/>
                        <a:pt x="25" y="106"/>
                        <a:pt x="25" y="102"/>
                      </a:cubicBezTo>
                      <a:moveTo>
                        <a:pt x="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9" y="20"/>
                        <a:pt x="23" y="60"/>
                        <a:pt x="23" y="95"/>
                      </a:cubicBezTo>
                      <a:cubicBezTo>
                        <a:pt x="23" y="97"/>
                        <a:pt x="23" y="99"/>
                        <a:pt x="23" y="101"/>
                      </a:cubicBezTo>
                      <a:cubicBezTo>
                        <a:pt x="25" y="101"/>
                        <a:pt x="25" y="101"/>
                        <a:pt x="25" y="101"/>
                      </a:cubicBezTo>
                      <a:cubicBezTo>
                        <a:pt x="25" y="99"/>
                        <a:pt x="25" y="97"/>
                        <a:pt x="25" y="95"/>
                      </a:cubicBezTo>
                      <a:cubicBezTo>
                        <a:pt x="25" y="60"/>
                        <a:pt x="11" y="20"/>
                        <a:pt x="3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45" name="Freeform 15"/>
                <p:cNvSpPr>
                  <a:spLocks/>
                </p:cNvSpPr>
                <p:nvPr/>
              </p:nvSpPr>
              <p:spPr bwMode="auto">
                <a:xfrm>
                  <a:off x="-981" y="3069"/>
                  <a:ext cx="7" cy="3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0"/>
                    </a:cxn>
                    <a:cxn ang="0">
                      <a:pos x="1" y="1"/>
                    </a:cxn>
                    <a:cxn ang="0">
                      <a:pos x="3" y="1"/>
                    </a:cxn>
                    <a:cxn ang="0">
                      <a:pos x="3" y="1"/>
                    </a:cxn>
                    <a:cxn ang="0">
                      <a:pos x="3" y="1"/>
                    </a:cxn>
                    <a:cxn ang="0">
                      <a:pos x="3" y="0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 h="1">
                      <a:moveTo>
                        <a:pt x="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1"/>
                        <a:pt x="1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3" y="0"/>
                        <a:pt x="3" y="0"/>
                        <a:pt x="3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46" name="Freeform 16"/>
                <p:cNvSpPr>
                  <a:spLocks/>
                </p:cNvSpPr>
                <p:nvPr/>
              </p:nvSpPr>
              <p:spPr bwMode="auto">
                <a:xfrm>
                  <a:off x="-1028" y="2861"/>
                  <a:ext cx="5" cy="2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47" name="Freeform 17"/>
                <p:cNvSpPr>
                  <a:spLocks noEditPoints="1"/>
                </p:cNvSpPr>
                <p:nvPr/>
              </p:nvSpPr>
              <p:spPr bwMode="auto">
                <a:xfrm>
                  <a:off x="-1750" y="1524"/>
                  <a:ext cx="843" cy="1830"/>
                </a:xfrm>
                <a:custGeom>
                  <a:avLst/>
                  <a:gdLst/>
                  <a:ahLst/>
                  <a:cxnLst>
                    <a:cxn ang="0">
                      <a:pos x="345" y="740"/>
                    </a:cxn>
                    <a:cxn ang="0">
                      <a:pos x="343" y="740"/>
                    </a:cxn>
                    <a:cxn ang="0">
                      <a:pos x="344" y="744"/>
                    </a:cxn>
                    <a:cxn ang="0">
                      <a:pos x="354" y="772"/>
                    </a:cxn>
                    <a:cxn ang="0">
                      <a:pos x="355" y="772"/>
                    </a:cxn>
                    <a:cxn ang="0">
                      <a:pos x="356" y="772"/>
                    </a:cxn>
                    <a:cxn ang="0">
                      <a:pos x="356" y="771"/>
                    </a:cxn>
                    <a:cxn ang="0">
                      <a:pos x="346" y="744"/>
                    </a:cxn>
                    <a:cxn ang="0">
                      <a:pos x="345" y="740"/>
                    </a:cxn>
                    <a:cxn ang="0">
                      <a:pos x="145" y="98"/>
                    </a:cxn>
                    <a:cxn ang="0">
                      <a:pos x="142" y="98"/>
                    </a:cxn>
                    <a:cxn ang="0">
                      <a:pos x="219" y="194"/>
                    </a:cxn>
                    <a:cxn ang="0">
                      <a:pos x="221" y="194"/>
                    </a:cxn>
                    <a:cxn ang="0">
                      <a:pos x="145" y="98"/>
                    </a:cxn>
                    <a:cxn ang="0">
                      <a:pos x="110" y="67"/>
                    </a:cxn>
                    <a:cxn ang="0">
                      <a:pos x="107" y="67"/>
                    </a:cxn>
                    <a:cxn ang="0">
                      <a:pos x="141" y="97"/>
                    </a:cxn>
                    <a:cxn ang="0">
                      <a:pos x="144" y="97"/>
                    </a:cxn>
                    <a:cxn ang="0">
                      <a:pos x="110" y="67"/>
                    </a:cxn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2" y="2"/>
                    </a:cxn>
                    <a:cxn ang="0">
                      <a:pos x="106" y="66"/>
                    </a:cxn>
                    <a:cxn ang="0">
                      <a:pos x="109" y="66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356" h="772">
                      <a:moveTo>
                        <a:pt x="345" y="740"/>
                      </a:moveTo>
                      <a:cubicBezTo>
                        <a:pt x="343" y="740"/>
                        <a:pt x="343" y="740"/>
                        <a:pt x="343" y="740"/>
                      </a:cubicBezTo>
                      <a:cubicBezTo>
                        <a:pt x="343" y="741"/>
                        <a:pt x="344" y="743"/>
                        <a:pt x="344" y="744"/>
                      </a:cubicBezTo>
                      <a:cubicBezTo>
                        <a:pt x="347" y="756"/>
                        <a:pt x="351" y="766"/>
                        <a:pt x="354" y="772"/>
                      </a:cubicBezTo>
                      <a:cubicBezTo>
                        <a:pt x="355" y="772"/>
                        <a:pt x="355" y="772"/>
                        <a:pt x="355" y="772"/>
                      </a:cubicBezTo>
                      <a:cubicBezTo>
                        <a:pt x="356" y="772"/>
                        <a:pt x="356" y="772"/>
                        <a:pt x="356" y="772"/>
                      </a:cubicBezTo>
                      <a:cubicBezTo>
                        <a:pt x="356" y="771"/>
                        <a:pt x="356" y="771"/>
                        <a:pt x="356" y="771"/>
                      </a:cubicBezTo>
                      <a:cubicBezTo>
                        <a:pt x="352" y="765"/>
                        <a:pt x="349" y="755"/>
                        <a:pt x="346" y="744"/>
                      </a:cubicBezTo>
                      <a:cubicBezTo>
                        <a:pt x="346" y="742"/>
                        <a:pt x="345" y="741"/>
                        <a:pt x="345" y="740"/>
                      </a:cubicBezTo>
                      <a:moveTo>
                        <a:pt x="145" y="98"/>
                      </a:moveTo>
                      <a:cubicBezTo>
                        <a:pt x="142" y="98"/>
                        <a:pt x="142" y="98"/>
                        <a:pt x="142" y="98"/>
                      </a:cubicBezTo>
                      <a:cubicBezTo>
                        <a:pt x="168" y="124"/>
                        <a:pt x="195" y="155"/>
                        <a:pt x="219" y="194"/>
                      </a:cubicBezTo>
                      <a:cubicBezTo>
                        <a:pt x="221" y="194"/>
                        <a:pt x="221" y="194"/>
                        <a:pt x="221" y="194"/>
                      </a:cubicBezTo>
                      <a:cubicBezTo>
                        <a:pt x="197" y="155"/>
                        <a:pt x="171" y="124"/>
                        <a:pt x="145" y="98"/>
                      </a:cubicBezTo>
                      <a:moveTo>
                        <a:pt x="110" y="67"/>
                      </a:moveTo>
                      <a:cubicBezTo>
                        <a:pt x="107" y="67"/>
                        <a:pt x="107" y="67"/>
                        <a:pt x="107" y="67"/>
                      </a:cubicBezTo>
                      <a:cubicBezTo>
                        <a:pt x="118" y="76"/>
                        <a:pt x="129" y="86"/>
                        <a:pt x="141" y="97"/>
                      </a:cubicBezTo>
                      <a:cubicBezTo>
                        <a:pt x="144" y="97"/>
                        <a:pt x="144" y="97"/>
                        <a:pt x="144" y="97"/>
                      </a:cubicBezTo>
                      <a:cubicBezTo>
                        <a:pt x="132" y="86"/>
                        <a:pt x="121" y="76"/>
                        <a:pt x="110" y="67"/>
                      </a:cubicBezTo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2"/>
                        <a:pt x="1" y="2"/>
                        <a:pt x="2" y="2"/>
                      </a:cubicBezTo>
                      <a:cubicBezTo>
                        <a:pt x="12" y="6"/>
                        <a:pt x="55" y="25"/>
                        <a:pt x="106" y="66"/>
                      </a:cubicBezTo>
                      <a:cubicBezTo>
                        <a:pt x="109" y="66"/>
                        <a:pt x="109" y="66"/>
                        <a:pt x="109" y="66"/>
                      </a:cubicBezTo>
                      <a:cubicBezTo>
                        <a:pt x="56" y="23"/>
                        <a:pt x="10" y="3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48" name="Freeform 18"/>
                <p:cNvSpPr>
                  <a:spLocks/>
                </p:cNvSpPr>
                <p:nvPr/>
              </p:nvSpPr>
              <p:spPr bwMode="auto">
                <a:xfrm>
                  <a:off x="-1416" y="1754"/>
                  <a:ext cx="9" cy="2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0"/>
                    </a:cxn>
                    <a:cxn ang="0">
                      <a:pos x="1" y="1"/>
                    </a:cxn>
                    <a:cxn ang="0">
                      <a:pos x="4" y="1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4" h="1">
                      <a:moveTo>
                        <a:pt x="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1" y="1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3" y="1"/>
                        <a:pt x="3" y="0"/>
                        <a:pt x="3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49" name="Freeform 19"/>
                <p:cNvSpPr>
                  <a:spLocks/>
                </p:cNvSpPr>
                <p:nvPr/>
              </p:nvSpPr>
              <p:spPr bwMode="auto">
                <a:xfrm>
                  <a:off x="-1499" y="1681"/>
                  <a:ext cx="9" cy="2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0"/>
                    </a:cxn>
                    <a:cxn ang="0">
                      <a:pos x="1" y="1"/>
                    </a:cxn>
                    <a:cxn ang="0">
                      <a:pos x="4" y="1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4" h="1">
                      <a:moveTo>
                        <a:pt x="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1" y="1"/>
                        <a:pt x="1" y="1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4" y="1"/>
                        <a:pt x="4" y="1"/>
                        <a:pt x="3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50" name="Freeform 20"/>
                <p:cNvSpPr>
                  <a:spLocks noEditPoints="1"/>
                </p:cNvSpPr>
                <p:nvPr/>
              </p:nvSpPr>
              <p:spPr bwMode="auto">
                <a:xfrm>
                  <a:off x="-2619" y="2809"/>
                  <a:ext cx="178" cy="2"/>
                </a:xfrm>
                <a:custGeom>
                  <a:avLst/>
                  <a:gdLst/>
                  <a:ahLst/>
                  <a:cxnLst>
                    <a:cxn ang="0">
                      <a:pos x="178" y="2"/>
                    </a:cxn>
                    <a:cxn ang="0">
                      <a:pos x="178" y="0"/>
                    </a:cxn>
                    <a:cxn ang="0">
                      <a:pos x="178" y="2"/>
                    </a:cxn>
                    <a:cxn ang="0">
                      <a:pos x="0" y="0"/>
                    </a:cxn>
                    <a:cxn ang="0">
                      <a:pos x="0" y="2"/>
                    </a:cxn>
                    <a:cxn ang="0">
                      <a:pos x="0" y="2"/>
                    </a:cxn>
                    <a:cxn ang="0">
                      <a:pos x="0" y="2"/>
                    </a:cxn>
                    <a:cxn ang="0">
                      <a:pos x="0" y="0"/>
                    </a:cxn>
                    <a:cxn ang="0">
                      <a:pos x="178" y="0"/>
                    </a:cxn>
                    <a:cxn ang="0">
                      <a:pos x="178" y="0"/>
                    </a:cxn>
                  </a:cxnLst>
                  <a:rect l="0" t="0" r="r" b="b"/>
                  <a:pathLst>
                    <a:path w="178" h="2">
                      <a:moveTo>
                        <a:pt x="178" y="2"/>
                      </a:moveTo>
                      <a:lnTo>
                        <a:pt x="178" y="0"/>
                      </a:lnTo>
                      <a:lnTo>
                        <a:pt x="178" y="2"/>
                      </a:lnTo>
                      <a:close/>
                      <a:moveTo>
                        <a:pt x="0" y="0"/>
                      </a:move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0" y="0"/>
                      </a:lnTo>
                      <a:close/>
                      <a:moveTo>
                        <a:pt x="178" y="0"/>
                      </a:moveTo>
                      <a:lnTo>
                        <a:pt x="178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51" name="Freeform 21"/>
                <p:cNvSpPr>
                  <a:spLocks noEditPoints="1"/>
                </p:cNvSpPr>
                <p:nvPr/>
              </p:nvSpPr>
              <p:spPr bwMode="auto">
                <a:xfrm>
                  <a:off x="-2619" y="2809"/>
                  <a:ext cx="178" cy="2"/>
                </a:xfrm>
                <a:custGeom>
                  <a:avLst/>
                  <a:gdLst/>
                  <a:ahLst/>
                  <a:cxnLst>
                    <a:cxn ang="0">
                      <a:pos x="178" y="2"/>
                    </a:cxn>
                    <a:cxn ang="0">
                      <a:pos x="178" y="0"/>
                    </a:cxn>
                    <a:cxn ang="0">
                      <a:pos x="0" y="0"/>
                    </a:cxn>
                    <a:cxn ang="0">
                      <a:pos x="0" y="2"/>
                    </a:cxn>
                    <a:cxn ang="0">
                      <a:pos x="0" y="2"/>
                    </a:cxn>
                    <a:cxn ang="0">
                      <a:pos x="0" y="2"/>
                    </a:cxn>
                    <a:cxn ang="0">
                      <a:pos x="178" y="0"/>
                    </a:cxn>
                    <a:cxn ang="0">
                      <a:pos x="178" y="0"/>
                    </a:cxn>
                  </a:cxnLst>
                  <a:rect l="0" t="0" r="r" b="b"/>
                  <a:pathLst>
                    <a:path w="178" h="2">
                      <a:moveTo>
                        <a:pt x="178" y="2"/>
                      </a:moveTo>
                      <a:lnTo>
                        <a:pt x="178" y="0"/>
                      </a:lnTo>
                      <a:moveTo>
                        <a:pt x="0" y="0"/>
                      </a:move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0" y="2"/>
                      </a:lnTo>
                      <a:moveTo>
                        <a:pt x="178" y="0"/>
                      </a:moveTo>
                      <a:lnTo>
                        <a:pt x="178" y="0"/>
                      </a:lnTo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52" name="Freeform 22"/>
                <p:cNvSpPr>
                  <a:spLocks/>
                </p:cNvSpPr>
                <p:nvPr/>
              </p:nvSpPr>
              <p:spPr bwMode="auto">
                <a:xfrm>
                  <a:off x="-1033" y="2809"/>
                  <a:ext cx="5" cy="2"/>
                </a:xfrm>
                <a:custGeom>
                  <a:avLst/>
                  <a:gdLst/>
                  <a:ahLst/>
                  <a:cxnLst>
                    <a:cxn ang="0">
                      <a:pos x="5" y="0"/>
                    </a:cxn>
                    <a:cxn ang="0">
                      <a:pos x="0" y="0"/>
                    </a:cxn>
                    <a:cxn ang="0">
                      <a:pos x="0" y="2"/>
                    </a:cxn>
                    <a:cxn ang="0">
                      <a:pos x="5" y="2"/>
                    </a:cxn>
                    <a:cxn ang="0">
                      <a:pos x="5" y="0"/>
                    </a:cxn>
                    <a:cxn ang="0">
                      <a:pos x="5" y="0"/>
                    </a:cxn>
                  </a:cxnLst>
                  <a:rect l="0" t="0" r="r" b="b"/>
                  <a:pathLst>
                    <a:path w="5" h="2">
                      <a:moveTo>
                        <a:pt x="5" y="0"/>
                      </a:moveTo>
                      <a:lnTo>
                        <a:pt x="0" y="0"/>
                      </a:lnTo>
                      <a:lnTo>
                        <a:pt x="0" y="2"/>
                      </a:lnTo>
                      <a:lnTo>
                        <a:pt x="5" y="2"/>
                      </a:lnTo>
                      <a:lnTo>
                        <a:pt x="5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53" name="Freeform 23"/>
                <p:cNvSpPr>
                  <a:spLocks/>
                </p:cNvSpPr>
                <p:nvPr/>
              </p:nvSpPr>
              <p:spPr bwMode="auto">
                <a:xfrm>
                  <a:off x="-938" y="3276"/>
                  <a:ext cx="5" cy="2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54" name="Freeform 24"/>
                <p:cNvSpPr>
                  <a:spLocks noEditPoints="1"/>
                </p:cNvSpPr>
                <p:nvPr/>
              </p:nvSpPr>
              <p:spPr bwMode="auto">
                <a:xfrm>
                  <a:off x="-3887" y="3351"/>
                  <a:ext cx="395" cy="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15" y="0"/>
                    </a:cxn>
                    <a:cxn ang="0">
                      <a:pos x="10" y="0"/>
                    </a:cxn>
                    <a:cxn ang="0">
                      <a:pos x="15" y="0"/>
                    </a:cxn>
                    <a:cxn ang="0">
                      <a:pos x="20" y="0"/>
                    </a:cxn>
                    <a:cxn ang="0">
                      <a:pos x="25" y="0"/>
                    </a:cxn>
                    <a:cxn ang="0">
                      <a:pos x="36" y="0"/>
                    </a:cxn>
                    <a:cxn ang="0">
                      <a:pos x="30" y="0"/>
                    </a:cxn>
                    <a:cxn ang="0">
                      <a:pos x="36" y="0"/>
                    </a:cxn>
                    <a:cxn ang="0">
                      <a:pos x="43" y="0"/>
                    </a:cxn>
                    <a:cxn ang="0">
                      <a:pos x="46" y="0"/>
                    </a:cxn>
                    <a:cxn ang="0">
                      <a:pos x="56" y="0"/>
                    </a:cxn>
                    <a:cxn ang="0">
                      <a:pos x="51" y="0"/>
                    </a:cxn>
                    <a:cxn ang="0">
                      <a:pos x="56" y="0"/>
                    </a:cxn>
                    <a:cxn ang="0">
                      <a:pos x="62" y="0"/>
                    </a:cxn>
                    <a:cxn ang="0">
                      <a:pos x="67" y="0"/>
                    </a:cxn>
                    <a:cxn ang="0">
                      <a:pos x="77" y="0"/>
                    </a:cxn>
                    <a:cxn ang="0">
                      <a:pos x="72" y="0"/>
                    </a:cxn>
                    <a:cxn ang="0">
                      <a:pos x="77" y="0"/>
                    </a:cxn>
                    <a:cxn ang="0">
                      <a:pos x="82" y="0"/>
                    </a:cxn>
                    <a:cxn ang="0">
                      <a:pos x="84" y="0"/>
                    </a:cxn>
                    <a:cxn ang="0">
                      <a:pos x="88" y="0"/>
                    </a:cxn>
                    <a:cxn ang="0">
                      <a:pos x="86" y="0"/>
                    </a:cxn>
                    <a:cxn ang="0">
                      <a:pos x="88" y="0"/>
                    </a:cxn>
                    <a:cxn ang="0">
                      <a:pos x="93" y="0"/>
                    </a:cxn>
                    <a:cxn ang="0">
                      <a:pos x="98" y="0"/>
                    </a:cxn>
                    <a:cxn ang="0">
                      <a:pos x="108" y="0"/>
                    </a:cxn>
                    <a:cxn ang="0">
                      <a:pos x="103" y="0"/>
                    </a:cxn>
                    <a:cxn ang="0">
                      <a:pos x="108" y="0"/>
                    </a:cxn>
                    <a:cxn ang="0">
                      <a:pos x="114" y="0"/>
                    </a:cxn>
                    <a:cxn ang="0">
                      <a:pos x="119" y="0"/>
                    </a:cxn>
                    <a:cxn ang="0">
                      <a:pos x="126" y="0"/>
                    </a:cxn>
                    <a:cxn ang="0">
                      <a:pos x="124" y="0"/>
                    </a:cxn>
                    <a:cxn ang="0">
                      <a:pos x="126" y="0"/>
                    </a:cxn>
                    <a:cxn ang="0">
                      <a:pos x="128" y="0"/>
                    </a:cxn>
                    <a:cxn ang="0">
                      <a:pos x="129" y="0"/>
                    </a:cxn>
                    <a:cxn ang="0">
                      <a:pos x="140" y="0"/>
                    </a:cxn>
                    <a:cxn ang="0">
                      <a:pos x="134" y="0"/>
                    </a:cxn>
                    <a:cxn ang="0">
                      <a:pos x="140" y="0"/>
                    </a:cxn>
                    <a:cxn ang="0">
                      <a:pos x="145" y="0"/>
                    </a:cxn>
                    <a:cxn ang="0">
                      <a:pos x="150" y="0"/>
                    </a:cxn>
                    <a:cxn ang="0">
                      <a:pos x="160" y="0"/>
                    </a:cxn>
                    <a:cxn ang="0">
                      <a:pos x="155" y="0"/>
                    </a:cxn>
                    <a:cxn ang="0">
                      <a:pos x="160" y="0"/>
                    </a:cxn>
                    <a:cxn ang="0">
                      <a:pos x="166" y="0"/>
                    </a:cxn>
                    <a:cxn ang="0">
                      <a:pos x="167" y="0"/>
                    </a:cxn>
                  </a:cxnLst>
                  <a:rect l="0" t="0" r="r" b="b"/>
                  <a:pathLst>
                    <a:path w="167">
                      <a:moveTo>
                        <a:pt x="4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moveTo>
                        <a:pt x="15" y="0"/>
                      </a:move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15" y="0"/>
                        <a:pt x="15" y="0"/>
                        <a:pt x="15" y="0"/>
                      </a:cubicBezTo>
                      <a:cubicBezTo>
                        <a:pt x="15" y="0"/>
                        <a:pt x="15" y="0"/>
                        <a:pt x="15" y="0"/>
                      </a:cubicBezTo>
                      <a:moveTo>
                        <a:pt x="25" y="0"/>
                      </a:moveTo>
                      <a:cubicBezTo>
                        <a:pt x="20" y="0"/>
                        <a:pt x="20" y="0"/>
                        <a:pt x="20" y="0"/>
                      </a:cubicBezTo>
                      <a:cubicBezTo>
                        <a:pt x="20" y="0"/>
                        <a:pt x="20" y="0"/>
                        <a:pt x="20" y="0"/>
                      </a:cubicBezTo>
                      <a:cubicBezTo>
                        <a:pt x="25" y="0"/>
                        <a:pt x="25" y="0"/>
                        <a:pt x="25" y="0"/>
                      </a:cubicBezTo>
                      <a:cubicBezTo>
                        <a:pt x="25" y="0"/>
                        <a:pt x="25" y="0"/>
                        <a:pt x="25" y="0"/>
                      </a:cubicBezTo>
                      <a:moveTo>
                        <a:pt x="36" y="0"/>
                      </a:moveTo>
                      <a:cubicBezTo>
                        <a:pt x="30" y="0"/>
                        <a:pt x="30" y="0"/>
                        <a:pt x="30" y="0"/>
                      </a:cubicBezTo>
                      <a:cubicBezTo>
                        <a:pt x="30" y="0"/>
                        <a:pt x="30" y="0"/>
                        <a:pt x="30" y="0"/>
                      </a:cubicBezTo>
                      <a:cubicBezTo>
                        <a:pt x="36" y="0"/>
                        <a:pt x="36" y="0"/>
                        <a:pt x="36" y="0"/>
                      </a:cubicBezTo>
                      <a:cubicBezTo>
                        <a:pt x="36" y="0"/>
                        <a:pt x="36" y="0"/>
                        <a:pt x="36" y="0"/>
                      </a:cubicBezTo>
                      <a:moveTo>
                        <a:pt x="46" y="0"/>
                      </a:moveTo>
                      <a:cubicBezTo>
                        <a:pt x="43" y="0"/>
                        <a:pt x="43" y="0"/>
                        <a:pt x="43" y="0"/>
                      </a:cubicBezTo>
                      <a:cubicBezTo>
                        <a:pt x="43" y="0"/>
                        <a:pt x="43" y="0"/>
                        <a:pt x="43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moveTo>
                        <a:pt x="56" y="0"/>
                      </a:moveTo>
                      <a:cubicBezTo>
                        <a:pt x="51" y="0"/>
                        <a:pt x="51" y="0"/>
                        <a:pt x="51" y="0"/>
                      </a:cubicBezTo>
                      <a:cubicBezTo>
                        <a:pt x="51" y="0"/>
                        <a:pt x="51" y="0"/>
                        <a:pt x="51" y="0"/>
                      </a:cubicBezTo>
                      <a:cubicBezTo>
                        <a:pt x="56" y="0"/>
                        <a:pt x="56" y="0"/>
                        <a:pt x="56" y="0"/>
                      </a:cubicBezTo>
                      <a:cubicBezTo>
                        <a:pt x="56" y="0"/>
                        <a:pt x="56" y="0"/>
                        <a:pt x="56" y="0"/>
                      </a:cubicBezTo>
                      <a:moveTo>
                        <a:pt x="67" y="0"/>
                      </a:moveTo>
                      <a:cubicBezTo>
                        <a:pt x="62" y="0"/>
                        <a:pt x="62" y="0"/>
                        <a:pt x="62" y="0"/>
                      </a:cubicBezTo>
                      <a:cubicBezTo>
                        <a:pt x="62" y="0"/>
                        <a:pt x="62" y="0"/>
                        <a:pt x="62" y="0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67" y="0"/>
                        <a:pt x="67" y="0"/>
                        <a:pt x="67" y="0"/>
                      </a:cubicBezTo>
                      <a:moveTo>
                        <a:pt x="77" y="0"/>
                      </a:moveTo>
                      <a:cubicBezTo>
                        <a:pt x="72" y="0"/>
                        <a:pt x="72" y="0"/>
                        <a:pt x="72" y="0"/>
                      </a:cubicBezTo>
                      <a:cubicBezTo>
                        <a:pt x="72" y="0"/>
                        <a:pt x="72" y="0"/>
                        <a:pt x="72" y="0"/>
                      </a:cubicBezTo>
                      <a:cubicBezTo>
                        <a:pt x="77" y="0"/>
                        <a:pt x="77" y="0"/>
                        <a:pt x="77" y="0"/>
                      </a:cubicBezTo>
                      <a:cubicBezTo>
                        <a:pt x="77" y="0"/>
                        <a:pt x="77" y="0"/>
                        <a:pt x="77" y="0"/>
                      </a:cubicBezTo>
                      <a:moveTo>
                        <a:pt x="84" y="0"/>
                      </a:moveTo>
                      <a:cubicBezTo>
                        <a:pt x="82" y="0"/>
                        <a:pt x="82" y="0"/>
                        <a:pt x="82" y="0"/>
                      </a:cubicBezTo>
                      <a:cubicBezTo>
                        <a:pt x="82" y="0"/>
                        <a:pt x="82" y="0"/>
                        <a:pt x="82" y="0"/>
                      </a:cubicBezTo>
                      <a:cubicBezTo>
                        <a:pt x="84" y="0"/>
                        <a:pt x="84" y="0"/>
                        <a:pt x="84" y="0"/>
                      </a:cubicBezTo>
                      <a:cubicBezTo>
                        <a:pt x="84" y="0"/>
                        <a:pt x="84" y="0"/>
                        <a:pt x="84" y="0"/>
                      </a:cubicBezTo>
                      <a:moveTo>
                        <a:pt x="88" y="0"/>
                      </a:moveTo>
                      <a:cubicBezTo>
                        <a:pt x="86" y="0"/>
                        <a:pt x="86" y="0"/>
                        <a:pt x="86" y="0"/>
                      </a:cubicBezTo>
                      <a:cubicBezTo>
                        <a:pt x="86" y="0"/>
                        <a:pt x="86" y="0"/>
                        <a:pt x="86" y="0"/>
                      </a:cubicBezTo>
                      <a:cubicBezTo>
                        <a:pt x="88" y="0"/>
                        <a:pt x="88" y="0"/>
                        <a:pt x="88" y="0"/>
                      </a:cubicBezTo>
                      <a:cubicBezTo>
                        <a:pt x="88" y="0"/>
                        <a:pt x="88" y="0"/>
                        <a:pt x="88" y="0"/>
                      </a:cubicBezTo>
                      <a:moveTo>
                        <a:pt x="98" y="0"/>
                      </a:moveTo>
                      <a:cubicBezTo>
                        <a:pt x="93" y="0"/>
                        <a:pt x="93" y="0"/>
                        <a:pt x="93" y="0"/>
                      </a:cubicBezTo>
                      <a:cubicBezTo>
                        <a:pt x="93" y="0"/>
                        <a:pt x="93" y="0"/>
                        <a:pt x="93" y="0"/>
                      </a:cubicBezTo>
                      <a:cubicBezTo>
                        <a:pt x="98" y="0"/>
                        <a:pt x="98" y="0"/>
                        <a:pt x="98" y="0"/>
                      </a:cubicBezTo>
                      <a:cubicBezTo>
                        <a:pt x="98" y="0"/>
                        <a:pt x="98" y="0"/>
                        <a:pt x="98" y="0"/>
                      </a:cubicBezTo>
                      <a:moveTo>
                        <a:pt x="108" y="0"/>
                      </a:moveTo>
                      <a:cubicBezTo>
                        <a:pt x="103" y="0"/>
                        <a:pt x="103" y="0"/>
                        <a:pt x="103" y="0"/>
                      </a:cubicBezTo>
                      <a:cubicBezTo>
                        <a:pt x="103" y="0"/>
                        <a:pt x="103" y="0"/>
                        <a:pt x="103" y="0"/>
                      </a:cubicBezTo>
                      <a:cubicBezTo>
                        <a:pt x="108" y="0"/>
                        <a:pt x="108" y="0"/>
                        <a:pt x="108" y="0"/>
                      </a:cubicBezTo>
                      <a:cubicBezTo>
                        <a:pt x="108" y="0"/>
                        <a:pt x="108" y="0"/>
                        <a:pt x="108" y="0"/>
                      </a:cubicBezTo>
                      <a:moveTo>
                        <a:pt x="119" y="0"/>
                      </a:moveTo>
                      <a:cubicBezTo>
                        <a:pt x="114" y="0"/>
                        <a:pt x="114" y="0"/>
                        <a:pt x="114" y="0"/>
                      </a:cubicBezTo>
                      <a:cubicBezTo>
                        <a:pt x="114" y="0"/>
                        <a:pt x="114" y="0"/>
                        <a:pt x="114" y="0"/>
                      </a:cubicBezTo>
                      <a:cubicBezTo>
                        <a:pt x="119" y="0"/>
                        <a:pt x="119" y="0"/>
                        <a:pt x="119" y="0"/>
                      </a:cubicBezTo>
                      <a:cubicBezTo>
                        <a:pt x="119" y="0"/>
                        <a:pt x="119" y="0"/>
                        <a:pt x="119" y="0"/>
                      </a:cubicBezTo>
                      <a:moveTo>
                        <a:pt x="126" y="0"/>
                      </a:moveTo>
                      <a:cubicBezTo>
                        <a:pt x="124" y="0"/>
                        <a:pt x="124" y="0"/>
                        <a:pt x="124" y="0"/>
                      </a:cubicBezTo>
                      <a:cubicBezTo>
                        <a:pt x="124" y="0"/>
                        <a:pt x="124" y="0"/>
                        <a:pt x="124" y="0"/>
                      </a:cubicBezTo>
                      <a:cubicBezTo>
                        <a:pt x="126" y="0"/>
                        <a:pt x="126" y="0"/>
                        <a:pt x="126" y="0"/>
                      </a:cubicBezTo>
                      <a:cubicBezTo>
                        <a:pt x="126" y="0"/>
                        <a:pt x="126" y="0"/>
                        <a:pt x="126" y="0"/>
                      </a:cubicBezTo>
                      <a:moveTo>
                        <a:pt x="129" y="0"/>
                      </a:moveTo>
                      <a:cubicBezTo>
                        <a:pt x="128" y="0"/>
                        <a:pt x="128" y="0"/>
                        <a:pt x="128" y="0"/>
                      </a:cubicBezTo>
                      <a:cubicBezTo>
                        <a:pt x="128" y="0"/>
                        <a:pt x="128" y="0"/>
                        <a:pt x="128" y="0"/>
                      </a:cubicBezTo>
                      <a:cubicBezTo>
                        <a:pt x="129" y="0"/>
                        <a:pt x="129" y="0"/>
                        <a:pt x="129" y="0"/>
                      </a:cubicBezTo>
                      <a:cubicBezTo>
                        <a:pt x="129" y="0"/>
                        <a:pt x="129" y="0"/>
                        <a:pt x="129" y="0"/>
                      </a:cubicBezTo>
                      <a:moveTo>
                        <a:pt x="140" y="0"/>
                      </a:moveTo>
                      <a:cubicBezTo>
                        <a:pt x="134" y="0"/>
                        <a:pt x="134" y="0"/>
                        <a:pt x="134" y="0"/>
                      </a:cubicBezTo>
                      <a:cubicBezTo>
                        <a:pt x="134" y="0"/>
                        <a:pt x="134" y="0"/>
                        <a:pt x="134" y="0"/>
                      </a:cubicBezTo>
                      <a:cubicBezTo>
                        <a:pt x="140" y="0"/>
                        <a:pt x="140" y="0"/>
                        <a:pt x="140" y="0"/>
                      </a:cubicBezTo>
                      <a:cubicBezTo>
                        <a:pt x="140" y="0"/>
                        <a:pt x="140" y="0"/>
                        <a:pt x="140" y="0"/>
                      </a:cubicBezTo>
                      <a:moveTo>
                        <a:pt x="150" y="0"/>
                      </a:moveTo>
                      <a:cubicBezTo>
                        <a:pt x="145" y="0"/>
                        <a:pt x="145" y="0"/>
                        <a:pt x="145" y="0"/>
                      </a:cubicBezTo>
                      <a:cubicBezTo>
                        <a:pt x="145" y="0"/>
                        <a:pt x="145" y="0"/>
                        <a:pt x="145" y="0"/>
                      </a:cubicBezTo>
                      <a:cubicBezTo>
                        <a:pt x="150" y="0"/>
                        <a:pt x="150" y="0"/>
                        <a:pt x="150" y="0"/>
                      </a:cubicBezTo>
                      <a:cubicBezTo>
                        <a:pt x="150" y="0"/>
                        <a:pt x="150" y="0"/>
                        <a:pt x="150" y="0"/>
                      </a:cubicBezTo>
                      <a:moveTo>
                        <a:pt x="160" y="0"/>
                      </a:moveTo>
                      <a:cubicBezTo>
                        <a:pt x="155" y="0"/>
                        <a:pt x="155" y="0"/>
                        <a:pt x="155" y="0"/>
                      </a:cubicBezTo>
                      <a:cubicBezTo>
                        <a:pt x="155" y="0"/>
                        <a:pt x="155" y="0"/>
                        <a:pt x="155" y="0"/>
                      </a:cubicBezTo>
                      <a:cubicBezTo>
                        <a:pt x="160" y="0"/>
                        <a:pt x="160" y="0"/>
                        <a:pt x="160" y="0"/>
                      </a:cubicBezTo>
                      <a:cubicBezTo>
                        <a:pt x="160" y="0"/>
                        <a:pt x="160" y="0"/>
                        <a:pt x="160" y="0"/>
                      </a:cubicBezTo>
                      <a:moveTo>
                        <a:pt x="167" y="0"/>
                      </a:moveTo>
                      <a:cubicBezTo>
                        <a:pt x="166" y="0"/>
                        <a:pt x="166" y="0"/>
                        <a:pt x="166" y="0"/>
                      </a:cubicBezTo>
                      <a:cubicBezTo>
                        <a:pt x="166" y="0"/>
                        <a:pt x="166" y="0"/>
                        <a:pt x="166" y="0"/>
                      </a:cubicBezTo>
                      <a:cubicBezTo>
                        <a:pt x="167" y="0"/>
                        <a:pt x="167" y="0"/>
                        <a:pt x="167" y="0"/>
                      </a:cubicBezTo>
                      <a:cubicBezTo>
                        <a:pt x="167" y="0"/>
                        <a:pt x="167" y="0"/>
                        <a:pt x="167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55" name="Freeform 25"/>
                <p:cNvSpPr>
                  <a:spLocks noEditPoints="1"/>
                </p:cNvSpPr>
                <p:nvPr/>
              </p:nvSpPr>
              <p:spPr bwMode="auto">
                <a:xfrm>
                  <a:off x="-2903" y="3354"/>
                  <a:ext cx="287" cy="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0"/>
                    </a:cxn>
                    <a:cxn ang="0">
                      <a:pos x="121" y="0"/>
                    </a:cxn>
                    <a:cxn ang="0">
                      <a:pos x="120" y="0"/>
                    </a:cxn>
                    <a:cxn ang="0">
                      <a:pos x="120" y="1"/>
                    </a:cxn>
                    <a:cxn ang="0">
                      <a:pos x="120" y="1"/>
                    </a:cxn>
                    <a:cxn ang="0">
                      <a:pos x="121" y="0"/>
                    </a:cxn>
                  </a:cxnLst>
                  <a:rect l="0" t="0" r="r" b="b"/>
                  <a:pathLst>
                    <a:path w="121" h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moveTo>
                        <a:pt x="121" y="0"/>
                      </a:moveTo>
                      <a:cubicBezTo>
                        <a:pt x="120" y="0"/>
                        <a:pt x="120" y="0"/>
                        <a:pt x="120" y="0"/>
                      </a:cubicBezTo>
                      <a:cubicBezTo>
                        <a:pt x="120" y="1"/>
                        <a:pt x="120" y="1"/>
                        <a:pt x="120" y="1"/>
                      </a:cubicBezTo>
                      <a:cubicBezTo>
                        <a:pt x="120" y="1"/>
                        <a:pt x="120" y="1"/>
                        <a:pt x="120" y="1"/>
                      </a:cubicBezTo>
                      <a:cubicBezTo>
                        <a:pt x="120" y="1"/>
                        <a:pt x="120" y="1"/>
                        <a:pt x="121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56" name="Freeform 26"/>
                <p:cNvSpPr>
                  <a:spLocks noEditPoints="1"/>
                </p:cNvSpPr>
                <p:nvPr/>
              </p:nvSpPr>
              <p:spPr bwMode="auto">
                <a:xfrm>
                  <a:off x="-2020" y="3354"/>
                  <a:ext cx="85" cy="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0"/>
                    </a:cxn>
                    <a:cxn ang="0">
                      <a:pos x="36" y="0"/>
                    </a:cxn>
                    <a:cxn ang="0">
                      <a:pos x="36" y="0"/>
                    </a:cxn>
                    <a:cxn ang="0">
                      <a:pos x="36" y="0"/>
                    </a:cxn>
                    <a:cxn ang="0">
                      <a:pos x="36" y="0"/>
                    </a:cxn>
                  </a:cxnLst>
                  <a:rect l="0" t="0" r="r" b="b"/>
                  <a:pathLst>
                    <a:path w="36" h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moveTo>
                        <a:pt x="36" y="0"/>
                      </a:moveTo>
                      <a:cubicBezTo>
                        <a:pt x="36" y="0"/>
                        <a:pt x="36" y="0"/>
                        <a:pt x="36" y="0"/>
                      </a:cubicBezTo>
                      <a:cubicBezTo>
                        <a:pt x="36" y="0"/>
                        <a:pt x="36" y="0"/>
                        <a:pt x="36" y="0"/>
                      </a:cubicBezTo>
                      <a:cubicBezTo>
                        <a:pt x="36" y="0"/>
                        <a:pt x="36" y="0"/>
                        <a:pt x="36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57" name="Freeform 27"/>
                <p:cNvSpPr>
                  <a:spLocks/>
                </p:cNvSpPr>
                <p:nvPr/>
              </p:nvSpPr>
              <p:spPr bwMode="auto">
                <a:xfrm>
                  <a:off x="-912" y="3354"/>
                  <a:ext cx="2" cy="2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1" y="1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1" h="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0"/>
                        <a:pt x="1" y="0"/>
                        <a:pt x="1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58" name="Freeform 28"/>
                <p:cNvSpPr>
                  <a:spLocks/>
                </p:cNvSpPr>
                <p:nvPr/>
              </p:nvSpPr>
              <p:spPr bwMode="auto">
                <a:xfrm>
                  <a:off x="-808" y="3356"/>
                  <a:ext cx="2" cy="1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1" y="0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59" name="Freeform 29"/>
                <p:cNvSpPr>
                  <a:spLocks/>
                </p:cNvSpPr>
                <p:nvPr/>
              </p:nvSpPr>
              <p:spPr bwMode="auto">
                <a:xfrm>
                  <a:off x="-1049" y="2498"/>
                  <a:ext cx="4" cy="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60" name="Freeform 30"/>
                <p:cNvSpPr>
                  <a:spLocks/>
                </p:cNvSpPr>
                <p:nvPr/>
              </p:nvSpPr>
              <p:spPr bwMode="auto">
                <a:xfrm>
                  <a:off x="-1104" y="2256"/>
                  <a:ext cx="7" cy="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3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3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61" name="Freeform 31"/>
                <p:cNvSpPr>
                  <a:spLocks/>
                </p:cNvSpPr>
                <p:nvPr/>
              </p:nvSpPr>
              <p:spPr bwMode="auto">
                <a:xfrm>
                  <a:off x="-2382" y="1986"/>
                  <a:ext cx="92" cy="270"/>
                </a:xfrm>
                <a:custGeom>
                  <a:avLst/>
                  <a:gdLst/>
                  <a:ahLst/>
                  <a:cxnLst>
                    <a:cxn ang="0">
                      <a:pos x="39" y="0"/>
                    </a:cxn>
                    <a:cxn ang="0">
                      <a:pos x="37" y="0"/>
                    </a:cxn>
                    <a:cxn ang="0">
                      <a:pos x="35" y="5"/>
                    </a:cxn>
                    <a:cxn ang="0">
                      <a:pos x="0" y="114"/>
                    </a:cxn>
                    <a:cxn ang="0">
                      <a:pos x="2" y="114"/>
                    </a:cxn>
                    <a:cxn ang="0">
                      <a:pos x="5" y="101"/>
                    </a:cxn>
                    <a:cxn ang="0">
                      <a:pos x="5" y="101"/>
                    </a:cxn>
                    <a:cxn ang="0">
                      <a:pos x="5" y="100"/>
                    </a:cxn>
                    <a:cxn ang="0">
                      <a:pos x="6" y="100"/>
                    </a:cxn>
                    <a:cxn ang="0">
                      <a:pos x="12" y="77"/>
                    </a:cxn>
                    <a:cxn ang="0">
                      <a:pos x="29" y="26"/>
                    </a:cxn>
                    <a:cxn ang="0">
                      <a:pos x="35" y="11"/>
                    </a:cxn>
                    <a:cxn ang="0">
                      <a:pos x="37" y="6"/>
                    </a:cxn>
                    <a:cxn ang="0">
                      <a:pos x="37" y="6"/>
                    </a:cxn>
                    <a:cxn ang="0">
                      <a:pos x="37" y="6"/>
                    </a:cxn>
                    <a:cxn ang="0">
                      <a:pos x="39" y="0"/>
                    </a:cxn>
                  </a:cxnLst>
                  <a:rect l="0" t="0" r="r" b="b"/>
                  <a:pathLst>
                    <a:path w="39" h="114">
                      <a:moveTo>
                        <a:pt x="39" y="0"/>
                      </a:moveTo>
                      <a:cubicBezTo>
                        <a:pt x="37" y="0"/>
                        <a:pt x="37" y="0"/>
                        <a:pt x="37" y="0"/>
                      </a:cubicBezTo>
                      <a:cubicBezTo>
                        <a:pt x="36" y="1"/>
                        <a:pt x="36" y="3"/>
                        <a:pt x="35" y="5"/>
                      </a:cubicBezTo>
                      <a:cubicBezTo>
                        <a:pt x="34" y="6"/>
                        <a:pt x="15" y="54"/>
                        <a:pt x="0" y="114"/>
                      </a:cubicBezTo>
                      <a:cubicBezTo>
                        <a:pt x="2" y="114"/>
                        <a:pt x="2" y="114"/>
                        <a:pt x="2" y="114"/>
                      </a:cubicBezTo>
                      <a:cubicBezTo>
                        <a:pt x="3" y="109"/>
                        <a:pt x="4" y="105"/>
                        <a:pt x="5" y="101"/>
                      </a:cubicBezTo>
                      <a:cubicBezTo>
                        <a:pt x="5" y="101"/>
                        <a:pt x="5" y="101"/>
                        <a:pt x="5" y="101"/>
                      </a:cubicBezTo>
                      <a:cubicBezTo>
                        <a:pt x="5" y="100"/>
                        <a:pt x="5" y="100"/>
                        <a:pt x="5" y="100"/>
                      </a:cubicBezTo>
                      <a:cubicBezTo>
                        <a:pt x="6" y="100"/>
                        <a:pt x="6" y="100"/>
                        <a:pt x="6" y="100"/>
                      </a:cubicBezTo>
                      <a:cubicBezTo>
                        <a:pt x="8" y="92"/>
                        <a:pt x="10" y="85"/>
                        <a:pt x="12" y="77"/>
                      </a:cubicBezTo>
                      <a:cubicBezTo>
                        <a:pt x="18" y="56"/>
                        <a:pt x="24" y="38"/>
                        <a:pt x="29" y="26"/>
                      </a:cubicBezTo>
                      <a:cubicBezTo>
                        <a:pt x="31" y="19"/>
                        <a:pt x="33" y="14"/>
                        <a:pt x="35" y="11"/>
                      </a:cubicBezTo>
                      <a:cubicBezTo>
                        <a:pt x="36" y="7"/>
                        <a:pt x="37" y="6"/>
                        <a:pt x="37" y="6"/>
                      </a:cubicBezTo>
                      <a:cubicBezTo>
                        <a:pt x="37" y="6"/>
                        <a:pt x="37" y="6"/>
                        <a:pt x="37" y="6"/>
                      </a:cubicBezTo>
                      <a:cubicBezTo>
                        <a:pt x="37" y="6"/>
                        <a:pt x="37" y="6"/>
                        <a:pt x="37" y="6"/>
                      </a:cubicBezTo>
                      <a:cubicBezTo>
                        <a:pt x="38" y="3"/>
                        <a:pt x="38" y="2"/>
                        <a:pt x="39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62" name="Freeform 32"/>
                <p:cNvSpPr>
                  <a:spLocks/>
                </p:cNvSpPr>
                <p:nvPr/>
              </p:nvSpPr>
              <p:spPr bwMode="auto">
                <a:xfrm>
                  <a:off x="-2370" y="2223"/>
                  <a:ext cx="2" cy="3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1" h="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0"/>
                        <a:pt x="0" y="0"/>
                        <a:pt x="1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63" name="Freeform 33"/>
                <p:cNvSpPr>
                  <a:spLocks noEditPoints="1"/>
                </p:cNvSpPr>
                <p:nvPr/>
              </p:nvSpPr>
              <p:spPr bwMode="auto">
                <a:xfrm>
                  <a:off x="-2417" y="1522"/>
                  <a:ext cx="416" cy="1054"/>
                </a:xfrm>
                <a:custGeom>
                  <a:avLst/>
                  <a:gdLst/>
                  <a:ahLst/>
                  <a:cxnLst>
                    <a:cxn ang="0">
                      <a:pos x="2" y="413"/>
                    </a:cxn>
                    <a:cxn ang="0">
                      <a:pos x="0" y="413"/>
                    </a:cxn>
                    <a:cxn ang="0">
                      <a:pos x="0" y="421"/>
                    </a:cxn>
                    <a:cxn ang="0">
                      <a:pos x="1" y="445"/>
                    </a:cxn>
                    <a:cxn ang="0">
                      <a:pos x="1" y="445"/>
                    </a:cxn>
                    <a:cxn ang="0">
                      <a:pos x="1" y="445"/>
                    </a:cxn>
                    <a:cxn ang="0">
                      <a:pos x="2" y="445"/>
                    </a:cxn>
                    <a:cxn ang="0">
                      <a:pos x="3" y="445"/>
                    </a:cxn>
                    <a:cxn ang="0">
                      <a:pos x="2" y="421"/>
                    </a:cxn>
                    <a:cxn ang="0">
                      <a:pos x="2" y="413"/>
                    </a:cxn>
                    <a:cxn ang="0">
                      <a:pos x="17" y="311"/>
                    </a:cxn>
                    <a:cxn ang="0">
                      <a:pos x="15" y="311"/>
                    </a:cxn>
                    <a:cxn ang="0">
                      <a:pos x="0" y="412"/>
                    </a:cxn>
                    <a:cxn ang="0">
                      <a:pos x="2" y="412"/>
                    </a:cxn>
                    <a:cxn ang="0">
                      <a:pos x="17" y="311"/>
                    </a:cxn>
                    <a:cxn ang="0">
                      <a:pos x="89" y="99"/>
                    </a:cxn>
                    <a:cxn ang="0">
                      <a:pos x="87" y="99"/>
                    </a:cxn>
                    <a:cxn ang="0">
                      <a:pos x="68" y="147"/>
                    </a:cxn>
                    <a:cxn ang="0">
                      <a:pos x="52" y="195"/>
                    </a:cxn>
                    <a:cxn ang="0">
                      <a:pos x="54" y="195"/>
                    </a:cxn>
                    <a:cxn ang="0">
                      <a:pos x="70" y="147"/>
                    </a:cxn>
                    <a:cxn ang="0">
                      <a:pos x="89" y="99"/>
                    </a:cxn>
                    <a:cxn ang="0">
                      <a:pos x="175" y="0"/>
                    </a:cxn>
                    <a:cxn ang="0">
                      <a:pos x="175" y="0"/>
                    </a:cxn>
                    <a:cxn ang="0">
                      <a:pos x="88" y="97"/>
                    </a:cxn>
                    <a:cxn ang="0">
                      <a:pos x="87" y="98"/>
                    </a:cxn>
                    <a:cxn ang="0">
                      <a:pos x="90" y="98"/>
                    </a:cxn>
                    <a:cxn ang="0">
                      <a:pos x="90" y="98"/>
                    </a:cxn>
                    <a:cxn ang="0">
                      <a:pos x="141" y="29"/>
                    </a:cxn>
                    <a:cxn ang="0">
                      <a:pos x="165" y="9"/>
                    </a:cxn>
                    <a:cxn ang="0">
                      <a:pos x="173" y="4"/>
                    </a:cxn>
                    <a:cxn ang="0">
                      <a:pos x="176" y="2"/>
                    </a:cxn>
                    <a:cxn ang="0">
                      <a:pos x="175" y="0"/>
                    </a:cxn>
                  </a:cxnLst>
                  <a:rect l="0" t="0" r="r" b="b"/>
                  <a:pathLst>
                    <a:path w="176" h="445">
                      <a:moveTo>
                        <a:pt x="2" y="413"/>
                      </a:moveTo>
                      <a:cubicBezTo>
                        <a:pt x="0" y="413"/>
                        <a:pt x="0" y="413"/>
                        <a:pt x="0" y="413"/>
                      </a:cubicBezTo>
                      <a:cubicBezTo>
                        <a:pt x="0" y="415"/>
                        <a:pt x="0" y="418"/>
                        <a:pt x="0" y="421"/>
                      </a:cubicBezTo>
                      <a:cubicBezTo>
                        <a:pt x="0" y="429"/>
                        <a:pt x="0" y="437"/>
                        <a:pt x="1" y="445"/>
                      </a:cubicBezTo>
                      <a:cubicBezTo>
                        <a:pt x="1" y="445"/>
                        <a:pt x="1" y="445"/>
                        <a:pt x="1" y="445"/>
                      </a:cubicBezTo>
                      <a:cubicBezTo>
                        <a:pt x="1" y="445"/>
                        <a:pt x="1" y="445"/>
                        <a:pt x="1" y="445"/>
                      </a:cubicBezTo>
                      <a:cubicBezTo>
                        <a:pt x="2" y="445"/>
                        <a:pt x="2" y="445"/>
                        <a:pt x="2" y="445"/>
                      </a:cubicBezTo>
                      <a:cubicBezTo>
                        <a:pt x="3" y="445"/>
                        <a:pt x="3" y="445"/>
                        <a:pt x="3" y="445"/>
                      </a:cubicBezTo>
                      <a:cubicBezTo>
                        <a:pt x="2" y="437"/>
                        <a:pt x="2" y="429"/>
                        <a:pt x="2" y="421"/>
                      </a:cubicBezTo>
                      <a:cubicBezTo>
                        <a:pt x="2" y="418"/>
                        <a:pt x="2" y="415"/>
                        <a:pt x="2" y="413"/>
                      </a:cubicBezTo>
                      <a:moveTo>
                        <a:pt x="17" y="311"/>
                      </a:moveTo>
                      <a:cubicBezTo>
                        <a:pt x="15" y="311"/>
                        <a:pt x="15" y="311"/>
                        <a:pt x="15" y="311"/>
                      </a:cubicBezTo>
                      <a:cubicBezTo>
                        <a:pt x="7" y="343"/>
                        <a:pt x="1" y="378"/>
                        <a:pt x="0" y="412"/>
                      </a:cubicBezTo>
                      <a:cubicBezTo>
                        <a:pt x="2" y="412"/>
                        <a:pt x="2" y="412"/>
                        <a:pt x="2" y="412"/>
                      </a:cubicBezTo>
                      <a:cubicBezTo>
                        <a:pt x="3" y="378"/>
                        <a:pt x="9" y="343"/>
                        <a:pt x="17" y="311"/>
                      </a:cubicBezTo>
                      <a:moveTo>
                        <a:pt x="89" y="99"/>
                      </a:moveTo>
                      <a:cubicBezTo>
                        <a:pt x="87" y="99"/>
                        <a:pt x="87" y="99"/>
                        <a:pt x="87" y="99"/>
                      </a:cubicBezTo>
                      <a:cubicBezTo>
                        <a:pt x="77" y="125"/>
                        <a:pt x="72" y="135"/>
                        <a:pt x="68" y="147"/>
                      </a:cubicBezTo>
                      <a:cubicBezTo>
                        <a:pt x="64" y="157"/>
                        <a:pt x="60" y="168"/>
                        <a:pt x="52" y="195"/>
                      </a:cubicBezTo>
                      <a:cubicBezTo>
                        <a:pt x="54" y="195"/>
                        <a:pt x="54" y="195"/>
                        <a:pt x="54" y="195"/>
                      </a:cubicBezTo>
                      <a:cubicBezTo>
                        <a:pt x="62" y="169"/>
                        <a:pt x="65" y="158"/>
                        <a:pt x="70" y="147"/>
                      </a:cubicBezTo>
                      <a:cubicBezTo>
                        <a:pt x="74" y="136"/>
                        <a:pt x="79" y="126"/>
                        <a:pt x="89" y="99"/>
                      </a:cubicBezTo>
                      <a:moveTo>
                        <a:pt x="175" y="0"/>
                      </a:moveTo>
                      <a:cubicBezTo>
                        <a:pt x="175" y="0"/>
                        <a:pt x="175" y="0"/>
                        <a:pt x="175" y="0"/>
                      </a:cubicBezTo>
                      <a:cubicBezTo>
                        <a:pt x="170" y="3"/>
                        <a:pt x="108" y="43"/>
                        <a:pt x="88" y="97"/>
                      </a:cubicBezTo>
                      <a:cubicBezTo>
                        <a:pt x="88" y="97"/>
                        <a:pt x="88" y="98"/>
                        <a:pt x="87" y="98"/>
                      </a:cubicBezTo>
                      <a:cubicBezTo>
                        <a:pt x="90" y="98"/>
                        <a:pt x="90" y="98"/>
                        <a:pt x="90" y="98"/>
                      </a:cubicBezTo>
                      <a:cubicBezTo>
                        <a:pt x="90" y="98"/>
                        <a:pt x="90" y="98"/>
                        <a:pt x="90" y="98"/>
                      </a:cubicBezTo>
                      <a:cubicBezTo>
                        <a:pt x="100" y="70"/>
                        <a:pt x="121" y="46"/>
                        <a:pt x="141" y="29"/>
                      </a:cubicBezTo>
                      <a:cubicBezTo>
                        <a:pt x="150" y="21"/>
                        <a:pt x="159" y="14"/>
                        <a:pt x="165" y="9"/>
                      </a:cubicBezTo>
                      <a:cubicBezTo>
                        <a:pt x="169" y="7"/>
                        <a:pt x="171" y="5"/>
                        <a:pt x="173" y="4"/>
                      </a:cubicBezTo>
                      <a:cubicBezTo>
                        <a:pt x="175" y="2"/>
                        <a:pt x="176" y="2"/>
                        <a:pt x="176" y="2"/>
                      </a:cubicBezTo>
                      <a:cubicBezTo>
                        <a:pt x="175" y="0"/>
                        <a:pt x="175" y="0"/>
                        <a:pt x="175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64" name="Freeform 34"/>
                <p:cNvSpPr>
                  <a:spLocks/>
                </p:cNvSpPr>
                <p:nvPr/>
              </p:nvSpPr>
              <p:spPr bwMode="auto">
                <a:xfrm>
                  <a:off x="-2211" y="1754"/>
                  <a:ext cx="7" cy="2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 h="1">
                      <a:moveTo>
                        <a:pt x="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0"/>
                        <a:pt x="3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65" name="Freeform 35"/>
                <p:cNvSpPr>
                  <a:spLocks/>
                </p:cNvSpPr>
                <p:nvPr/>
              </p:nvSpPr>
              <p:spPr bwMode="auto">
                <a:xfrm>
                  <a:off x="-2417" y="2498"/>
                  <a:ext cx="4" cy="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66" name="Freeform 36"/>
                <p:cNvSpPr>
                  <a:spLocks/>
                </p:cNvSpPr>
                <p:nvPr/>
              </p:nvSpPr>
              <p:spPr bwMode="auto">
                <a:xfrm>
                  <a:off x="-2382" y="2256"/>
                  <a:ext cx="5" cy="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67" name="Freeform 37"/>
                <p:cNvSpPr>
                  <a:spLocks noEditPoints="1"/>
                </p:cNvSpPr>
                <p:nvPr/>
              </p:nvSpPr>
              <p:spPr bwMode="auto">
                <a:xfrm>
                  <a:off x="-2202" y="1986"/>
                  <a:ext cx="54" cy="270"/>
                </a:xfrm>
                <a:custGeom>
                  <a:avLst/>
                  <a:gdLst/>
                  <a:ahLst/>
                  <a:cxnLst>
                    <a:cxn ang="0">
                      <a:pos x="2" y="101"/>
                    </a:cxn>
                    <a:cxn ang="0">
                      <a:pos x="0" y="114"/>
                    </a:cxn>
                    <a:cxn ang="0">
                      <a:pos x="2" y="114"/>
                    </a:cxn>
                    <a:cxn ang="0">
                      <a:pos x="3" y="101"/>
                    </a:cxn>
                    <a:cxn ang="0">
                      <a:pos x="2" y="101"/>
                    </a:cxn>
                    <a:cxn ang="0">
                      <a:pos x="2" y="101"/>
                    </a:cxn>
                    <a:cxn ang="0">
                      <a:pos x="23" y="0"/>
                    </a:cxn>
                    <a:cxn ang="0">
                      <a:pos x="20" y="0"/>
                    </a:cxn>
                    <a:cxn ang="0">
                      <a:pos x="2" y="100"/>
                    </a:cxn>
                    <a:cxn ang="0">
                      <a:pos x="4" y="100"/>
                    </a:cxn>
                    <a:cxn ang="0">
                      <a:pos x="23" y="0"/>
                    </a:cxn>
                  </a:cxnLst>
                  <a:rect l="0" t="0" r="r" b="b"/>
                  <a:pathLst>
                    <a:path w="23" h="114">
                      <a:moveTo>
                        <a:pt x="2" y="101"/>
                      </a:moveTo>
                      <a:cubicBezTo>
                        <a:pt x="1" y="105"/>
                        <a:pt x="0" y="109"/>
                        <a:pt x="0" y="114"/>
                      </a:cubicBezTo>
                      <a:cubicBezTo>
                        <a:pt x="2" y="114"/>
                        <a:pt x="2" y="114"/>
                        <a:pt x="2" y="114"/>
                      </a:cubicBezTo>
                      <a:cubicBezTo>
                        <a:pt x="2" y="109"/>
                        <a:pt x="3" y="105"/>
                        <a:pt x="3" y="101"/>
                      </a:cubicBezTo>
                      <a:cubicBezTo>
                        <a:pt x="2" y="101"/>
                        <a:pt x="2" y="101"/>
                        <a:pt x="2" y="101"/>
                      </a:cubicBezTo>
                      <a:cubicBezTo>
                        <a:pt x="2" y="101"/>
                        <a:pt x="2" y="101"/>
                        <a:pt x="2" y="101"/>
                      </a:cubicBezTo>
                      <a:moveTo>
                        <a:pt x="23" y="0"/>
                      </a:moveTo>
                      <a:cubicBezTo>
                        <a:pt x="20" y="0"/>
                        <a:pt x="20" y="0"/>
                        <a:pt x="20" y="0"/>
                      </a:cubicBezTo>
                      <a:cubicBezTo>
                        <a:pt x="13" y="34"/>
                        <a:pt x="7" y="65"/>
                        <a:pt x="2" y="100"/>
                      </a:cubicBezTo>
                      <a:cubicBezTo>
                        <a:pt x="4" y="100"/>
                        <a:pt x="4" y="100"/>
                        <a:pt x="4" y="100"/>
                      </a:cubicBezTo>
                      <a:cubicBezTo>
                        <a:pt x="9" y="65"/>
                        <a:pt x="15" y="34"/>
                        <a:pt x="23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68" name="Freeform 38"/>
                <p:cNvSpPr>
                  <a:spLocks/>
                </p:cNvSpPr>
                <p:nvPr/>
              </p:nvSpPr>
              <p:spPr bwMode="auto">
                <a:xfrm>
                  <a:off x="-2197" y="2223"/>
                  <a:ext cx="4" cy="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1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69" name="Freeform 39"/>
                <p:cNvSpPr>
                  <a:spLocks noEditPoints="1"/>
                </p:cNvSpPr>
                <p:nvPr/>
              </p:nvSpPr>
              <p:spPr bwMode="auto">
                <a:xfrm>
                  <a:off x="-2223" y="2259"/>
                  <a:ext cx="85" cy="1017"/>
                </a:xfrm>
                <a:custGeom>
                  <a:avLst/>
                  <a:gdLst/>
                  <a:ahLst/>
                  <a:cxnLst>
                    <a:cxn ang="0">
                      <a:pos x="24" y="343"/>
                    </a:cxn>
                    <a:cxn ang="0">
                      <a:pos x="22" y="343"/>
                    </a:cxn>
                    <a:cxn ang="0">
                      <a:pos x="30" y="400"/>
                    </a:cxn>
                    <a:cxn ang="0">
                      <a:pos x="34" y="429"/>
                    </a:cxn>
                    <a:cxn ang="0">
                      <a:pos x="36" y="429"/>
                    </a:cxn>
                    <a:cxn ang="0">
                      <a:pos x="32" y="400"/>
                    </a:cxn>
                    <a:cxn ang="0">
                      <a:pos x="26" y="360"/>
                    </a:cxn>
                    <a:cxn ang="0">
                      <a:pos x="24" y="343"/>
                    </a:cxn>
                    <a:cxn ang="0">
                      <a:pos x="9" y="255"/>
                    </a:cxn>
                    <a:cxn ang="0">
                      <a:pos x="7" y="255"/>
                    </a:cxn>
                    <a:cxn ang="0">
                      <a:pos x="22" y="342"/>
                    </a:cxn>
                    <a:cxn ang="0">
                      <a:pos x="24" y="342"/>
                    </a:cxn>
                    <a:cxn ang="0">
                      <a:pos x="9" y="255"/>
                    </a:cxn>
                    <a:cxn ang="0">
                      <a:pos x="7" y="233"/>
                    </a:cxn>
                    <a:cxn ang="0">
                      <a:pos x="5" y="233"/>
                    </a:cxn>
                    <a:cxn ang="0">
                      <a:pos x="7" y="254"/>
                    </a:cxn>
                    <a:cxn ang="0">
                      <a:pos x="9" y="254"/>
                    </a:cxn>
                    <a:cxn ang="0">
                      <a:pos x="7" y="233"/>
                    </a:cxn>
                    <a:cxn ang="0">
                      <a:pos x="3" y="102"/>
                    </a:cxn>
                    <a:cxn ang="0">
                      <a:pos x="1" y="102"/>
                    </a:cxn>
                    <a:cxn ang="0">
                      <a:pos x="1" y="112"/>
                    </a:cxn>
                    <a:cxn ang="0">
                      <a:pos x="0" y="125"/>
                    </a:cxn>
                    <a:cxn ang="0">
                      <a:pos x="5" y="232"/>
                    </a:cxn>
                    <a:cxn ang="0">
                      <a:pos x="7" y="232"/>
                    </a:cxn>
                    <a:cxn ang="0">
                      <a:pos x="2" y="125"/>
                    </a:cxn>
                    <a:cxn ang="0">
                      <a:pos x="3" y="112"/>
                    </a:cxn>
                    <a:cxn ang="0">
                      <a:pos x="3" y="102"/>
                    </a:cxn>
                    <a:cxn ang="0">
                      <a:pos x="11" y="0"/>
                    </a:cxn>
                    <a:cxn ang="0">
                      <a:pos x="9" y="0"/>
                    </a:cxn>
                    <a:cxn ang="0">
                      <a:pos x="1" y="101"/>
                    </a:cxn>
                    <a:cxn ang="0">
                      <a:pos x="3" y="101"/>
                    </a:cxn>
                    <a:cxn ang="0">
                      <a:pos x="11" y="0"/>
                    </a:cxn>
                  </a:cxnLst>
                  <a:rect l="0" t="0" r="r" b="b"/>
                  <a:pathLst>
                    <a:path w="36" h="429">
                      <a:moveTo>
                        <a:pt x="24" y="343"/>
                      </a:moveTo>
                      <a:cubicBezTo>
                        <a:pt x="22" y="343"/>
                        <a:pt x="22" y="343"/>
                        <a:pt x="22" y="343"/>
                      </a:cubicBezTo>
                      <a:cubicBezTo>
                        <a:pt x="23" y="347"/>
                        <a:pt x="26" y="372"/>
                        <a:pt x="30" y="400"/>
                      </a:cubicBezTo>
                      <a:cubicBezTo>
                        <a:pt x="31" y="410"/>
                        <a:pt x="32" y="420"/>
                        <a:pt x="34" y="429"/>
                      </a:cubicBezTo>
                      <a:cubicBezTo>
                        <a:pt x="36" y="429"/>
                        <a:pt x="36" y="429"/>
                        <a:pt x="36" y="429"/>
                      </a:cubicBezTo>
                      <a:cubicBezTo>
                        <a:pt x="34" y="420"/>
                        <a:pt x="33" y="410"/>
                        <a:pt x="32" y="400"/>
                      </a:cubicBezTo>
                      <a:cubicBezTo>
                        <a:pt x="30" y="385"/>
                        <a:pt x="28" y="370"/>
                        <a:pt x="26" y="360"/>
                      </a:cubicBezTo>
                      <a:cubicBezTo>
                        <a:pt x="25" y="351"/>
                        <a:pt x="24" y="345"/>
                        <a:pt x="24" y="343"/>
                      </a:cubicBezTo>
                      <a:moveTo>
                        <a:pt x="9" y="255"/>
                      </a:moveTo>
                      <a:cubicBezTo>
                        <a:pt x="7" y="255"/>
                        <a:pt x="7" y="255"/>
                        <a:pt x="7" y="255"/>
                      </a:cubicBezTo>
                      <a:cubicBezTo>
                        <a:pt x="10" y="285"/>
                        <a:pt x="15" y="315"/>
                        <a:pt x="22" y="342"/>
                      </a:cubicBezTo>
                      <a:cubicBezTo>
                        <a:pt x="24" y="342"/>
                        <a:pt x="24" y="342"/>
                        <a:pt x="24" y="342"/>
                      </a:cubicBezTo>
                      <a:cubicBezTo>
                        <a:pt x="17" y="315"/>
                        <a:pt x="12" y="285"/>
                        <a:pt x="9" y="255"/>
                      </a:cubicBezTo>
                      <a:moveTo>
                        <a:pt x="7" y="233"/>
                      </a:moveTo>
                      <a:cubicBezTo>
                        <a:pt x="5" y="233"/>
                        <a:pt x="5" y="233"/>
                        <a:pt x="5" y="233"/>
                      </a:cubicBezTo>
                      <a:cubicBezTo>
                        <a:pt x="6" y="240"/>
                        <a:pt x="6" y="247"/>
                        <a:pt x="7" y="254"/>
                      </a:cubicBezTo>
                      <a:cubicBezTo>
                        <a:pt x="9" y="254"/>
                        <a:pt x="9" y="254"/>
                        <a:pt x="9" y="254"/>
                      </a:cubicBezTo>
                      <a:cubicBezTo>
                        <a:pt x="8" y="247"/>
                        <a:pt x="8" y="240"/>
                        <a:pt x="7" y="233"/>
                      </a:cubicBezTo>
                      <a:moveTo>
                        <a:pt x="3" y="102"/>
                      </a:moveTo>
                      <a:cubicBezTo>
                        <a:pt x="1" y="102"/>
                        <a:pt x="1" y="102"/>
                        <a:pt x="1" y="102"/>
                      </a:cubicBezTo>
                      <a:cubicBezTo>
                        <a:pt x="1" y="105"/>
                        <a:pt x="1" y="109"/>
                        <a:pt x="1" y="112"/>
                      </a:cubicBezTo>
                      <a:cubicBezTo>
                        <a:pt x="1" y="112"/>
                        <a:pt x="0" y="117"/>
                        <a:pt x="0" y="125"/>
                      </a:cubicBezTo>
                      <a:cubicBezTo>
                        <a:pt x="0" y="145"/>
                        <a:pt x="1" y="186"/>
                        <a:pt x="5" y="232"/>
                      </a:cubicBezTo>
                      <a:cubicBezTo>
                        <a:pt x="7" y="232"/>
                        <a:pt x="7" y="232"/>
                        <a:pt x="7" y="232"/>
                      </a:cubicBezTo>
                      <a:cubicBezTo>
                        <a:pt x="3" y="186"/>
                        <a:pt x="2" y="145"/>
                        <a:pt x="2" y="125"/>
                      </a:cubicBezTo>
                      <a:cubicBezTo>
                        <a:pt x="2" y="117"/>
                        <a:pt x="3" y="112"/>
                        <a:pt x="3" y="112"/>
                      </a:cubicBezTo>
                      <a:cubicBezTo>
                        <a:pt x="3" y="109"/>
                        <a:pt x="3" y="105"/>
                        <a:pt x="3" y="102"/>
                      </a:cubicBezTo>
                      <a:moveTo>
                        <a:pt x="11" y="0"/>
                      </a:moveTo>
                      <a:cubicBezTo>
                        <a:pt x="9" y="0"/>
                        <a:pt x="9" y="0"/>
                        <a:pt x="9" y="0"/>
                      </a:cubicBezTo>
                      <a:cubicBezTo>
                        <a:pt x="5" y="29"/>
                        <a:pt x="2" y="62"/>
                        <a:pt x="1" y="101"/>
                      </a:cubicBezTo>
                      <a:cubicBezTo>
                        <a:pt x="3" y="101"/>
                        <a:pt x="3" y="101"/>
                        <a:pt x="3" y="101"/>
                      </a:cubicBezTo>
                      <a:cubicBezTo>
                        <a:pt x="4" y="62"/>
                        <a:pt x="7" y="29"/>
                        <a:pt x="11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0" name="Freeform 40"/>
                <p:cNvSpPr>
                  <a:spLocks/>
                </p:cNvSpPr>
                <p:nvPr/>
              </p:nvSpPr>
              <p:spPr bwMode="auto">
                <a:xfrm>
                  <a:off x="-2171" y="3069"/>
                  <a:ext cx="5" cy="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  <a:cxn ang="0">
                      <a:pos x="2" y="0"/>
                    </a:cxn>
                    <a:cxn ang="0">
                      <a:pos x="2" y="0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1" name="Freeform 41"/>
                <p:cNvSpPr>
                  <a:spLocks/>
                </p:cNvSpPr>
                <p:nvPr/>
              </p:nvSpPr>
              <p:spPr bwMode="auto">
                <a:xfrm>
                  <a:off x="-2207" y="2861"/>
                  <a:ext cx="5" cy="2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2" name="Freeform 42"/>
                <p:cNvSpPr>
                  <a:spLocks noEditPoints="1"/>
                </p:cNvSpPr>
                <p:nvPr/>
              </p:nvSpPr>
              <p:spPr bwMode="auto">
                <a:xfrm>
                  <a:off x="-2152" y="1522"/>
                  <a:ext cx="182" cy="1832"/>
                </a:xfrm>
                <a:custGeom>
                  <a:avLst/>
                  <a:gdLst/>
                  <a:ahLst/>
                  <a:cxnLst>
                    <a:cxn ang="0">
                      <a:pos x="6" y="741"/>
                    </a:cxn>
                    <a:cxn ang="0">
                      <a:pos x="4" y="741"/>
                    </a:cxn>
                    <a:cxn ang="0">
                      <a:pos x="10" y="773"/>
                    </a:cxn>
                    <a:cxn ang="0">
                      <a:pos x="12" y="773"/>
                    </a:cxn>
                    <a:cxn ang="0">
                      <a:pos x="6" y="741"/>
                    </a:cxn>
                    <a:cxn ang="0">
                      <a:pos x="23" y="99"/>
                    </a:cxn>
                    <a:cxn ang="0">
                      <a:pos x="21" y="99"/>
                    </a:cxn>
                    <a:cxn ang="0">
                      <a:pos x="9" y="147"/>
                    </a:cxn>
                    <a:cxn ang="0">
                      <a:pos x="0" y="195"/>
                    </a:cxn>
                    <a:cxn ang="0">
                      <a:pos x="2" y="195"/>
                    </a:cxn>
                    <a:cxn ang="0">
                      <a:pos x="11" y="147"/>
                    </a:cxn>
                    <a:cxn ang="0">
                      <a:pos x="23" y="99"/>
                    </a:cxn>
                    <a:cxn ang="0">
                      <a:pos x="75" y="0"/>
                    </a:cxn>
                    <a:cxn ang="0">
                      <a:pos x="75" y="0"/>
                    </a:cxn>
                    <a:cxn ang="0">
                      <a:pos x="22" y="98"/>
                    </a:cxn>
                    <a:cxn ang="0">
                      <a:pos x="24" y="98"/>
                    </a:cxn>
                    <a:cxn ang="0">
                      <a:pos x="51" y="38"/>
                    </a:cxn>
                    <a:cxn ang="0">
                      <a:pos x="69" y="11"/>
                    </a:cxn>
                    <a:cxn ang="0">
                      <a:pos x="75" y="4"/>
                    </a:cxn>
                    <a:cxn ang="0">
                      <a:pos x="76" y="2"/>
                    </a:cxn>
                    <a:cxn ang="0">
                      <a:pos x="77" y="2"/>
                    </a:cxn>
                    <a:cxn ang="0">
                      <a:pos x="75" y="0"/>
                    </a:cxn>
                  </a:cxnLst>
                  <a:rect l="0" t="0" r="r" b="b"/>
                  <a:pathLst>
                    <a:path w="77" h="773">
                      <a:moveTo>
                        <a:pt x="6" y="741"/>
                      </a:moveTo>
                      <a:cubicBezTo>
                        <a:pt x="4" y="741"/>
                        <a:pt x="4" y="741"/>
                        <a:pt x="4" y="741"/>
                      </a:cubicBezTo>
                      <a:cubicBezTo>
                        <a:pt x="6" y="753"/>
                        <a:pt x="8" y="765"/>
                        <a:pt x="10" y="773"/>
                      </a:cubicBezTo>
                      <a:cubicBezTo>
                        <a:pt x="12" y="773"/>
                        <a:pt x="12" y="773"/>
                        <a:pt x="12" y="773"/>
                      </a:cubicBezTo>
                      <a:cubicBezTo>
                        <a:pt x="10" y="765"/>
                        <a:pt x="8" y="753"/>
                        <a:pt x="6" y="741"/>
                      </a:cubicBezTo>
                      <a:moveTo>
                        <a:pt x="23" y="99"/>
                      </a:moveTo>
                      <a:cubicBezTo>
                        <a:pt x="21" y="99"/>
                        <a:pt x="21" y="99"/>
                        <a:pt x="21" y="99"/>
                      </a:cubicBezTo>
                      <a:cubicBezTo>
                        <a:pt x="17" y="113"/>
                        <a:pt x="12" y="130"/>
                        <a:pt x="9" y="147"/>
                      </a:cubicBezTo>
                      <a:cubicBezTo>
                        <a:pt x="6" y="164"/>
                        <a:pt x="3" y="180"/>
                        <a:pt x="0" y="195"/>
                      </a:cubicBezTo>
                      <a:cubicBezTo>
                        <a:pt x="2" y="195"/>
                        <a:pt x="2" y="195"/>
                        <a:pt x="2" y="195"/>
                      </a:cubicBezTo>
                      <a:cubicBezTo>
                        <a:pt x="5" y="180"/>
                        <a:pt x="8" y="164"/>
                        <a:pt x="11" y="147"/>
                      </a:cubicBezTo>
                      <a:cubicBezTo>
                        <a:pt x="14" y="130"/>
                        <a:pt x="19" y="114"/>
                        <a:pt x="23" y="99"/>
                      </a:cubicBezTo>
                      <a:moveTo>
                        <a:pt x="75" y="0"/>
                      </a:moveTo>
                      <a:cubicBezTo>
                        <a:pt x="75" y="0"/>
                        <a:pt x="75" y="0"/>
                        <a:pt x="75" y="0"/>
                      </a:cubicBezTo>
                      <a:cubicBezTo>
                        <a:pt x="74" y="1"/>
                        <a:pt x="43" y="35"/>
                        <a:pt x="22" y="98"/>
                      </a:cubicBezTo>
                      <a:cubicBezTo>
                        <a:pt x="24" y="98"/>
                        <a:pt x="24" y="98"/>
                        <a:pt x="24" y="98"/>
                      </a:cubicBezTo>
                      <a:cubicBezTo>
                        <a:pt x="32" y="74"/>
                        <a:pt x="42" y="54"/>
                        <a:pt x="51" y="38"/>
                      </a:cubicBezTo>
                      <a:cubicBezTo>
                        <a:pt x="58" y="26"/>
                        <a:pt x="64" y="17"/>
                        <a:pt x="69" y="11"/>
                      </a:cubicBezTo>
                      <a:cubicBezTo>
                        <a:pt x="71" y="8"/>
                        <a:pt x="73" y="5"/>
                        <a:pt x="75" y="4"/>
                      </a:cubicBezTo>
                      <a:cubicBezTo>
                        <a:pt x="75" y="3"/>
                        <a:pt x="76" y="3"/>
                        <a:pt x="76" y="2"/>
                      </a:cubicBezTo>
                      <a:cubicBezTo>
                        <a:pt x="77" y="2"/>
                        <a:pt x="77" y="2"/>
                        <a:pt x="77" y="2"/>
                      </a:cubicBezTo>
                      <a:cubicBezTo>
                        <a:pt x="75" y="0"/>
                        <a:pt x="75" y="0"/>
                        <a:pt x="75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3" name="Freeform 43"/>
                <p:cNvSpPr>
                  <a:spLocks/>
                </p:cNvSpPr>
                <p:nvPr/>
              </p:nvSpPr>
              <p:spPr bwMode="auto">
                <a:xfrm>
                  <a:off x="-2103" y="1754"/>
                  <a:ext cx="8" cy="2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1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 h="1">
                      <a:moveTo>
                        <a:pt x="3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3" y="1"/>
                        <a:pt x="3" y="0"/>
                        <a:pt x="3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4" name="Freeform 44"/>
                <p:cNvSpPr>
                  <a:spLocks/>
                </p:cNvSpPr>
                <p:nvPr/>
              </p:nvSpPr>
              <p:spPr bwMode="auto">
                <a:xfrm>
                  <a:off x="-2211" y="2809"/>
                  <a:ext cx="4" cy="2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5" name="Freeform 45"/>
                <p:cNvSpPr>
                  <a:spLocks/>
                </p:cNvSpPr>
                <p:nvPr/>
              </p:nvSpPr>
              <p:spPr bwMode="auto">
                <a:xfrm>
                  <a:off x="-2143" y="3276"/>
                  <a:ext cx="5" cy="2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6" name="Freeform 46"/>
                <p:cNvSpPr>
                  <a:spLocks/>
                </p:cNvSpPr>
                <p:nvPr/>
              </p:nvSpPr>
              <p:spPr bwMode="auto">
                <a:xfrm>
                  <a:off x="-2129" y="3356"/>
                  <a:ext cx="12" cy="26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3" y="11"/>
                    </a:cxn>
                    <a:cxn ang="0">
                      <a:pos x="5" y="1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5" h="1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5"/>
                        <a:pt x="2" y="9"/>
                        <a:pt x="3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4" y="8"/>
                        <a:pt x="3" y="5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7" name="Freeform 47"/>
                <p:cNvSpPr>
                  <a:spLocks/>
                </p:cNvSpPr>
                <p:nvPr/>
              </p:nvSpPr>
              <p:spPr bwMode="auto">
                <a:xfrm>
                  <a:off x="-2129" y="3354"/>
                  <a:ext cx="5" cy="2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8" name="Freeform 48"/>
                <p:cNvSpPr>
                  <a:spLocks/>
                </p:cNvSpPr>
                <p:nvPr/>
              </p:nvSpPr>
              <p:spPr bwMode="auto">
                <a:xfrm>
                  <a:off x="-2221" y="2498"/>
                  <a:ext cx="5" cy="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9" name="Freeform 49"/>
                <p:cNvSpPr>
                  <a:spLocks/>
                </p:cNvSpPr>
                <p:nvPr/>
              </p:nvSpPr>
              <p:spPr bwMode="auto">
                <a:xfrm>
                  <a:off x="-2202" y="2256"/>
                  <a:ext cx="5" cy="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0" name="Freeform 50"/>
                <p:cNvSpPr>
                  <a:spLocks/>
                </p:cNvSpPr>
                <p:nvPr/>
              </p:nvSpPr>
              <p:spPr bwMode="auto">
                <a:xfrm>
                  <a:off x="-2020" y="1986"/>
                  <a:ext cx="26" cy="270"/>
                </a:xfrm>
                <a:custGeom>
                  <a:avLst/>
                  <a:gdLst/>
                  <a:ahLst/>
                  <a:cxnLst>
                    <a:cxn ang="0">
                      <a:pos x="11" y="0"/>
                    </a:cxn>
                    <a:cxn ang="0">
                      <a:pos x="9" y="0"/>
                    </a:cxn>
                    <a:cxn ang="0">
                      <a:pos x="8" y="9"/>
                    </a:cxn>
                    <a:cxn ang="0">
                      <a:pos x="8" y="9"/>
                    </a:cxn>
                    <a:cxn ang="0">
                      <a:pos x="1" y="100"/>
                    </a:cxn>
                    <a:cxn ang="0">
                      <a:pos x="3" y="100"/>
                    </a:cxn>
                    <a:cxn ang="0">
                      <a:pos x="3" y="101"/>
                    </a:cxn>
                    <a:cxn ang="0">
                      <a:pos x="1" y="101"/>
                    </a:cxn>
                    <a:cxn ang="0">
                      <a:pos x="0" y="114"/>
                    </a:cxn>
                    <a:cxn ang="0">
                      <a:pos x="2" y="114"/>
                    </a:cxn>
                    <a:cxn ang="0">
                      <a:pos x="10" y="9"/>
                    </a:cxn>
                    <a:cxn ang="0">
                      <a:pos x="11" y="0"/>
                    </a:cxn>
                  </a:cxnLst>
                  <a:rect l="0" t="0" r="r" b="b"/>
                  <a:pathLst>
                    <a:path w="11" h="114">
                      <a:moveTo>
                        <a:pt x="11" y="0"/>
                      </a:moveTo>
                      <a:cubicBezTo>
                        <a:pt x="9" y="0"/>
                        <a:pt x="9" y="0"/>
                        <a:pt x="9" y="0"/>
                      </a:cubicBezTo>
                      <a:cubicBezTo>
                        <a:pt x="8" y="9"/>
                        <a:pt x="8" y="9"/>
                        <a:pt x="8" y="9"/>
                      </a:cubicBezTo>
                      <a:cubicBezTo>
                        <a:pt x="8" y="9"/>
                        <a:pt x="8" y="9"/>
                        <a:pt x="8" y="9"/>
                      </a:cubicBezTo>
                      <a:cubicBezTo>
                        <a:pt x="5" y="37"/>
                        <a:pt x="3" y="68"/>
                        <a:pt x="1" y="100"/>
                      </a:cubicBezTo>
                      <a:cubicBezTo>
                        <a:pt x="3" y="100"/>
                        <a:pt x="3" y="100"/>
                        <a:pt x="3" y="100"/>
                      </a:cubicBezTo>
                      <a:cubicBezTo>
                        <a:pt x="3" y="101"/>
                        <a:pt x="3" y="101"/>
                        <a:pt x="3" y="101"/>
                      </a:cubicBezTo>
                      <a:cubicBezTo>
                        <a:pt x="1" y="101"/>
                        <a:pt x="1" y="101"/>
                        <a:pt x="1" y="101"/>
                      </a:cubicBezTo>
                      <a:cubicBezTo>
                        <a:pt x="1" y="105"/>
                        <a:pt x="1" y="109"/>
                        <a:pt x="0" y="114"/>
                      </a:cubicBezTo>
                      <a:cubicBezTo>
                        <a:pt x="2" y="114"/>
                        <a:pt x="2" y="114"/>
                        <a:pt x="2" y="114"/>
                      </a:cubicBezTo>
                      <a:cubicBezTo>
                        <a:pt x="4" y="77"/>
                        <a:pt x="7" y="42"/>
                        <a:pt x="10" y="9"/>
                      </a:cubicBezTo>
                      <a:cubicBezTo>
                        <a:pt x="11" y="0"/>
                        <a:pt x="11" y="0"/>
                        <a:pt x="11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1" name="Freeform 51"/>
                <p:cNvSpPr>
                  <a:spLocks/>
                </p:cNvSpPr>
                <p:nvPr/>
              </p:nvSpPr>
              <p:spPr bwMode="auto">
                <a:xfrm>
                  <a:off x="-2017" y="2223"/>
                  <a:ext cx="4" cy="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2" name="Freeform 52"/>
                <p:cNvSpPr>
                  <a:spLocks noEditPoints="1"/>
                </p:cNvSpPr>
                <p:nvPr/>
              </p:nvSpPr>
              <p:spPr bwMode="auto">
                <a:xfrm>
                  <a:off x="-2029" y="2259"/>
                  <a:ext cx="14" cy="1017"/>
                </a:xfrm>
                <a:custGeom>
                  <a:avLst/>
                  <a:gdLst/>
                  <a:ahLst/>
                  <a:cxnLst>
                    <a:cxn ang="0">
                      <a:pos x="5" y="343"/>
                    </a:cxn>
                    <a:cxn ang="0">
                      <a:pos x="3" y="343"/>
                    </a:cxn>
                    <a:cxn ang="0">
                      <a:pos x="2" y="429"/>
                    </a:cxn>
                    <a:cxn ang="0">
                      <a:pos x="4" y="429"/>
                    </a:cxn>
                    <a:cxn ang="0">
                      <a:pos x="5" y="343"/>
                    </a:cxn>
                    <a:cxn ang="0">
                      <a:pos x="4" y="339"/>
                    </a:cxn>
                    <a:cxn ang="0">
                      <a:pos x="4" y="339"/>
                    </a:cxn>
                    <a:cxn ang="0">
                      <a:pos x="3" y="233"/>
                    </a:cxn>
                    <a:cxn ang="0">
                      <a:pos x="1" y="233"/>
                    </a:cxn>
                    <a:cxn ang="0">
                      <a:pos x="1" y="254"/>
                    </a:cxn>
                    <a:cxn ang="0">
                      <a:pos x="2" y="254"/>
                    </a:cxn>
                    <a:cxn ang="0">
                      <a:pos x="2" y="255"/>
                    </a:cxn>
                    <a:cxn ang="0">
                      <a:pos x="1" y="255"/>
                    </a:cxn>
                    <a:cxn ang="0">
                      <a:pos x="3" y="339"/>
                    </a:cxn>
                    <a:cxn ang="0">
                      <a:pos x="3" y="342"/>
                    </a:cxn>
                    <a:cxn ang="0">
                      <a:pos x="5" y="342"/>
                    </a:cxn>
                    <a:cxn ang="0">
                      <a:pos x="5" y="339"/>
                    </a:cxn>
                    <a:cxn ang="0">
                      <a:pos x="5" y="339"/>
                    </a:cxn>
                    <a:cxn ang="0">
                      <a:pos x="4" y="327"/>
                    </a:cxn>
                    <a:cxn ang="0">
                      <a:pos x="3" y="233"/>
                    </a:cxn>
                    <a:cxn ang="0">
                      <a:pos x="3" y="102"/>
                    </a:cxn>
                    <a:cxn ang="0">
                      <a:pos x="1" y="102"/>
                    </a:cxn>
                    <a:cxn ang="0">
                      <a:pos x="0" y="184"/>
                    </a:cxn>
                    <a:cxn ang="0">
                      <a:pos x="1" y="232"/>
                    </a:cxn>
                    <a:cxn ang="0">
                      <a:pos x="3" y="232"/>
                    </a:cxn>
                    <a:cxn ang="0">
                      <a:pos x="2" y="184"/>
                    </a:cxn>
                    <a:cxn ang="0">
                      <a:pos x="3" y="102"/>
                    </a:cxn>
                    <a:cxn ang="0">
                      <a:pos x="6" y="0"/>
                    </a:cxn>
                    <a:cxn ang="0">
                      <a:pos x="4" y="0"/>
                    </a:cxn>
                    <a:cxn ang="0">
                      <a:pos x="1" y="101"/>
                    </a:cxn>
                    <a:cxn ang="0">
                      <a:pos x="3" y="101"/>
                    </a:cxn>
                    <a:cxn ang="0">
                      <a:pos x="6" y="0"/>
                    </a:cxn>
                  </a:cxnLst>
                  <a:rect l="0" t="0" r="r" b="b"/>
                  <a:pathLst>
                    <a:path w="6" h="429">
                      <a:moveTo>
                        <a:pt x="5" y="343"/>
                      </a:moveTo>
                      <a:cubicBezTo>
                        <a:pt x="3" y="343"/>
                        <a:pt x="3" y="343"/>
                        <a:pt x="3" y="343"/>
                      </a:cubicBezTo>
                      <a:cubicBezTo>
                        <a:pt x="2" y="429"/>
                        <a:pt x="2" y="429"/>
                        <a:pt x="2" y="429"/>
                      </a:cubicBezTo>
                      <a:cubicBezTo>
                        <a:pt x="4" y="429"/>
                        <a:pt x="4" y="429"/>
                        <a:pt x="4" y="429"/>
                      </a:cubicBezTo>
                      <a:cubicBezTo>
                        <a:pt x="5" y="343"/>
                        <a:pt x="5" y="343"/>
                        <a:pt x="5" y="343"/>
                      </a:cubicBezTo>
                      <a:moveTo>
                        <a:pt x="4" y="339"/>
                      </a:moveTo>
                      <a:cubicBezTo>
                        <a:pt x="4" y="339"/>
                        <a:pt x="4" y="339"/>
                        <a:pt x="4" y="339"/>
                      </a:cubicBezTo>
                      <a:moveTo>
                        <a:pt x="3" y="233"/>
                      </a:moveTo>
                      <a:cubicBezTo>
                        <a:pt x="1" y="233"/>
                        <a:pt x="1" y="233"/>
                        <a:pt x="1" y="233"/>
                      </a:cubicBezTo>
                      <a:cubicBezTo>
                        <a:pt x="1" y="240"/>
                        <a:pt x="1" y="247"/>
                        <a:pt x="1" y="254"/>
                      </a:cubicBezTo>
                      <a:cubicBezTo>
                        <a:pt x="2" y="254"/>
                        <a:pt x="2" y="254"/>
                        <a:pt x="2" y="254"/>
                      </a:cubicBezTo>
                      <a:cubicBezTo>
                        <a:pt x="2" y="255"/>
                        <a:pt x="2" y="255"/>
                        <a:pt x="2" y="255"/>
                      </a:cubicBezTo>
                      <a:cubicBezTo>
                        <a:pt x="1" y="255"/>
                        <a:pt x="1" y="255"/>
                        <a:pt x="1" y="255"/>
                      </a:cubicBezTo>
                      <a:cubicBezTo>
                        <a:pt x="2" y="306"/>
                        <a:pt x="3" y="338"/>
                        <a:pt x="3" y="339"/>
                      </a:cubicBezTo>
                      <a:cubicBezTo>
                        <a:pt x="3" y="342"/>
                        <a:pt x="3" y="342"/>
                        <a:pt x="3" y="342"/>
                      </a:cubicBezTo>
                      <a:cubicBezTo>
                        <a:pt x="5" y="342"/>
                        <a:pt x="5" y="342"/>
                        <a:pt x="5" y="342"/>
                      </a:cubicBezTo>
                      <a:cubicBezTo>
                        <a:pt x="5" y="339"/>
                        <a:pt x="5" y="339"/>
                        <a:pt x="5" y="339"/>
                      </a:cubicBezTo>
                      <a:cubicBezTo>
                        <a:pt x="5" y="339"/>
                        <a:pt x="5" y="339"/>
                        <a:pt x="5" y="339"/>
                      </a:cubicBezTo>
                      <a:cubicBezTo>
                        <a:pt x="5" y="339"/>
                        <a:pt x="5" y="335"/>
                        <a:pt x="4" y="327"/>
                      </a:cubicBezTo>
                      <a:cubicBezTo>
                        <a:pt x="4" y="310"/>
                        <a:pt x="3" y="277"/>
                        <a:pt x="3" y="233"/>
                      </a:cubicBezTo>
                      <a:moveTo>
                        <a:pt x="3" y="102"/>
                      </a:moveTo>
                      <a:cubicBezTo>
                        <a:pt x="1" y="102"/>
                        <a:pt x="1" y="102"/>
                        <a:pt x="1" y="102"/>
                      </a:cubicBezTo>
                      <a:cubicBezTo>
                        <a:pt x="1" y="130"/>
                        <a:pt x="0" y="158"/>
                        <a:pt x="0" y="184"/>
                      </a:cubicBezTo>
                      <a:cubicBezTo>
                        <a:pt x="0" y="201"/>
                        <a:pt x="0" y="217"/>
                        <a:pt x="1" y="232"/>
                      </a:cubicBezTo>
                      <a:cubicBezTo>
                        <a:pt x="3" y="232"/>
                        <a:pt x="3" y="232"/>
                        <a:pt x="3" y="232"/>
                      </a:cubicBezTo>
                      <a:cubicBezTo>
                        <a:pt x="2" y="217"/>
                        <a:pt x="2" y="201"/>
                        <a:pt x="2" y="184"/>
                      </a:cubicBezTo>
                      <a:cubicBezTo>
                        <a:pt x="2" y="158"/>
                        <a:pt x="3" y="130"/>
                        <a:pt x="3" y="102"/>
                      </a:cubicBezTo>
                      <a:moveTo>
                        <a:pt x="6" y="0"/>
                      </a:move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3" y="33"/>
                        <a:pt x="2" y="68"/>
                        <a:pt x="1" y="101"/>
                      </a:cubicBezTo>
                      <a:cubicBezTo>
                        <a:pt x="3" y="101"/>
                        <a:pt x="3" y="101"/>
                        <a:pt x="3" y="101"/>
                      </a:cubicBezTo>
                      <a:cubicBezTo>
                        <a:pt x="4" y="68"/>
                        <a:pt x="5" y="33"/>
                        <a:pt x="6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3" name="Freeform 53"/>
                <p:cNvSpPr>
                  <a:spLocks/>
                </p:cNvSpPr>
                <p:nvPr/>
              </p:nvSpPr>
              <p:spPr bwMode="auto">
                <a:xfrm>
                  <a:off x="-2022" y="3069"/>
                  <a:ext cx="5" cy="3"/>
                </a:xfrm>
                <a:custGeom>
                  <a:avLst/>
                  <a:gdLst/>
                  <a:ahLst/>
                  <a:cxnLst>
                    <a:cxn ang="0">
                      <a:pos x="5" y="0"/>
                    </a:cxn>
                    <a:cxn ang="0">
                      <a:pos x="0" y="0"/>
                    </a:cxn>
                    <a:cxn ang="0">
                      <a:pos x="0" y="3"/>
                    </a:cxn>
                    <a:cxn ang="0">
                      <a:pos x="5" y="3"/>
                    </a:cxn>
                    <a:cxn ang="0">
                      <a:pos x="5" y="0"/>
                    </a:cxn>
                    <a:cxn ang="0">
                      <a:pos x="5" y="0"/>
                    </a:cxn>
                  </a:cxnLst>
                  <a:rect l="0" t="0" r="r" b="b"/>
                  <a:pathLst>
                    <a:path w="5" h="3">
                      <a:moveTo>
                        <a:pt x="5" y="0"/>
                      </a:moveTo>
                      <a:lnTo>
                        <a:pt x="0" y="0"/>
                      </a:lnTo>
                      <a:lnTo>
                        <a:pt x="0" y="3"/>
                      </a:lnTo>
                      <a:lnTo>
                        <a:pt x="5" y="3"/>
                      </a:lnTo>
                      <a:lnTo>
                        <a:pt x="5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4" name="Freeform 54"/>
                <p:cNvSpPr>
                  <a:spLocks/>
                </p:cNvSpPr>
                <p:nvPr/>
              </p:nvSpPr>
              <p:spPr bwMode="auto">
                <a:xfrm>
                  <a:off x="-2027" y="2861"/>
                  <a:ext cx="3" cy="2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1" y="1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1" h="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0"/>
                        <a:pt x="1" y="0"/>
                        <a:pt x="1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5" name="Freeform 55"/>
                <p:cNvSpPr>
                  <a:spLocks noEditPoints="1"/>
                </p:cNvSpPr>
                <p:nvPr/>
              </p:nvSpPr>
              <p:spPr bwMode="auto">
                <a:xfrm>
                  <a:off x="-2024" y="1522"/>
                  <a:ext cx="92" cy="1832"/>
                </a:xfrm>
                <a:custGeom>
                  <a:avLst/>
                  <a:gdLst/>
                  <a:ahLst/>
                  <a:cxnLst>
                    <a:cxn ang="0">
                      <a:pos x="2" y="741"/>
                    </a:cxn>
                    <a:cxn ang="0">
                      <a:pos x="0" y="741"/>
                    </a:cxn>
                    <a:cxn ang="0">
                      <a:pos x="0" y="773"/>
                    </a:cxn>
                    <a:cxn ang="0">
                      <a:pos x="2" y="773"/>
                    </a:cxn>
                    <a:cxn ang="0">
                      <a:pos x="2" y="741"/>
                    </a:cxn>
                    <a:cxn ang="0">
                      <a:pos x="19" y="99"/>
                    </a:cxn>
                    <a:cxn ang="0">
                      <a:pos x="17" y="99"/>
                    </a:cxn>
                    <a:cxn ang="0">
                      <a:pos x="16" y="123"/>
                    </a:cxn>
                    <a:cxn ang="0">
                      <a:pos x="16" y="123"/>
                    </a:cxn>
                    <a:cxn ang="0">
                      <a:pos x="11" y="195"/>
                    </a:cxn>
                    <a:cxn ang="0">
                      <a:pos x="13" y="195"/>
                    </a:cxn>
                    <a:cxn ang="0">
                      <a:pos x="18" y="123"/>
                    </a:cxn>
                    <a:cxn ang="0">
                      <a:pos x="18" y="123"/>
                    </a:cxn>
                    <a:cxn ang="0">
                      <a:pos x="19" y="99"/>
                    </a:cxn>
                    <a:cxn ang="0">
                      <a:pos x="38" y="0"/>
                    </a:cxn>
                    <a:cxn ang="0">
                      <a:pos x="37" y="0"/>
                    </a:cxn>
                    <a:cxn ang="0">
                      <a:pos x="17" y="98"/>
                    </a:cxn>
                    <a:cxn ang="0">
                      <a:pos x="19" y="98"/>
                    </a:cxn>
                    <a:cxn ang="0">
                      <a:pos x="29" y="32"/>
                    </a:cxn>
                    <a:cxn ang="0">
                      <a:pos x="36" y="9"/>
                    </a:cxn>
                    <a:cxn ang="0">
                      <a:pos x="38" y="3"/>
                    </a:cxn>
                    <a:cxn ang="0">
                      <a:pos x="39" y="1"/>
                    </a:cxn>
                    <a:cxn ang="0">
                      <a:pos x="38" y="0"/>
                    </a:cxn>
                  </a:cxnLst>
                  <a:rect l="0" t="0" r="r" b="b"/>
                  <a:pathLst>
                    <a:path w="39" h="773">
                      <a:moveTo>
                        <a:pt x="2" y="741"/>
                      </a:moveTo>
                      <a:cubicBezTo>
                        <a:pt x="0" y="741"/>
                        <a:pt x="0" y="741"/>
                        <a:pt x="0" y="741"/>
                      </a:cubicBezTo>
                      <a:cubicBezTo>
                        <a:pt x="0" y="773"/>
                        <a:pt x="0" y="773"/>
                        <a:pt x="0" y="773"/>
                      </a:cubicBezTo>
                      <a:cubicBezTo>
                        <a:pt x="2" y="773"/>
                        <a:pt x="2" y="773"/>
                        <a:pt x="2" y="773"/>
                      </a:cubicBezTo>
                      <a:cubicBezTo>
                        <a:pt x="2" y="741"/>
                        <a:pt x="2" y="741"/>
                        <a:pt x="2" y="741"/>
                      </a:cubicBezTo>
                      <a:moveTo>
                        <a:pt x="19" y="99"/>
                      </a:moveTo>
                      <a:cubicBezTo>
                        <a:pt x="17" y="99"/>
                        <a:pt x="17" y="99"/>
                        <a:pt x="17" y="99"/>
                      </a:cubicBezTo>
                      <a:cubicBezTo>
                        <a:pt x="17" y="107"/>
                        <a:pt x="16" y="114"/>
                        <a:pt x="16" y="123"/>
                      </a:cubicBezTo>
                      <a:cubicBezTo>
                        <a:pt x="16" y="123"/>
                        <a:pt x="16" y="123"/>
                        <a:pt x="16" y="123"/>
                      </a:cubicBezTo>
                      <a:cubicBezTo>
                        <a:pt x="11" y="195"/>
                        <a:pt x="11" y="195"/>
                        <a:pt x="11" y="195"/>
                      </a:cubicBezTo>
                      <a:cubicBezTo>
                        <a:pt x="13" y="195"/>
                        <a:pt x="13" y="195"/>
                        <a:pt x="13" y="195"/>
                      </a:cubicBezTo>
                      <a:cubicBezTo>
                        <a:pt x="18" y="123"/>
                        <a:pt x="18" y="123"/>
                        <a:pt x="18" y="123"/>
                      </a:cubicBezTo>
                      <a:cubicBezTo>
                        <a:pt x="18" y="123"/>
                        <a:pt x="18" y="123"/>
                        <a:pt x="18" y="123"/>
                      </a:cubicBezTo>
                      <a:cubicBezTo>
                        <a:pt x="18" y="115"/>
                        <a:pt x="19" y="107"/>
                        <a:pt x="19" y="99"/>
                      </a:cubicBezTo>
                      <a:moveTo>
                        <a:pt x="38" y="0"/>
                      </a:moveTo>
                      <a:cubicBezTo>
                        <a:pt x="37" y="0"/>
                        <a:pt x="37" y="0"/>
                        <a:pt x="37" y="0"/>
                      </a:cubicBezTo>
                      <a:cubicBezTo>
                        <a:pt x="36" y="3"/>
                        <a:pt x="21" y="37"/>
                        <a:pt x="17" y="98"/>
                      </a:cubicBezTo>
                      <a:cubicBezTo>
                        <a:pt x="19" y="98"/>
                        <a:pt x="19" y="98"/>
                        <a:pt x="19" y="98"/>
                      </a:cubicBezTo>
                      <a:cubicBezTo>
                        <a:pt x="21" y="70"/>
                        <a:pt x="25" y="48"/>
                        <a:pt x="29" y="32"/>
                      </a:cubicBezTo>
                      <a:cubicBezTo>
                        <a:pt x="32" y="22"/>
                        <a:pt x="34" y="14"/>
                        <a:pt x="36" y="9"/>
                      </a:cubicBezTo>
                      <a:cubicBezTo>
                        <a:pt x="37" y="6"/>
                        <a:pt x="38" y="4"/>
                        <a:pt x="38" y="3"/>
                      </a:cubicBezTo>
                      <a:cubicBezTo>
                        <a:pt x="39" y="1"/>
                        <a:pt x="39" y="1"/>
                        <a:pt x="39" y="1"/>
                      </a:cubicBezTo>
                      <a:cubicBezTo>
                        <a:pt x="38" y="0"/>
                        <a:pt x="38" y="0"/>
                        <a:pt x="38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6" name="Freeform 56"/>
                <p:cNvSpPr>
                  <a:spLocks/>
                </p:cNvSpPr>
                <p:nvPr/>
              </p:nvSpPr>
              <p:spPr bwMode="auto">
                <a:xfrm>
                  <a:off x="-1984" y="1754"/>
                  <a:ext cx="5" cy="2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7" name="Freeform 57"/>
                <p:cNvSpPr>
                  <a:spLocks/>
                </p:cNvSpPr>
                <p:nvPr/>
              </p:nvSpPr>
              <p:spPr bwMode="auto">
                <a:xfrm>
                  <a:off x="-2027" y="2809"/>
                  <a:ext cx="5" cy="2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8" name="Freeform 58"/>
                <p:cNvSpPr>
                  <a:spLocks/>
                </p:cNvSpPr>
                <p:nvPr/>
              </p:nvSpPr>
              <p:spPr bwMode="auto">
                <a:xfrm>
                  <a:off x="-2024" y="3276"/>
                  <a:ext cx="4" cy="2"/>
                </a:xfrm>
                <a:custGeom>
                  <a:avLst/>
                  <a:gdLst/>
                  <a:ahLst/>
                  <a:cxnLst>
                    <a:cxn ang="0">
                      <a:pos x="4" y="0"/>
                    </a:cxn>
                    <a:cxn ang="0">
                      <a:pos x="0" y="0"/>
                    </a:cxn>
                    <a:cxn ang="0">
                      <a:pos x="0" y="2"/>
                    </a:cxn>
                    <a:cxn ang="0">
                      <a:pos x="4" y="2"/>
                    </a:cxn>
                    <a:cxn ang="0">
                      <a:pos x="4" y="0"/>
                    </a:cxn>
                    <a:cxn ang="0">
                      <a:pos x="4" y="0"/>
                    </a:cxn>
                  </a:cxnLst>
                  <a:rect l="0" t="0" r="r" b="b"/>
                  <a:pathLst>
                    <a:path w="4" h="2">
                      <a:moveTo>
                        <a:pt x="4" y="0"/>
                      </a:moveTo>
                      <a:lnTo>
                        <a:pt x="0" y="0"/>
                      </a:lnTo>
                      <a:lnTo>
                        <a:pt x="0" y="2"/>
                      </a:lnTo>
                      <a:lnTo>
                        <a:pt x="4" y="2"/>
                      </a:lnTo>
                      <a:lnTo>
                        <a:pt x="4" y="0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9" name="Freeform 59"/>
                <p:cNvSpPr>
                  <a:spLocks/>
                </p:cNvSpPr>
                <p:nvPr/>
              </p:nvSpPr>
              <p:spPr bwMode="auto">
                <a:xfrm>
                  <a:off x="-2027" y="3356"/>
                  <a:ext cx="7" cy="36"/>
                </a:xfrm>
                <a:custGeom>
                  <a:avLst/>
                  <a:gdLst/>
                  <a:ahLst/>
                  <a:cxnLst>
                    <a:cxn ang="0">
                      <a:pos x="7" y="0"/>
                    </a:cxn>
                    <a:cxn ang="0">
                      <a:pos x="3" y="0"/>
                    </a:cxn>
                    <a:cxn ang="0">
                      <a:pos x="0" y="36"/>
                    </a:cxn>
                    <a:cxn ang="0">
                      <a:pos x="5" y="36"/>
                    </a:cxn>
                    <a:cxn ang="0">
                      <a:pos x="7" y="0"/>
                    </a:cxn>
                    <a:cxn ang="0">
                      <a:pos x="7" y="0"/>
                    </a:cxn>
                  </a:cxnLst>
                  <a:rect l="0" t="0" r="r" b="b"/>
                  <a:pathLst>
                    <a:path w="7" h="36">
                      <a:moveTo>
                        <a:pt x="7" y="0"/>
                      </a:moveTo>
                      <a:lnTo>
                        <a:pt x="3" y="0"/>
                      </a:lnTo>
                      <a:lnTo>
                        <a:pt x="0" y="36"/>
                      </a:lnTo>
                      <a:lnTo>
                        <a:pt x="5" y="36"/>
                      </a:lnTo>
                      <a:lnTo>
                        <a:pt x="7" y="0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90" name="Freeform 60"/>
                <p:cNvSpPr>
                  <a:spLocks/>
                </p:cNvSpPr>
                <p:nvPr/>
              </p:nvSpPr>
              <p:spPr bwMode="auto">
                <a:xfrm>
                  <a:off x="-2024" y="3354"/>
                  <a:ext cx="4" cy="2"/>
                </a:xfrm>
                <a:custGeom>
                  <a:avLst/>
                  <a:gdLst/>
                  <a:ahLst/>
                  <a:cxnLst>
                    <a:cxn ang="0">
                      <a:pos x="4" y="0"/>
                    </a:cxn>
                    <a:cxn ang="0">
                      <a:pos x="0" y="0"/>
                    </a:cxn>
                    <a:cxn ang="0">
                      <a:pos x="0" y="2"/>
                    </a:cxn>
                    <a:cxn ang="0">
                      <a:pos x="4" y="2"/>
                    </a:cxn>
                    <a:cxn ang="0">
                      <a:pos x="4" y="0"/>
                    </a:cxn>
                    <a:cxn ang="0">
                      <a:pos x="4" y="0"/>
                    </a:cxn>
                  </a:cxnLst>
                  <a:rect l="0" t="0" r="r" b="b"/>
                  <a:pathLst>
                    <a:path w="4" h="2">
                      <a:moveTo>
                        <a:pt x="4" y="0"/>
                      </a:moveTo>
                      <a:lnTo>
                        <a:pt x="0" y="0"/>
                      </a:lnTo>
                      <a:lnTo>
                        <a:pt x="0" y="2"/>
                      </a:lnTo>
                      <a:lnTo>
                        <a:pt x="4" y="2"/>
                      </a:lnTo>
                      <a:lnTo>
                        <a:pt x="4" y="0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91" name="Freeform 61"/>
                <p:cNvSpPr>
                  <a:spLocks/>
                </p:cNvSpPr>
                <p:nvPr/>
              </p:nvSpPr>
              <p:spPr bwMode="auto">
                <a:xfrm>
                  <a:off x="-2027" y="2498"/>
                  <a:ext cx="5" cy="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92" name="Freeform 62"/>
                <p:cNvSpPr>
                  <a:spLocks/>
                </p:cNvSpPr>
                <p:nvPr/>
              </p:nvSpPr>
              <p:spPr bwMode="auto">
                <a:xfrm>
                  <a:off x="-2020" y="2256"/>
                  <a:ext cx="5" cy="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93" name="Freeform 63"/>
                <p:cNvSpPr>
                  <a:spLocks/>
                </p:cNvSpPr>
                <p:nvPr/>
              </p:nvSpPr>
              <p:spPr bwMode="auto">
                <a:xfrm>
                  <a:off x="-1840" y="1986"/>
                  <a:ext cx="12" cy="270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4"/>
                    </a:cxn>
                    <a:cxn ang="0">
                      <a:pos x="3" y="114"/>
                    </a:cxn>
                    <a:cxn ang="0">
                      <a:pos x="5" y="114"/>
                    </a:cxn>
                    <a:cxn ang="0">
                      <a:pos x="5" y="101"/>
                    </a:cxn>
                    <a:cxn ang="0">
                      <a:pos x="4" y="101"/>
                    </a:cxn>
                    <a:cxn ang="0">
                      <a:pos x="4" y="100"/>
                    </a:cxn>
                    <a:cxn ang="0">
                      <a:pos x="5" y="100"/>
                    </a:cxn>
                    <a:cxn ang="0">
                      <a:pos x="2" y="4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5" h="114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3"/>
                        <a:pt x="0" y="4"/>
                      </a:cubicBezTo>
                      <a:cubicBezTo>
                        <a:pt x="2" y="25"/>
                        <a:pt x="2" y="67"/>
                        <a:pt x="3" y="114"/>
                      </a:cubicBezTo>
                      <a:cubicBezTo>
                        <a:pt x="5" y="114"/>
                        <a:pt x="5" y="114"/>
                        <a:pt x="5" y="114"/>
                      </a:cubicBezTo>
                      <a:cubicBezTo>
                        <a:pt x="5" y="109"/>
                        <a:pt x="5" y="105"/>
                        <a:pt x="5" y="101"/>
                      </a:cubicBezTo>
                      <a:cubicBezTo>
                        <a:pt x="4" y="101"/>
                        <a:pt x="4" y="101"/>
                        <a:pt x="4" y="101"/>
                      </a:cubicBezTo>
                      <a:cubicBezTo>
                        <a:pt x="4" y="100"/>
                        <a:pt x="4" y="100"/>
                        <a:pt x="4" y="100"/>
                      </a:cubicBezTo>
                      <a:cubicBezTo>
                        <a:pt x="5" y="100"/>
                        <a:pt x="5" y="100"/>
                        <a:pt x="5" y="100"/>
                      </a:cubicBezTo>
                      <a:cubicBezTo>
                        <a:pt x="4" y="59"/>
                        <a:pt x="4" y="23"/>
                        <a:pt x="2" y="4"/>
                      </a:cubicBezTo>
                      <a:cubicBezTo>
                        <a:pt x="2" y="3"/>
                        <a:pt x="2" y="1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94" name="Freeform 64"/>
                <p:cNvSpPr>
                  <a:spLocks/>
                </p:cNvSpPr>
                <p:nvPr/>
              </p:nvSpPr>
              <p:spPr bwMode="auto">
                <a:xfrm>
                  <a:off x="-1830" y="2223"/>
                  <a:ext cx="2" cy="3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1" y="1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1" h="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0"/>
                        <a:pt x="1" y="0"/>
                        <a:pt x="1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95" name="Freeform 65"/>
                <p:cNvSpPr>
                  <a:spLocks noEditPoints="1"/>
                </p:cNvSpPr>
                <p:nvPr/>
              </p:nvSpPr>
              <p:spPr bwMode="auto">
                <a:xfrm>
                  <a:off x="-1911" y="2259"/>
                  <a:ext cx="83" cy="1017"/>
                </a:xfrm>
                <a:custGeom>
                  <a:avLst/>
                  <a:gdLst/>
                  <a:ahLst/>
                  <a:cxnLst>
                    <a:cxn ang="0">
                      <a:pos x="15" y="343"/>
                    </a:cxn>
                    <a:cxn ang="0">
                      <a:pos x="13" y="343"/>
                    </a:cxn>
                    <a:cxn ang="0">
                      <a:pos x="0" y="429"/>
                    </a:cxn>
                    <a:cxn ang="0">
                      <a:pos x="2" y="429"/>
                    </a:cxn>
                    <a:cxn ang="0">
                      <a:pos x="15" y="343"/>
                    </a:cxn>
                    <a:cxn ang="0">
                      <a:pos x="31" y="233"/>
                    </a:cxn>
                    <a:cxn ang="0">
                      <a:pos x="29" y="233"/>
                    </a:cxn>
                    <a:cxn ang="0">
                      <a:pos x="22" y="285"/>
                    </a:cxn>
                    <a:cxn ang="0">
                      <a:pos x="16" y="323"/>
                    </a:cxn>
                    <a:cxn ang="0">
                      <a:pos x="13" y="339"/>
                    </a:cxn>
                    <a:cxn ang="0">
                      <a:pos x="13" y="339"/>
                    </a:cxn>
                    <a:cxn ang="0">
                      <a:pos x="13" y="339"/>
                    </a:cxn>
                    <a:cxn ang="0">
                      <a:pos x="13" y="342"/>
                    </a:cxn>
                    <a:cxn ang="0">
                      <a:pos x="15" y="342"/>
                    </a:cxn>
                    <a:cxn ang="0">
                      <a:pos x="15" y="339"/>
                    </a:cxn>
                    <a:cxn ang="0">
                      <a:pos x="15" y="339"/>
                    </a:cxn>
                    <a:cxn ang="0">
                      <a:pos x="31" y="233"/>
                    </a:cxn>
                    <a:cxn ang="0">
                      <a:pos x="35" y="102"/>
                    </a:cxn>
                    <a:cxn ang="0">
                      <a:pos x="33" y="102"/>
                    </a:cxn>
                    <a:cxn ang="0">
                      <a:pos x="33" y="111"/>
                    </a:cxn>
                    <a:cxn ang="0">
                      <a:pos x="33" y="176"/>
                    </a:cxn>
                    <a:cxn ang="0">
                      <a:pos x="33" y="195"/>
                    </a:cxn>
                    <a:cxn ang="0">
                      <a:pos x="33" y="202"/>
                    </a:cxn>
                    <a:cxn ang="0">
                      <a:pos x="29" y="232"/>
                    </a:cxn>
                    <a:cxn ang="0">
                      <a:pos x="31" y="232"/>
                    </a:cxn>
                    <a:cxn ang="0">
                      <a:pos x="35" y="202"/>
                    </a:cxn>
                    <a:cxn ang="0">
                      <a:pos x="35" y="202"/>
                    </a:cxn>
                    <a:cxn ang="0">
                      <a:pos x="35" y="202"/>
                    </a:cxn>
                    <a:cxn ang="0">
                      <a:pos x="35" y="111"/>
                    </a:cxn>
                    <a:cxn ang="0">
                      <a:pos x="35" y="102"/>
                    </a:cxn>
                    <a:cxn ang="0">
                      <a:pos x="35" y="0"/>
                    </a:cxn>
                    <a:cxn ang="0">
                      <a:pos x="33" y="0"/>
                    </a:cxn>
                    <a:cxn ang="0">
                      <a:pos x="33" y="101"/>
                    </a:cxn>
                    <a:cxn ang="0">
                      <a:pos x="35" y="101"/>
                    </a:cxn>
                    <a:cxn ang="0">
                      <a:pos x="35" y="0"/>
                    </a:cxn>
                  </a:cxnLst>
                  <a:rect l="0" t="0" r="r" b="b"/>
                  <a:pathLst>
                    <a:path w="35" h="429">
                      <a:moveTo>
                        <a:pt x="15" y="343"/>
                      </a:moveTo>
                      <a:cubicBezTo>
                        <a:pt x="13" y="343"/>
                        <a:pt x="13" y="343"/>
                        <a:pt x="13" y="343"/>
                      </a:cubicBezTo>
                      <a:cubicBezTo>
                        <a:pt x="11" y="377"/>
                        <a:pt x="6" y="406"/>
                        <a:pt x="0" y="429"/>
                      </a:cubicBezTo>
                      <a:cubicBezTo>
                        <a:pt x="2" y="429"/>
                        <a:pt x="2" y="429"/>
                        <a:pt x="2" y="429"/>
                      </a:cubicBezTo>
                      <a:cubicBezTo>
                        <a:pt x="8" y="406"/>
                        <a:pt x="13" y="377"/>
                        <a:pt x="15" y="343"/>
                      </a:cubicBezTo>
                      <a:moveTo>
                        <a:pt x="31" y="233"/>
                      </a:moveTo>
                      <a:cubicBezTo>
                        <a:pt x="29" y="233"/>
                        <a:pt x="29" y="233"/>
                        <a:pt x="29" y="233"/>
                      </a:cubicBezTo>
                      <a:cubicBezTo>
                        <a:pt x="27" y="250"/>
                        <a:pt x="24" y="268"/>
                        <a:pt x="22" y="285"/>
                      </a:cubicBezTo>
                      <a:cubicBezTo>
                        <a:pt x="20" y="300"/>
                        <a:pt x="17" y="313"/>
                        <a:pt x="16" y="323"/>
                      </a:cubicBezTo>
                      <a:cubicBezTo>
                        <a:pt x="14" y="333"/>
                        <a:pt x="13" y="339"/>
                        <a:pt x="13" y="339"/>
                      </a:cubicBezTo>
                      <a:cubicBezTo>
                        <a:pt x="13" y="339"/>
                        <a:pt x="13" y="339"/>
                        <a:pt x="13" y="339"/>
                      </a:cubicBezTo>
                      <a:cubicBezTo>
                        <a:pt x="13" y="339"/>
                        <a:pt x="13" y="339"/>
                        <a:pt x="13" y="339"/>
                      </a:cubicBezTo>
                      <a:cubicBezTo>
                        <a:pt x="13" y="340"/>
                        <a:pt x="13" y="341"/>
                        <a:pt x="13" y="342"/>
                      </a:cubicBezTo>
                      <a:cubicBezTo>
                        <a:pt x="15" y="342"/>
                        <a:pt x="15" y="342"/>
                        <a:pt x="15" y="342"/>
                      </a:cubicBezTo>
                      <a:cubicBezTo>
                        <a:pt x="15" y="341"/>
                        <a:pt x="15" y="340"/>
                        <a:pt x="15" y="339"/>
                      </a:cubicBezTo>
                      <a:cubicBezTo>
                        <a:pt x="15" y="339"/>
                        <a:pt x="15" y="339"/>
                        <a:pt x="15" y="339"/>
                      </a:cubicBezTo>
                      <a:cubicBezTo>
                        <a:pt x="15" y="339"/>
                        <a:pt x="25" y="279"/>
                        <a:pt x="31" y="233"/>
                      </a:cubicBezTo>
                      <a:moveTo>
                        <a:pt x="35" y="102"/>
                      </a:moveTo>
                      <a:cubicBezTo>
                        <a:pt x="33" y="102"/>
                        <a:pt x="33" y="102"/>
                        <a:pt x="33" y="102"/>
                      </a:cubicBezTo>
                      <a:cubicBezTo>
                        <a:pt x="33" y="105"/>
                        <a:pt x="33" y="108"/>
                        <a:pt x="33" y="111"/>
                      </a:cubicBezTo>
                      <a:cubicBezTo>
                        <a:pt x="33" y="137"/>
                        <a:pt x="33" y="160"/>
                        <a:pt x="33" y="176"/>
                      </a:cubicBezTo>
                      <a:cubicBezTo>
                        <a:pt x="33" y="184"/>
                        <a:pt x="33" y="190"/>
                        <a:pt x="33" y="195"/>
                      </a:cubicBezTo>
                      <a:cubicBezTo>
                        <a:pt x="33" y="199"/>
                        <a:pt x="33" y="201"/>
                        <a:pt x="33" y="202"/>
                      </a:cubicBezTo>
                      <a:cubicBezTo>
                        <a:pt x="32" y="210"/>
                        <a:pt x="31" y="220"/>
                        <a:pt x="29" y="232"/>
                      </a:cubicBezTo>
                      <a:cubicBezTo>
                        <a:pt x="31" y="232"/>
                        <a:pt x="31" y="232"/>
                        <a:pt x="31" y="232"/>
                      </a:cubicBezTo>
                      <a:cubicBezTo>
                        <a:pt x="33" y="220"/>
                        <a:pt x="34" y="210"/>
                        <a:pt x="35" y="202"/>
                      </a:cubicBezTo>
                      <a:cubicBezTo>
                        <a:pt x="35" y="202"/>
                        <a:pt x="35" y="202"/>
                        <a:pt x="35" y="202"/>
                      </a:cubicBezTo>
                      <a:cubicBezTo>
                        <a:pt x="35" y="202"/>
                        <a:pt x="35" y="202"/>
                        <a:pt x="35" y="202"/>
                      </a:cubicBezTo>
                      <a:cubicBezTo>
                        <a:pt x="35" y="202"/>
                        <a:pt x="35" y="163"/>
                        <a:pt x="35" y="111"/>
                      </a:cubicBezTo>
                      <a:cubicBezTo>
                        <a:pt x="35" y="108"/>
                        <a:pt x="35" y="105"/>
                        <a:pt x="35" y="102"/>
                      </a:cubicBezTo>
                      <a:moveTo>
                        <a:pt x="35" y="0"/>
                      </a:moveTo>
                      <a:cubicBezTo>
                        <a:pt x="33" y="0"/>
                        <a:pt x="33" y="0"/>
                        <a:pt x="33" y="0"/>
                      </a:cubicBezTo>
                      <a:cubicBezTo>
                        <a:pt x="33" y="33"/>
                        <a:pt x="33" y="69"/>
                        <a:pt x="33" y="101"/>
                      </a:cubicBezTo>
                      <a:cubicBezTo>
                        <a:pt x="35" y="101"/>
                        <a:pt x="35" y="101"/>
                        <a:pt x="35" y="101"/>
                      </a:cubicBezTo>
                      <a:cubicBezTo>
                        <a:pt x="35" y="69"/>
                        <a:pt x="35" y="33"/>
                        <a:pt x="35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96" name="Freeform 66"/>
                <p:cNvSpPr>
                  <a:spLocks/>
                </p:cNvSpPr>
                <p:nvPr/>
              </p:nvSpPr>
              <p:spPr bwMode="auto">
                <a:xfrm>
                  <a:off x="-1880" y="3069"/>
                  <a:ext cx="5" cy="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97" name="Freeform 67"/>
                <p:cNvSpPr>
                  <a:spLocks noEditPoints="1"/>
                </p:cNvSpPr>
                <p:nvPr/>
              </p:nvSpPr>
              <p:spPr bwMode="auto">
                <a:xfrm>
                  <a:off x="-1935" y="1522"/>
                  <a:ext cx="100" cy="1832"/>
                </a:xfrm>
                <a:custGeom>
                  <a:avLst/>
                  <a:gdLst/>
                  <a:ahLst/>
                  <a:cxnLst>
                    <a:cxn ang="0">
                      <a:pos x="12" y="741"/>
                    </a:cxn>
                    <a:cxn ang="0">
                      <a:pos x="10" y="741"/>
                    </a:cxn>
                    <a:cxn ang="0">
                      <a:pos x="8" y="750"/>
                    </a:cxn>
                    <a:cxn ang="0">
                      <a:pos x="0" y="773"/>
                    </a:cxn>
                    <a:cxn ang="0">
                      <a:pos x="3" y="773"/>
                    </a:cxn>
                    <a:cxn ang="0">
                      <a:pos x="12" y="741"/>
                    </a:cxn>
                    <a:cxn ang="0">
                      <a:pos x="34" y="99"/>
                    </a:cxn>
                    <a:cxn ang="0">
                      <a:pos x="32" y="99"/>
                    </a:cxn>
                    <a:cxn ang="0">
                      <a:pos x="33" y="106"/>
                    </a:cxn>
                    <a:cxn ang="0">
                      <a:pos x="40" y="195"/>
                    </a:cxn>
                    <a:cxn ang="0">
                      <a:pos x="42" y="195"/>
                    </a:cxn>
                    <a:cxn ang="0">
                      <a:pos x="34" y="99"/>
                    </a:cxn>
                    <a:cxn ang="0">
                      <a:pos x="30" y="68"/>
                    </a:cxn>
                    <a:cxn ang="0">
                      <a:pos x="28" y="68"/>
                    </a:cxn>
                    <a:cxn ang="0">
                      <a:pos x="32" y="98"/>
                    </a:cxn>
                    <a:cxn ang="0">
                      <a:pos x="34" y="98"/>
                    </a:cxn>
                    <a:cxn ang="0">
                      <a:pos x="30" y="68"/>
                    </a:cxn>
                    <a:cxn ang="0">
                      <a:pos x="15" y="0"/>
                    </a:cxn>
                    <a:cxn ang="0">
                      <a:pos x="15" y="0"/>
                    </a:cxn>
                    <a:cxn ang="0">
                      <a:pos x="13" y="1"/>
                    </a:cxn>
                    <a:cxn ang="0">
                      <a:pos x="14" y="2"/>
                    </a:cxn>
                    <a:cxn ang="0">
                      <a:pos x="28" y="67"/>
                    </a:cxn>
                    <a:cxn ang="0">
                      <a:pos x="30" y="67"/>
                    </a:cxn>
                    <a:cxn ang="0">
                      <a:pos x="15" y="0"/>
                    </a:cxn>
                  </a:cxnLst>
                  <a:rect l="0" t="0" r="r" b="b"/>
                  <a:pathLst>
                    <a:path w="42" h="773">
                      <a:moveTo>
                        <a:pt x="12" y="741"/>
                      </a:moveTo>
                      <a:cubicBezTo>
                        <a:pt x="10" y="741"/>
                        <a:pt x="10" y="741"/>
                        <a:pt x="10" y="741"/>
                      </a:cubicBezTo>
                      <a:cubicBezTo>
                        <a:pt x="9" y="744"/>
                        <a:pt x="8" y="747"/>
                        <a:pt x="8" y="750"/>
                      </a:cubicBezTo>
                      <a:cubicBezTo>
                        <a:pt x="5" y="759"/>
                        <a:pt x="3" y="767"/>
                        <a:pt x="0" y="773"/>
                      </a:cubicBezTo>
                      <a:cubicBezTo>
                        <a:pt x="3" y="773"/>
                        <a:pt x="3" y="773"/>
                        <a:pt x="3" y="773"/>
                      </a:cubicBezTo>
                      <a:cubicBezTo>
                        <a:pt x="5" y="765"/>
                        <a:pt x="9" y="754"/>
                        <a:pt x="12" y="741"/>
                      </a:cubicBezTo>
                      <a:moveTo>
                        <a:pt x="34" y="99"/>
                      </a:moveTo>
                      <a:cubicBezTo>
                        <a:pt x="32" y="99"/>
                        <a:pt x="32" y="99"/>
                        <a:pt x="32" y="99"/>
                      </a:cubicBezTo>
                      <a:cubicBezTo>
                        <a:pt x="32" y="100"/>
                        <a:pt x="33" y="102"/>
                        <a:pt x="33" y="106"/>
                      </a:cubicBezTo>
                      <a:cubicBezTo>
                        <a:pt x="34" y="120"/>
                        <a:pt x="37" y="152"/>
                        <a:pt x="40" y="195"/>
                      </a:cubicBezTo>
                      <a:cubicBezTo>
                        <a:pt x="42" y="195"/>
                        <a:pt x="42" y="195"/>
                        <a:pt x="42" y="195"/>
                      </a:cubicBezTo>
                      <a:cubicBezTo>
                        <a:pt x="39" y="142"/>
                        <a:pt x="35" y="105"/>
                        <a:pt x="34" y="99"/>
                      </a:cubicBezTo>
                      <a:moveTo>
                        <a:pt x="30" y="68"/>
                      </a:moveTo>
                      <a:cubicBezTo>
                        <a:pt x="28" y="68"/>
                        <a:pt x="28" y="68"/>
                        <a:pt x="28" y="68"/>
                      </a:cubicBezTo>
                      <a:cubicBezTo>
                        <a:pt x="30" y="77"/>
                        <a:pt x="31" y="87"/>
                        <a:pt x="32" y="98"/>
                      </a:cubicBezTo>
                      <a:cubicBezTo>
                        <a:pt x="34" y="98"/>
                        <a:pt x="34" y="98"/>
                        <a:pt x="34" y="98"/>
                      </a:cubicBezTo>
                      <a:cubicBezTo>
                        <a:pt x="33" y="87"/>
                        <a:pt x="32" y="77"/>
                        <a:pt x="30" y="68"/>
                      </a:cubicBezTo>
                      <a:moveTo>
                        <a:pt x="15" y="0"/>
                      </a:moveTo>
                      <a:cubicBezTo>
                        <a:pt x="15" y="0"/>
                        <a:pt x="15" y="0"/>
                        <a:pt x="15" y="0"/>
                      </a:cubicBezTo>
                      <a:cubicBezTo>
                        <a:pt x="13" y="1"/>
                        <a:pt x="13" y="1"/>
                        <a:pt x="13" y="1"/>
                      </a:cubicBezTo>
                      <a:cubicBezTo>
                        <a:pt x="13" y="1"/>
                        <a:pt x="13" y="1"/>
                        <a:pt x="14" y="2"/>
                      </a:cubicBezTo>
                      <a:cubicBezTo>
                        <a:pt x="16" y="8"/>
                        <a:pt x="23" y="31"/>
                        <a:pt x="28" y="67"/>
                      </a:cubicBezTo>
                      <a:cubicBezTo>
                        <a:pt x="30" y="67"/>
                        <a:pt x="30" y="67"/>
                        <a:pt x="30" y="67"/>
                      </a:cubicBezTo>
                      <a:cubicBezTo>
                        <a:pt x="24" y="26"/>
                        <a:pt x="16" y="3"/>
                        <a:pt x="15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98" name="Freeform 68"/>
                <p:cNvSpPr>
                  <a:spLocks/>
                </p:cNvSpPr>
                <p:nvPr/>
              </p:nvSpPr>
              <p:spPr bwMode="auto">
                <a:xfrm>
                  <a:off x="-1859" y="1754"/>
                  <a:ext cx="5" cy="2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2" y="0"/>
                    </a:cxn>
                    <a:cxn ang="0">
                      <a:pos x="1" y="0"/>
                    </a:cxn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99" name="Freeform 69"/>
                <p:cNvSpPr>
                  <a:spLocks/>
                </p:cNvSpPr>
                <p:nvPr/>
              </p:nvSpPr>
              <p:spPr bwMode="auto">
                <a:xfrm>
                  <a:off x="-1868" y="1681"/>
                  <a:ext cx="4" cy="2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00" name="Freeform 70"/>
                <p:cNvSpPr>
                  <a:spLocks/>
                </p:cNvSpPr>
                <p:nvPr/>
              </p:nvSpPr>
              <p:spPr bwMode="auto">
                <a:xfrm>
                  <a:off x="-1842" y="2809"/>
                  <a:ext cx="5" cy="2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01" name="Freeform 71"/>
                <p:cNvSpPr>
                  <a:spLocks/>
                </p:cNvSpPr>
                <p:nvPr/>
              </p:nvSpPr>
              <p:spPr bwMode="auto">
                <a:xfrm>
                  <a:off x="-1911" y="3276"/>
                  <a:ext cx="5" cy="2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02" name="Freeform 72"/>
                <p:cNvSpPr>
                  <a:spLocks/>
                </p:cNvSpPr>
                <p:nvPr/>
              </p:nvSpPr>
              <p:spPr bwMode="auto">
                <a:xfrm>
                  <a:off x="-1946" y="3354"/>
                  <a:ext cx="16" cy="38"/>
                </a:xfrm>
                <a:custGeom>
                  <a:avLst/>
                  <a:gdLst/>
                  <a:ahLst/>
                  <a:cxnLst>
                    <a:cxn ang="0">
                      <a:pos x="5" y="0"/>
                    </a:cxn>
                    <a:cxn ang="0">
                      <a:pos x="4" y="5"/>
                    </a:cxn>
                    <a:cxn ang="0">
                      <a:pos x="1" y="12"/>
                    </a:cxn>
                    <a:cxn ang="0">
                      <a:pos x="0" y="15"/>
                    </a:cxn>
                    <a:cxn ang="0">
                      <a:pos x="2" y="16"/>
                    </a:cxn>
                    <a:cxn ang="0">
                      <a:pos x="7" y="1"/>
                    </a:cxn>
                    <a:cxn ang="0">
                      <a:pos x="5" y="1"/>
                    </a:cxn>
                    <a:cxn ang="0">
                      <a:pos x="5" y="0"/>
                    </a:cxn>
                  </a:cxnLst>
                  <a:rect l="0" t="0" r="r" b="b"/>
                  <a:pathLst>
                    <a:path w="7" h="16">
                      <a:moveTo>
                        <a:pt x="5" y="0"/>
                      </a:moveTo>
                      <a:cubicBezTo>
                        <a:pt x="5" y="2"/>
                        <a:pt x="4" y="4"/>
                        <a:pt x="4" y="5"/>
                      </a:cubicBezTo>
                      <a:cubicBezTo>
                        <a:pt x="3" y="8"/>
                        <a:pt x="2" y="11"/>
                        <a:pt x="1" y="12"/>
                      </a:cubicBezTo>
                      <a:cubicBezTo>
                        <a:pt x="0" y="14"/>
                        <a:pt x="0" y="15"/>
                        <a:pt x="0" y="15"/>
                      </a:cubicBezTo>
                      <a:cubicBezTo>
                        <a:pt x="2" y="16"/>
                        <a:pt x="2" y="16"/>
                        <a:pt x="2" y="16"/>
                      </a:cubicBezTo>
                      <a:cubicBezTo>
                        <a:pt x="2" y="16"/>
                        <a:pt x="4" y="11"/>
                        <a:pt x="7" y="1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5" y="0"/>
                        <a:pt x="5" y="0"/>
                        <a:pt x="5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03" name="Freeform 73"/>
                <p:cNvSpPr>
                  <a:spLocks/>
                </p:cNvSpPr>
                <p:nvPr/>
              </p:nvSpPr>
              <p:spPr bwMode="auto">
                <a:xfrm>
                  <a:off x="-1935" y="3354"/>
                  <a:ext cx="8" cy="2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 h="1">
                      <a:moveTo>
                        <a:pt x="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3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04" name="Freeform 74"/>
                <p:cNvSpPr>
                  <a:spLocks/>
                </p:cNvSpPr>
                <p:nvPr/>
              </p:nvSpPr>
              <p:spPr bwMode="auto">
                <a:xfrm>
                  <a:off x="-1833" y="2498"/>
                  <a:ext cx="5" cy="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05" name="Freeform 75"/>
                <p:cNvSpPr>
                  <a:spLocks/>
                </p:cNvSpPr>
                <p:nvPr/>
              </p:nvSpPr>
              <p:spPr bwMode="auto">
                <a:xfrm>
                  <a:off x="-1833" y="2256"/>
                  <a:ext cx="5" cy="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06" name="Freeform 76"/>
                <p:cNvSpPr>
                  <a:spLocks noEditPoints="1"/>
                </p:cNvSpPr>
                <p:nvPr/>
              </p:nvSpPr>
              <p:spPr bwMode="auto">
                <a:xfrm>
                  <a:off x="-1665" y="1683"/>
                  <a:ext cx="237" cy="865"/>
                </a:xfrm>
                <a:custGeom>
                  <a:avLst/>
                  <a:gdLst/>
                  <a:ahLst/>
                  <a:cxnLst>
                    <a:cxn ang="0">
                      <a:pos x="100" y="345"/>
                    </a:cxn>
                    <a:cxn ang="0">
                      <a:pos x="99" y="345"/>
                    </a:cxn>
                    <a:cxn ang="0">
                      <a:pos x="99" y="365"/>
                    </a:cxn>
                    <a:cxn ang="0">
                      <a:pos x="99" y="365"/>
                    </a:cxn>
                    <a:cxn ang="0">
                      <a:pos x="100" y="365"/>
                    </a:cxn>
                    <a:cxn ang="0">
                      <a:pos x="100" y="365"/>
                    </a:cxn>
                    <a:cxn ang="0">
                      <a:pos x="100" y="345"/>
                    </a:cxn>
                    <a:cxn ang="0">
                      <a:pos x="88" y="243"/>
                    </a:cxn>
                    <a:cxn ang="0">
                      <a:pos x="87" y="243"/>
                    </a:cxn>
                    <a:cxn ang="0">
                      <a:pos x="99" y="344"/>
                    </a:cxn>
                    <a:cxn ang="0">
                      <a:pos x="100" y="344"/>
                    </a:cxn>
                    <a:cxn ang="0">
                      <a:pos x="88" y="243"/>
                    </a:cxn>
                    <a:cxn ang="0">
                      <a:pos x="66" y="128"/>
                    </a:cxn>
                    <a:cxn ang="0">
                      <a:pos x="65" y="128"/>
                    </a:cxn>
                    <a:cxn ang="0">
                      <a:pos x="66" y="131"/>
                    </a:cxn>
                    <a:cxn ang="0">
                      <a:pos x="66" y="131"/>
                    </a:cxn>
                    <a:cxn ang="0">
                      <a:pos x="68" y="138"/>
                    </a:cxn>
                    <a:cxn ang="0">
                      <a:pos x="87" y="242"/>
                    </a:cxn>
                    <a:cxn ang="0">
                      <a:pos x="88" y="242"/>
                    </a:cxn>
                    <a:cxn ang="0">
                      <a:pos x="67" y="131"/>
                    </a:cxn>
                    <a:cxn ang="0">
                      <a:pos x="67" y="131"/>
                    </a:cxn>
                    <a:cxn ang="0">
                      <a:pos x="67" y="131"/>
                    </a:cxn>
                    <a:cxn ang="0">
                      <a:pos x="66" y="128"/>
                    </a:cxn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21" y="30"/>
                    </a:cxn>
                    <a:cxn ang="0">
                      <a:pos x="22" y="30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100" h="365">
                      <a:moveTo>
                        <a:pt x="100" y="345"/>
                      </a:moveTo>
                      <a:cubicBezTo>
                        <a:pt x="99" y="345"/>
                        <a:pt x="99" y="345"/>
                        <a:pt x="99" y="345"/>
                      </a:cubicBezTo>
                      <a:cubicBezTo>
                        <a:pt x="99" y="352"/>
                        <a:pt x="99" y="358"/>
                        <a:pt x="99" y="365"/>
                      </a:cubicBezTo>
                      <a:cubicBezTo>
                        <a:pt x="99" y="365"/>
                        <a:pt x="99" y="365"/>
                        <a:pt x="99" y="365"/>
                      </a:cubicBezTo>
                      <a:cubicBezTo>
                        <a:pt x="100" y="365"/>
                        <a:pt x="100" y="365"/>
                        <a:pt x="100" y="365"/>
                      </a:cubicBezTo>
                      <a:cubicBezTo>
                        <a:pt x="100" y="365"/>
                        <a:pt x="100" y="365"/>
                        <a:pt x="100" y="365"/>
                      </a:cubicBezTo>
                      <a:cubicBezTo>
                        <a:pt x="100" y="358"/>
                        <a:pt x="100" y="352"/>
                        <a:pt x="100" y="345"/>
                      </a:cubicBezTo>
                      <a:moveTo>
                        <a:pt x="88" y="243"/>
                      </a:moveTo>
                      <a:cubicBezTo>
                        <a:pt x="87" y="243"/>
                        <a:pt x="87" y="243"/>
                        <a:pt x="87" y="243"/>
                      </a:cubicBezTo>
                      <a:cubicBezTo>
                        <a:pt x="92" y="277"/>
                        <a:pt x="97" y="314"/>
                        <a:pt x="99" y="344"/>
                      </a:cubicBezTo>
                      <a:cubicBezTo>
                        <a:pt x="100" y="344"/>
                        <a:pt x="100" y="344"/>
                        <a:pt x="100" y="344"/>
                      </a:cubicBezTo>
                      <a:cubicBezTo>
                        <a:pt x="98" y="314"/>
                        <a:pt x="93" y="277"/>
                        <a:pt x="88" y="243"/>
                      </a:cubicBezTo>
                      <a:moveTo>
                        <a:pt x="66" y="128"/>
                      </a:moveTo>
                      <a:cubicBezTo>
                        <a:pt x="65" y="128"/>
                        <a:pt x="65" y="128"/>
                        <a:pt x="65" y="128"/>
                      </a:cubicBezTo>
                      <a:cubicBezTo>
                        <a:pt x="66" y="129"/>
                        <a:pt x="66" y="130"/>
                        <a:pt x="66" y="131"/>
                      </a:cubicBezTo>
                      <a:cubicBezTo>
                        <a:pt x="66" y="131"/>
                        <a:pt x="66" y="131"/>
                        <a:pt x="66" y="131"/>
                      </a:cubicBezTo>
                      <a:cubicBezTo>
                        <a:pt x="67" y="132"/>
                        <a:pt x="67" y="134"/>
                        <a:pt x="68" y="138"/>
                      </a:cubicBezTo>
                      <a:cubicBezTo>
                        <a:pt x="71" y="154"/>
                        <a:pt x="79" y="195"/>
                        <a:pt x="87" y="242"/>
                      </a:cubicBezTo>
                      <a:cubicBezTo>
                        <a:pt x="88" y="242"/>
                        <a:pt x="88" y="242"/>
                        <a:pt x="88" y="242"/>
                      </a:cubicBezTo>
                      <a:cubicBezTo>
                        <a:pt x="78" y="183"/>
                        <a:pt x="67" y="131"/>
                        <a:pt x="67" y="131"/>
                      </a:cubicBezTo>
                      <a:cubicBezTo>
                        <a:pt x="67" y="131"/>
                        <a:pt x="67" y="131"/>
                        <a:pt x="67" y="131"/>
                      </a:cubicBezTo>
                      <a:cubicBezTo>
                        <a:pt x="67" y="131"/>
                        <a:pt x="67" y="131"/>
                        <a:pt x="67" y="131"/>
                      </a:cubicBezTo>
                      <a:cubicBezTo>
                        <a:pt x="67" y="130"/>
                        <a:pt x="67" y="129"/>
                        <a:pt x="66" y="128"/>
                      </a:cubicBezTo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7" y="9"/>
                        <a:pt x="14" y="19"/>
                        <a:pt x="21" y="30"/>
                      </a:cubicBezTo>
                      <a:cubicBezTo>
                        <a:pt x="22" y="30"/>
                        <a:pt x="22" y="30"/>
                        <a:pt x="22" y="30"/>
                      </a:cubicBezTo>
                      <a:cubicBezTo>
                        <a:pt x="15" y="19"/>
                        <a:pt x="8" y="9"/>
                        <a:pt x="1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07" name="Freeform 77"/>
                <p:cNvSpPr>
                  <a:spLocks/>
                </p:cNvSpPr>
                <p:nvPr/>
              </p:nvSpPr>
              <p:spPr bwMode="auto">
                <a:xfrm>
                  <a:off x="-1615" y="1754"/>
                  <a:ext cx="5" cy="2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1" y="1"/>
                    </a:cxn>
                    <a:cxn ang="0">
                      <a:pos x="2" y="1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2" h="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1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1" y="0"/>
                        <a:pt x="1" y="0"/>
                        <a:pt x="1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08" name="Freeform 78"/>
                <p:cNvSpPr>
                  <a:spLocks/>
                </p:cNvSpPr>
                <p:nvPr/>
              </p:nvSpPr>
              <p:spPr bwMode="auto">
                <a:xfrm>
                  <a:off x="-1667" y="1681"/>
                  <a:ext cx="5" cy="2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1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09" name="Freeform 79"/>
                <p:cNvSpPr>
                  <a:spLocks/>
                </p:cNvSpPr>
                <p:nvPr/>
              </p:nvSpPr>
              <p:spPr bwMode="auto">
                <a:xfrm>
                  <a:off x="-1430" y="2498"/>
                  <a:ext cx="2" cy="3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1" y="1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1" h="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0"/>
                        <a:pt x="1" y="0"/>
                        <a:pt x="1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10" name="Freeform 80"/>
                <p:cNvSpPr>
                  <a:spLocks/>
                </p:cNvSpPr>
                <p:nvPr/>
              </p:nvSpPr>
              <p:spPr bwMode="auto">
                <a:xfrm>
                  <a:off x="-1459" y="2256"/>
                  <a:ext cx="3" cy="3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1" y="1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1" h="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0"/>
                        <a:pt x="1" y="0"/>
                        <a:pt x="1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11" name="Freeform 81"/>
                <p:cNvSpPr>
                  <a:spLocks/>
                </p:cNvSpPr>
                <p:nvPr/>
              </p:nvSpPr>
              <p:spPr bwMode="auto">
                <a:xfrm>
                  <a:off x="-1376" y="1986"/>
                  <a:ext cx="99" cy="270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1" y="1"/>
                    </a:cxn>
                    <a:cxn ang="0">
                      <a:pos x="32" y="84"/>
                    </a:cxn>
                    <a:cxn ang="0">
                      <a:pos x="39" y="109"/>
                    </a:cxn>
                    <a:cxn ang="0">
                      <a:pos x="40" y="114"/>
                    </a:cxn>
                    <a:cxn ang="0">
                      <a:pos x="42" y="114"/>
                    </a:cxn>
                    <a:cxn ang="0">
                      <a:pos x="39" y="101"/>
                    </a:cxn>
                    <a:cxn ang="0">
                      <a:pos x="37" y="101"/>
                    </a:cxn>
                    <a:cxn ang="0">
                      <a:pos x="37" y="100"/>
                    </a:cxn>
                    <a:cxn ang="0">
                      <a:pos x="39" y="100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42" h="114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1" y="1"/>
                      </a:cubicBezTo>
                      <a:cubicBezTo>
                        <a:pt x="16" y="34"/>
                        <a:pt x="26" y="63"/>
                        <a:pt x="32" y="84"/>
                      </a:cubicBezTo>
                      <a:cubicBezTo>
                        <a:pt x="36" y="94"/>
                        <a:pt x="38" y="103"/>
                        <a:pt x="39" y="109"/>
                      </a:cubicBezTo>
                      <a:cubicBezTo>
                        <a:pt x="40" y="111"/>
                        <a:pt x="40" y="112"/>
                        <a:pt x="40" y="114"/>
                      </a:cubicBezTo>
                      <a:cubicBezTo>
                        <a:pt x="42" y="114"/>
                        <a:pt x="42" y="114"/>
                        <a:pt x="42" y="114"/>
                      </a:cubicBezTo>
                      <a:cubicBezTo>
                        <a:pt x="42" y="111"/>
                        <a:pt x="41" y="106"/>
                        <a:pt x="39" y="101"/>
                      </a:cubicBezTo>
                      <a:cubicBezTo>
                        <a:pt x="37" y="101"/>
                        <a:pt x="37" y="101"/>
                        <a:pt x="37" y="101"/>
                      </a:cubicBezTo>
                      <a:cubicBezTo>
                        <a:pt x="37" y="100"/>
                        <a:pt x="37" y="100"/>
                        <a:pt x="37" y="100"/>
                      </a:cubicBezTo>
                      <a:cubicBezTo>
                        <a:pt x="39" y="100"/>
                        <a:pt x="39" y="100"/>
                        <a:pt x="39" y="100"/>
                      </a:cubicBezTo>
                      <a:cubicBezTo>
                        <a:pt x="34" y="79"/>
                        <a:pt x="22" y="42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12" name="Freeform 82"/>
                <p:cNvSpPr>
                  <a:spLocks/>
                </p:cNvSpPr>
                <p:nvPr/>
              </p:nvSpPr>
              <p:spPr bwMode="auto">
                <a:xfrm>
                  <a:off x="-1288" y="2223"/>
                  <a:ext cx="4" cy="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13" name="Freeform 83"/>
                <p:cNvSpPr>
                  <a:spLocks noEditPoints="1"/>
                </p:cNvSpPr>
                <p:nvPr/>
              </p:nvSpPr>
              <p:spPr bwMode="auto">
                <a:xfrm>
                  <a:off x="-1281" y="2259"/>
                  <a:ext cx="232" cy="1017"/>
                </a:xfrm>
                <a:custGeom>
                  <a:avLst/>
                  <a:gdLst/>
                  <a:ahLst/>
                  <a:cxnLst>
                    <a:cxn ang="0">
                      <a:pos x="70" y="343"/>
                    </a:cxn>
                    <a:cxn ang="0">
                      <a:pos x="68" y="343"/>
                    </a:cxn>
                    <a:cxn ang="0">
                      <a:pos x="95" y="429"/>
                    </a:cxn>
                    <a:cxn ang="0">
                      <a:pos x="98" y="429"/>
                    </a:cxn>
                    <a:cxn ang="0">
                      <a:pos x="70" y="343"/>
                    </a:cxn>
                    <a:cxn ang="0">
                      <a:pos x="39" y="255"/>
                    </a:cxn>
                    <a:cxn ang="0">
                      <a:pos x="36" y="255"/>
                    </a:cxn>
                    <a:cxn ang="0">
                      <a:pos x="68" y="342"/>
                    </a:cxn>
                    <a:cxn ang="0">
                      <a:pos x="70" y="342"/>
                    </a:cxn>
                    <a:cxn ang="0">
                      <a:pos x="70" y="342"/>
                    </a:cxn>
                    <a:cxn ang="0">
                      <a:pos x="70" y="342"/>
                    </a:cxn>
                    <a:cxn ang="0">
                      <a:pos x="70" y="342"/>
                    </a:cxn>
                    <a:cxn ang="0">
                      <a:pos x="68" y="337"/>
                    </a:cxn>
                    <a:cxn ang="0">
                      <a:pos x="39" y="255"/>
                    </a:cxn>
                    <a:cxn ang="0">
                      <a:pos x="32" y="233"/>
                    </a:cxn>
                    <a:cxn ang="0">
                      <a:pos x="30" y="233"/>
                    </a:cxn>
                    <a:cxn ang="0">
                      <a:pos x="36" y="254"/>
                    </a:cxn>
                    <a:cxn ang="0">
                      <a:pos x="38" y="254"/>
                    </a:cxn>
                    <a:cxn ang="0">
                      <a:pos x="32" y="233"/>
                    </a:cxn>
                    <a:cxn ang="0">
                      <a:pos x="17" y="102"/>
                    </a:cxn>
                    <a:cxn ang="0">
                      <a:pos x="15" y="102"/>
                    </a:cxn>
                    <a:cxn ang="0">
                      <a:pos x="17" y="117"/>
                    </a:cxn>
                    <a:cxn ang="0">
                      <a:pos x="16" y="137"/>
                    </a:cxn>
                    <a:cxn ang="0">
                      <a:pos x="30" y="232"/>
                    </a:cxn>
                    <a:cxn ang="0">
                      <a:pos x="32" y="232"/>
                    </a:cxn>
                    <a:cxn ang="0">
                      <a:pos x="18" y="137"/>
                    </a:cxn>
                    <a:cxn ang="0">
                      <a:pos x="19" y="117"/>
                    </a:cxn>
                    <a:cxn ang="0">
                      <a:pos x="19" y="117"/>
                    </a:cxn>
                    <a:cxn ang="0">
                      <a:pos x="17" y="102"/>
                    </a:cxn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1" y="1"/>
                    </a:cxn>
                    <a:cxn ang="0">
                      <a:pos x="1" y="3"/>
                    </a:cxn>
                    <a:cxn ang="0">
                      <a:pos x="1" y="3"/>
                    </a:cxn>
                    <a:cxn ang="0">
                      <a:pos x="15" y="101"/>
                    </a:cxn>
                    <a:cxn ang="0">
                      <a:pos x="17" y="101"/>
                    </a:cxn>
                    <a:cxn ang="0">
                      <a:pos x="3" y="3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98" h="429">
                      <a:moveTo>
                        <a:pt x="70" y="343"/>
                      </a:moveTo>
                      <a:cubicBezTo>
                        <a:pt x="68" y="343"/>
                        <a:pt x="68" y="343"/>
                        <a:pt x="68" y="343"/>
                      </a:cubicBezTo>
                      <a:cubicBezTo>
                        <a:pt x="73" y="375"/>
                        <a:pt x="85" y="405"/>
                        <a:pt x="95" y="429"/>
                      </a:cubicBezTo>
                      <a:cubicBezTo>
                        <a:pt x="98" y="429"/>
                        <a:pt x="98" y="429"/>
                        <a:pt x="98" y="429"/>
                      </a:cubicBezTo>
                      <a:cubicBezTo>
                        <a:pt x="87" y="405"/>
                        <a:pt x="75" y="375"/>
                        <a:pt x="70" y="343"/>
                      </a:cubicBezTo>
                      <a:moveTo>
                        <a:pt x="39" y="255"/>
                      </a:moveTo>
                      <a:cubicBezTo>
                        <a:pt x="36" y="255"/>
                        <a:pt x="36" y="255"/>
                        <a:pt x="36" y="255"/>
                      </a:cubicBezTo>
                      <a:cubicBezTo>
                        <a:pt x="50" y="301"/>
                        <a:pt x="66" y="337"/>
                        <a:pt x="68" y="342"/>
                      </a:cubicBezTo>
                      <a:cubicBezTo>
                        <a:pt x="70" y="342"/>
                        <a:pt x="70" y="342"/>
                        <a:pt x="70" y="342"/>
                      </a:cubicBezTo>
                      <a:cubicBezTo>
                        <a:pt x="70" y="342"/>
                        <a:pt x="70" y="342"/>
                        <a:pt x="70" y="342"/>
                      </a:cubicBezTo>
                      <a:cubicBezTo>
                        <a:pt x="70" y="342"/>
                        <a:pt x="70" y="342"/>
                        <a:pt x="70" y="342"/>
                      </a:cubicBezTo>
                      <a:cubicBezTo>
                        <a:pt x="70" y="342"/>
                        <a:pt x="70" y="342"/>
                        <a:pt x="70" y="342"/>
                      </a:cubicBezTo>
                      <a:cubicBezTo>
                        <a:pt x="70" y="342"/>
                        <a:pt x="69" y="340"/>
                        <a:pt x="68" y="337"/>
                      </a:cubicBezTo>
                      <a:cubicBezTo>
                        <a:pt x="63" y="325"/>
                        <a:pt x="50" y="293"/>
                        <a:pt x="39" y="255"/>
                      </a:cubicBezTo>
                      <a:moveTo>
                        <a:pt x="32" y="233"/>
                      </a:moveTo>
                      <a:cubicBezTo>
                        <a:pt x="30" y="233"/>
                        <a:pt x="30" y="233"/>
                        <a:pt x="30" y="233"/>
                      </a:cubicBezTo>
                      <a:cubicBezTo>
                        <a:pt x="32" y="240"/>
                        <a:pt x="34" y="247"/>
                        <a:pt x="36" y="254"/>
                      </a:cubicBezTo>
                      <a:cubicBezTo>
                        <a:pt x="38" y="254"/>
                        <a:pt x="38" y="254"/>
                        <a:pt x="38" y="254"/>
                      </a:cubicBezTo>
                      <a:cubicBezTo>
                        <a:pt x="36" y="247"/>
                        <a:pt x="34" y="240"/>
                        <a:pt x="32" y="233"/>
                      </a:cubicBezTo>
                      <a:moveTo>
                        <a:pt x="17" y="102"/>
                      </a:moveTo>
                      <a:cubicBezTo>
                        <a:pt x="15" y="102"/>
                        <a:pt x="15" y="102"/>
                        <a:pt x="15" y="102"/>
                      </a:cubicBezTo>
                      <a:cubicBezTo>
                        <a:pt x="17" y="117"/>
                        <a:pt x="17" y="117"/>
                        <a:pt x="17" y="117"/>
                      </a:cubicBezTo>
                      <a:cubicBezTo>
                        <a:pt x="16" y="123"/>
                        <a:pt x="16" y="130"/>
                        <a:pt x="16" y="137"/>
                      </a:cubicBezTo>
                      <a:cubicBezTo>
                        <a:pt x="16" y="167"/>
                        <a:pt x="22" y="201"/>
                        <a:pt x="30" y="232"/>
                      </a:cubicBezTo>
                      <a:cubicBezTo>
                        <a:pt x="32" y="232"/>
                        <a:pt x="32" y="232"/>
                        <a:pt x="32" y="232"/>
                      </a:cubicBezTo>
                      <a:cubicBezTo>
                        <a:pt x="24" y="201"/>
                        <a:pt x="18" y="167"/>
                        <a:pt x="18" y="137"/>
                      </a:cubicBezTo>
                      <a:cubicBezTo>
                        <a:pt x="18" y="130"/>
                        <a:pt x="18" y="123"/>
                        <a:pt x="19" y="117"/>
                      </a:cubicBezTo>
                      <a:cubicBezTo>
                        <a:pt x="19" y="117"/>
                        <a:pt x="19" y="117"/>
                        <a:pt x="19" y="117"/>
                      </a:cubicBezTo>
                      <a:cubicBezTo>
                        <a:pt x="17" y="102"/>
                        <a:pt x="17" y="102"/>
                        <a:pt x="17" y="102"/>
                      </a:cubicBezTo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1"/>
                      </a:cubicBezTo>
                      <a:cubicBezTo>
                        <a:pt x="1" y="2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5" y="101"/>
                        <a:pt x="15" y="101"/>
                        <a:pt x="15" y="101"/>
                      </a:cubicBezTo>
                      <a:cubicBezTo>
                        <a:pt x="17" y="101"/>
                        <a:pt x="17" y="101"/>
                        <a:pt x="17" y="101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3" y="3"/>
                        <a:pt x="3" y="1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14" name="Freeform 84"/>
                <p:cNvSpPr>
                  <a:spLocks/>
                </p:cNvSpPr>
                <p:nvPr/>
              </p:nvSpPr>
              <p:spPr bwMode="auto">
                <a:xfrm>
                  <a:off x="-1120" y="3069"/>
                  <a:ext cx="4" cy="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15" name="Freeform 85"/>
                <p:cNvSpPr>
                  <a:spLocks/>
                </p:cNvSpPr>
                <p:nvPr/>
              </p:nvSpPr>
              <p:spPr bwMode="auto">
                <a:xfrm>
                  <a:off x="-1196" y="2861"/>
                  <a:ext cx="7" cy="2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3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3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2" y="1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16" name="Freeform 86"/>
                <p:cNvSpPr>
                  <a:spLocks noEditPoints="1"/>
                </p:cNvSpPr>
                <p:nvPr/>
              </p:nvSpPr>
              <p:spPr bwMode="auto">
                <a:xfrm>
                  <a:off x="-1774" y="1524"/>
                  <a:ext cx="765" cy="1830"/>
                </a:xfrm>
                <a:custGeom>
                  <a:avLst/>
                  <a:gdLst/>
                  <a:ahLst/>
                  <a:cxnLst>
                    <a:cxn ang="0">
                      <a:pos x="306" y="740"/>
                    </a:cxn>
                    <a:cxn ang="0">
                      <a:pos x="304" y="740"/>
                    </a:cxn>
                    <a:cxn ang="0">
                      <a:pos x="321" y="772"/>
                    </a:cxn>
                    <a:cxn ang="0">
                      <a:pos x="323" y="772"/>
                    </a:cxn>
                    <a:cxn ang="0">
                      <a:pos x="306" y="740"/>
                    </a:cxn>
                    <a:cxn ang="0">
                      <a:pos x="111" y="98"/>
                    </a:cxn>
                    <a:cxn ang="0">
                      <a:pos x="108" y="98"/>
                    </a:cxn>
                    <a:cxn ang="0">
                      <a:pos x="167" y="194"/>
                    </a:cxn>
                    <a:cxn ang="0">
                      <a:pos x="170" y="194"/>
                    </a:cxn>
                    <a:cxn ang="0">
                      <a:pos x="111" y="98"/>
                    </a:cxn>
                    <a:cxn ang="0">
                      <a:pos x="1" y="0"/>
                    </a:cxn>
                    <a:cxn ang="0">
                      <a:pos x="0" y="1"/>
                    </a:cxn>
                    <a:cxn ang="0">
                      <a:pos x="107" y="97"/>
                    </a:cxn>
                    <a:cxn ang="0">
                      <a:pos x="110" y="97"/>
                    </a:cxn>
                    <a:cxn ang="0">
                      <a:pos x="84" y="67"/>
                    </a:cxn>
                    <a:cxn ang="0">
                      <a:pos x="84" y="67"/>
                    </a:cxn>
                    <a:cxn ang="0">
                      <a:pos x="84" y="67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323" h="772">
                      <a:moveTo>
                        <a:pt x="306" y="740"/>
                      </a:moveTo>
                      <a:cubicBezTo>
                        <a:pt x="304" y="740"/>
                        <a:pt x="304" y="740"/>
                        <a:pt x="304" y="740"/>
                      </a:cubicBezTo>
                      <a:cubicBezTo>
                        <a:pt x="310" y="753"/>
                        <a:pt x="316" y="765"/>
                        <a:pt x="321" y="772"/>
                      </a:cubicBezTo>
                      <a:cubicBezTo>
                        <a:pt x="323" y="772"/>
                        <a:pt x="323" y="772"/>
                        <a:pt x="323" y="772"/>
                      </a:cubicBezTo>
                      <a:cubicBezTo>
                        <a:pt x="319" y="765"/>
                        <a:pt x="312" y="754"/>
                        <a:pt x="306" y="740"/>
                      </a:cubicBezTo>
                      <a:moveTo>
                        <a:pt x="111" y="98"/>
                      </a:moveTo>
                      <a:cubicBezTo>
                        <a:pt x="108" y="98"/>
                        <a:pt x="108" y="98"/>
                        <a:pt x="108" y="98"/>
                      </a:cubicBezTo>
                      <a:cubicBezTo>
                        <a:pt x="133" y="130"/>
                        <a:pt x="153" y="163"/>
                        <a:pt x="167" y="194"/>
                      </a:cubicBezTo>
                      <a:cubicBezTo>
                        <a:pt x="170" y="194"/>
                        <a:pt x="170" y="194"/>
                        <a:pt x="170" y="194"/>
                      </a:cubicBezTo>
                      <a:cubicBezTo>
                        <a:pt x="155" y="163"/>
                        <a:pt x="136" y="130"/>
                        <a:pt x="111" y="98"/>
                      </a:cubicBezTo>
                      <a:moveTo>
                        <a:pt x="1" y="0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44" y="28"/>
                        <a:pt x="79" y="62"/>
                        <a:pt x="107" y="97"/>
                      </a:cubicBezTo>
                      <a:cubicBezTo>
                        <a:pt x="110" y="97"/>
                        <a:pt x="110" y="97"/>
                        <a:pt x="110" y="97"/>
                      </a:cubicBezTo>
                      <a:cubicBezTo>
                        <a:pt x="102" y="87"/>
                        <a:pt x="93" y="77"/>
                        <a:pt x="84" y="67"/>
                      </a:cubicBezTo>
                      <a:cubicBezTo>
                        <a:pt x="84" y="67"/>
                        <a:pt x="84" y="67"/>
                        <a:pt x="84" y="67"/>
                      </a:cubicBezTo>
                      <a:cubicBezTo>
                        <a:pt x="84" y="67"/>
                        <a:pt x="84" y="67"/>
                        <a:pt x="84" y="67"/>
                      </a:cubicBezTo>
                      <a:cubicBezTo>
                        <a:pt x="61" y="42"/>
                        <a:pt x="33" y="19"/>
                        <a:pt x="1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17" name="Freeform 87"/>
                <p:cNvSpPr>
                  <a:spLocks/>
                </p:cNvSpPr>
                <p:nvPr/>
              </p:nvSpPr>
              <p:spPr bwMode="auto">
                <a:xfrm>
                  <a:off x="-1520" y="1754"/>
                  <a:ext cx="9" cy="2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0"/>
                    </a:cxn>
                    <a:cxn ang="0">
                      <a:pos x="1" y="1"/>
                    </a:cxn>
                    <a:cxn ang="0">
                      <a:pos x="4" y="1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4" h="1">
                      <a:moveTo>
                        <a:pt x="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1"/>
                        <a:pt x="1" y="1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3" y="1"/>
                        <a:pt x="3" y="0"/>
                        <a:pt x="3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18" name="Rectangle 88"/>
                <p:cNvSpPr>
                  <a:spLocks noChangeArrowheads="1"/>
                </p:cNvSpPr>
                <p:nvPr/>
              </p:nvSpPr>
              <p:spPr bwMode="auto">
                <a:xfrm>
                  <a:off x="-1575" y="1683"/>
                  <a:ext cx="1" cy="1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19" name="Freeform 89"/>
                <p:cNvSpPr>
                  <a:spLocks/>
                </p:cNvSpPr>
                <p:nvPr/>
              </p:nvSpPr>
              <p:spPr bwMode="auto">
                <a:xfrm>
                  <a:off x="-1575" y="1683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20" name="Freeform 90"/>
                <p:cNvSpPr>
                  <a:spLocks/>
                </p:cNvSpPr>
                <p:nvPr/>
              </p:nvSpPr>
              <p:spPr bwMode="auto">
                <a:xfrm>
                  <a:off x="-1210" y="2809"/>
                  <a:ext cx="4" cy="2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21" name="Freeform 91"/>
                <p:cNvSpPr>
                  <a:spLocks/>
                </p:cNvSpPr>
                <p:nvPr/>
              </p:nvSpPr>
              <p:spPr bwMode="auto">
                <a:xfrm>
                  <a:off x="-1056" y="3276"/>
                  <a:ext cx="7" cy="2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0"/>
                    </a:cxn>
                    <a:cxn ang="0">
                      <a:pos x="1" y="1"/>
                    </a:cxn>
                    <a:cxn ang="0">
                      <a:pos x="3" y="1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 h="1">
                      <a:moveTo>
                        <a:pt x="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1"/>
                        <a:pt x="1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0"/>
                        <a:pt x="3" y="0"/>
                        <a:pt x="3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22" name="Freeform 92"/>
                <p:cNvSpPr>
                  <a:spLocks/>
                </p:cNvSpPr>
                <p:nvPr/>
              </p:nvSpPr>
              <p:spPr bwMode="auto">
                <a:xfrm>
                  <a:off x="-1014" y="3356"/>
                  <a:ext cx="21" cy="31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0"/>
                    </a:cxn>
                    <a:cxn ang="0">
                      <a:pos x="8" y="13"/>
                    </a:cxn>
                    <a:cxn ang="0">
                      <a:pos x="9" y="12"/>
                    </a:cxn>
                    <a:cxn ang="0">
                      <a:pos x="8" y="9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9" h="13">
                      <a:moveTo>
                        <a:pt x="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5" y="8"/>
                        <a:pt x="8" y="13"/>
                        <a:pt x="8" y="13"/>
                      </a:cubicBezTo>
                      <a:cubicBezTo>
                        <a:pt x="9" y="12"/>
                        <a:pt x="9" y="12"/>
                        <a:pt x="9" y="12"/>
                      </a:cubicBezTo>
                      <a:cubicBezTo>
                        <a:pt x="9" y="12"/>
                        <a:pt x="9" y="11"/>
                        <a:pt x="8" y="9"/>
                      </a:cubicBezTo>
                      <a:cubicBezTo>
                        <a:pt x="6" y="7"/>
                        <a:pt x="5" y="4"/>
                        <a:pt x="3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23" name="Freeform 93"/>
                <p:cNvSpPr>
                  <a:spLocks/>
                </p:cNvSpPr>
                <p:nvPr/>
              </p:nvSpPr>
              <p:spPr bwMode="auto">
                <a:xfrm>
                  <a:off x="-1014" y="3354"/>
                  <a:ext cx="7" cy="2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3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3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2" y="1"/>
                        <a:pt x="2" y="1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24" name="Freeform 94"/>
                <p:cNvSpPr>
                  <a:spLocks/>
                </p:cNvSpPr>
                <p:nvPr/>
              </p:nvSpPr>
              <p:spPr bwMode="auto">
                <a:xfrm>
                  <a:off x="-1246" y="2498"/>
                  <a:ext cx="5" cy="3"/>
                </a:xfrm>
                <a:custGeom>
                  <a:avLst/>
                  <a:gdLst/>
                  <a:ahLst/>
                  <a:cxnLst>
                    <a:cxn ang="0">
                      <a:pos x="5" y="0"/>
                    </a:cxn>
                    <a:cxn ang="0">
                      <a:pos x="0" y="0"/>
                    </a:cxn>
                    <a:cxn ang="0">
                      <a:pos x="0" y="3"/>
                    </a:cxn>
                    <a:cxn ang="0">
                      <a:pos x="5" y="3"/>
                    </a:cxn>
                    <a:cxn ang="0">
                      <a:pos x="5" y="0"/>
                    </a:cxn>
                    <a:cxn ang="0">
                      <a:pos x="5" y="0"/>
                    </a:cxn>
                  </a:cxnLst>
                  <a:rect l="0" t="0" r="r" b="b"/>
                  <a:pathLst>
                    <a:path w="5" h="3">
                      <a:moveTo>
                        <a:pt x="5" y="0"/>
                      </a:moveTo>
                      <a:lnTo>
                        <a:pt x="0" y="0"/>
                      </a:lnTo>
                      <a:lnTo>
                        <a:pt x="0" y="3"/>
                      </a:lnTo>
                      <a:lnTo>
                        <a:pt x="5" y="3"/>
                      </a:lnTo>
                      <a:lnTo>
                        <a:pt x="5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25" name="Freeform 95"/>
                <p:cNvSpPr>
                  <a:spLocks/>
                </p:cNvSpPr>
                <p:nvPr/>
              </p:nvSpPr>
              <p:spPr bwMode="auto">
                <a:xfrm>
                  <a:off x="-1281" y="2256"/>
                  <a:ext cx="4" cy="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26" name="Freeform 96"/>
                <p:cNvSpPr>
                  <a:spLocks noEditPoints="1"/>
                </p:cNvSpPr>
                <p:nvPr/>
              </p:nvSpPr>
              <p:spPr bwMode="auto">
                <a:xfrm>
                  <a:off x="-1636" y="1524"/>
                  <a:ext cx="819" cy="458"/>
                </a:xfrm>
                <a:custGeom>
                  <a:avLst/>
                  <a:gdLst/>
                  <a:ahLst/>
                  <a:cxnLst>
                    <a:cxn ang="0">
                      <a:pos x="243" y="98"/>
                    </a:cxn>
                    <a:cxn ang="0">
                      <a:pos x="241" y="98"/>
                    </a:cxn>
                    <a:cxn ang="0">
                      <a:pos x="345" y="193"/>
                    </a:cxn>
                    <a:cxn ang="0">
                      <a:pos x="346" y="193"/>
                    </a:cxn>
                    <a:cxn ang="0">
                      <a:pos x="243" y="98"/>
                    </a:cxn>
                    <a:cxn ang="0">
                      <a:pos x="186" y="67"/>
                    </a:cxn>
                    <a:cxn ang="0">
                      <a:pos x="184" y="67"/>
                    </a:cxn>
                    <a:cxn ang="0">
                      <a:pos x="239" y="97"/>
                    </a:cxn>
                    <a:cxn ang="0">
                      <a:pos x="241" y="97"/>
                    </a:cxn>
                    <a:cxn ang="0">
                      <a:pos x="186" y="67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11" y="4"/>
                    </a:cxn>
                    <a:cxn ang="0">
                      <a:pos x="182" y="66"/>
                    </a:cxn>
                    <a:cxn ang="0">
                      <a:pos x="185" y="66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346" h="193">
                      <a:moveTo>
                        <a:pt x="243" y="98"/>
                      </a:moveTo>
                      <a:cubicBezTo>
                        <a:pt x="241" y="98"/>
                        <a:pt x="241" y="98"/>
                        <a:pt x="241" y="98"/>
                      </a:cubicBezTo>
                      <a:cubicBezTo>
                        <a:pt x="283" y="124"/>
                        <a:pt x="322" y="156"/>
                        <a:pt x="345" y="193"/>
                      </a:cubicBezTo>
                      <a:cubicBezTo>
                        <a:pt x="346" y="193"/>
                        <a:pt x="346" y="193"/>
                        <a:pt x="346" y="193"/>
                      </a:cubicBezTo>
                      <a:cubicBezTo>
                        <a:pt x="323" y="156"/>
                        <a:pt x="285" y="124"/>
                        <a:pt x="243" y="98"/>
                      </a:cubicBezTo>
                      <a:moveTo>
                        <a:pt x="186" y="67"/>
                      </a:moveTo>
                      <a:cubicBezTo>
                        <a:pt x="184" y="67"/>
                        <a:pt x="184" y="67"/>
                        <a:pt x="184" y="67"/>
                      </a:cubicBezTo>
                      <a:cubicBezTo>
                        <a:pt x="203" y="76"/>
                        <a:pt x="221" y="86"/>
                        <a:pt x="239" y="97"/>
                      </a:cubicBezTo>
                      <a:cubicBezTo>
                        <a:pt x="241" y="97"/>
                        <a:pt x="241" y="97"/>
                        <a:pt x="241" y="97"/>
                      </a:cubicBezTo>
                      <a:cubicBezTo>
                        <a:pt x="223" y="86"/>
                        <a:pt x="205" y="76"/>
                        <a:pt x="186" y="67"/>
                      </a:cubicBezTo>
                      <a:moveTo>
                        <a:pt x="0" y="0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4" y="2"/>
                        <a:pt x="11" y="4"/>
                      </a:cubicBezTo>
                      <a:cubicBezTo>
                        <a:pt x="38" y="11"/>
                        <a:pt x="110" y="32"/>
                        <a:pt x="182" y="66"/>
                      </a:cubicBezTo>
                      <a:cubicBezTo>
                        <a:pt x="185" y="66"/>
                        <a:pt x="185" y="66"/>
                        <a:pt x="185" y="66"/>
                      </a:cubicBezTo>
                      <a:cubicBezTo>
                        <a:pt x="92" y="22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27" name="Freeform 97"/>
                <p:cNvSpPr>
                  <a:spLocks/>
                </p:cNvSpPr>
                <p:nvPr/>
              </p:nvSpPr>
              <p:spPr bwMode="auto">
                <a:xfrm>
                  <a:off x="-1071" y="1754"/>
                  <a:ext cx="10" cy="2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2" y="1"/>
                    </a:cxn>
                    <a:cxn ang="0">
                      <a:pos x="4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4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1"/>
                        <a:pt x="2" y="1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3" y="1"/>
                        <a:pt x="3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28" name="Freeform 98"/>
                <p:cNvSpPr>
                  <a:spLocks/>
                </p:cNvSpPr>
                <p:nvPr/>
              </p:nvSpPr>
              <p:spPr bwMode="auto">
                <a:xfrm>
                  <a:off x="-1206" y="1681"/>
                  <a:ext cx="10" cy="2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0"/>
                    </a:cxn>
                    <a:cxn ang="0">
                      <a:pos x="2" y="1"/>
                    </a:cxn>
                    <a:cxn ang="0">
                      <a:pos x="4" y="1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4" h="1">
                      <a:moveTo>
                        <a:pt x="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1"/>
                        <a:pt x="2" y="1"/>
                        <a:pt x="2" y="1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4" y="1"/>
                        <a:pt x="3" y="1"/>
                        <a:pt x="3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29" name="Freeform 99"/>
                <p:cNvSpPr>
                  <a:spLocks/>
                </p:cNvSpPr>
                <p:nvPr/>
              </p:nvSpPr>
              <p:spPr bwMode="auto">
                <a:xfrm>
                  <a:off x="-955" y="1986"/>
                  <a:ext cx="216" cy="270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1" y="0"/>
                    </a:cxn>
                    <a:cxn ang="0">
                      <a:pos x="2" y="1"/>
                    </a:cxn>
                    <a:cxn ang="0">
                      <a:pos x="82" y="100"/>
                    </a:cxn>
                    <a:cxn ang="0">
                      <a:pos x="83" y="100"/>
                    </a:cxn>
                    <a:cxn ang="0">
                      <a:pos x="83" y="101"/>
                    </a:cxn>
                    <a:cxn ang="0">
                      <a:pos x="83" y="101"/>
                    </a:cxn>
                    <a:cxn ang="0">
                      <a:pos x="89" y="114"/>
                    </a:cxn>
                    <a:cxn ang="0">
                      <a:pos x="91" y="114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91" h="114">
                      <a:moveTo>
                        <a:pt x="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2" y="1"/>
                      </a:cubicBezTo>
                      <a:cubicBezTo>
                        <a:pt x="9" y="6"/>
                        <a:pt x="49" y="37"/>
                        <a:pt x="82" y="100"/>
                      </a:cubicBezTo>
                      <a:cubicBezTo>
                        <a:pt x="83" y="100"/>
                        <a:pt x="83" y="100"/>
                        <a:pt x="83" y="100"/>
                      </a:cubicBezTo>
                      <a:cubicBezTo>
                        <a:pt x="83" y="101"/>
                        <a:pt x="83" y="101"/>
                        <a:pt x="83" y="101"/>
                      </a:cubicBezTo>
                      <a:cubicBezTo>
                        <a:pt x="83" y="101"/>
                        <a:pt x="83" y="101"/>
                        <a:pt x="83" y="101"/>
                      </a:cubicBezTo>
                      <a:cubicBezTo>
                        <a:pt x="85" y="105"/>
                        <a:pt x="87" y="109"/>
                        <a:pt x="89" y="114"/>
                      </a:cubicBezTo>
                      <a:cubicBezTo>
                        <a:pt x="91" y="114"/>
                        <a:pt x="91" y="114"/>
                        <a:pt x="91" y="114"/>
                      </a:cubicBezTo>
                      <a:cubicBezTo>
                        <a:pt x="57" y="42"/>
                        <a:pt x="12" y="6"/>
                        <a:pt x="3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30" name="Freeform 100"/>
                <p:cNvSpPr>
                  <a:spLocks/>
                </p:cNvSpPr>
                <p:nvPr/>
              </p:nvSpPr>
              <p:spPr bwMode="auto">
                <a:xfrm>
                  <a:off x="-761" y="2223"/>
                  <a:ext cx="3" cy="3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1" h="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0"/>
                        <a:pt x="1" y="0"/>
                        <a:pt x="1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31" name="Freeform 101"/>
                <p:cNvSpPr>
                  <a:spLocks noEditPoints="1"/>
                </p:cNvSpPr>
                <p:nvPr/>
              </p:nvSpPr>
              <p:spPr bwMode="auto">
                <a:xfrm>
                  <a:off x="-742" y="2259"/>
                  <a:ext cx="90" cy="1017"/>
                </a:xfrm>
                <a:custGeom>
                  <a:avLst/>
                  <a:gdLst/>
                  <a:ahLst/>
                  <a:cxnLst>
                    <a:cxn ang="0">
                      <a:pos x="26" y="343"/>
                    </a:cxn>
                    <a:cxn ang="0">
                      <a:pos x="24" y="343"/>
                    </a:cxn>
                    <a:cxn ang="0">
                      <a:pos x="24" y="352"/>
                    </a:cxn>
                    <a:cxn ang="0">
                      <a:pos x="20" y="417"/>
                    </a:cxn>
                    <a:cxn ang="0">
                      <a:pos x="19" y="429"/>
                    </a:cxn>
                    <a:cxn ang="0">
                      <a:pos x="21" y="429"/>
                    </a:cxn>
                    <a:cxn ang="0">
                      <a:pos x="24" y="393"/>
                    </a:cxn>
                    <a:cxn ang="0">
                      <a:pos x="26" y="343"/>
                    </a:cxn>
                    <a:cxn ang="0">
                      <a:pos x="38" y="233"/>
                    </a:cxn>
                    <a:cxn ang="0">
                      <a:pos x="36" y="233"/>
                    </a:cxn>
                    <a:cxn ang="0">
                      <a:pos x="24" y="334"/>
                    </a:cxn>
                    <a:cxn ang="0">
                      <a:pos x="24" y="335"/>
                    </a:cxn>
                    <a:cxn ang="0">
                      <a:pos x="24" y="335"/>
                    </a:cxn>
                    <a:cxn ang="0">
                      <a:pos x="24" y="342"/>
                    </a:cxn>
                    <a:cxn ang="0">
                      <a:pos x="26" y="342"/>
                    </a:cxn>
                    <a:cxn ang="0">
                      <a:pos x="26" y="335"/>
                    </a:cxn>
                    <a:cxn ang="0">
                      <a:pos x="37" y="255"/>
                    </a:cxn>
                    <a:cxn ang="0">
                      <a:pos x="35" y="255"/>
                    </a:cxn>
                    <a:cxn ang="0">
                      <a:pos x="35" y="254"/>
                    </a:cxn>
                    <a:cxn ang="0">
                      <a:pos x="37" y="254"/>
                    </a:cxn>
                    <a:cxn ang="0">
                      <a:pos x="38" y="233"/>
                    </a:cxn>
                    <a:cxn ang="0">
                      <a:pos x="35" y="102"/>
                    </a:cxn>
                    <a:cxn ang="0">
                      <a:pos x="33" y="102"/>
                    </a:cxn>
                    <a:cxn ang="0">
                      <a:pos x="35" y="115"/>
                    </a:cxn>
                    <a:cxn ang="0">
                      <a:pos x="35" y="115"/>
                    </a:cxn>
                    <a:cxn ang="0">
                      <a:pos x="35" y="120"/>
                    </a:cxn>
                    <a:cxn ang="0">
                      <a:pos x="37" y="187"/>
                    </a:cxn>
                    <a:cxn ang="0">
                      <a:pos x="36" y="232"/>
                    </a:cxn>
                    <a:cxn ang="0">
                      <a:pos x="38" y="232"/>
                    </a:cxn>
                    <a:cxn ang="0">
                      <a:pos x="38" y="224"/>
                    </a:cxn>
                    <a:cxn ang="0">
                      <a:pos x="38" y="149"/>
                    </a:cxn>
                    <a:cxn ang="0">
                      <a:pos x="37" y="115"/>
                    </a:cxn>
                    <a:cxn ang="0">
                      <a:pos x="37" y="115"/>
                    </a:cxn>
                    <a:cxn ang="0">
                      <a:pos x="37" y="115"/>
                    </a:cxn>
                    <a:cxn ang="0">
                      <a:pos x="35" y="102"/>
                    </a:cxn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33" y="101"/>
                    </a:cxn>
                    <a:cxn ang="0">
                      <a:pos x="35" y="10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38" h="429">
                      <a:moveTo>
                        <a:pt x="26" y="343"/>
                      </a:moveTo>
                      <a:cubicBezTo>
                        <a:pt x="24" y="343"/>
                        <a:pt x="24" y="343"/>
                        <a:pt x="24" y="343"/>
                      </a:cubicBezTo>
                      <a:cubicBezTo>
                        <a:pt x="24" y="345"/>
                        <a:pt x="24" y="348"/>
                        <a:pt x="24" y="352"/>
                      </a:cubicBezTo>
                      <a:cubicBezTo>
                        <a:pt x="24" y="368"/>
                        <a:pt x="23" y="392"/>
                        <a:pt x="20" y="417"/>
                      </a:cubicBezTo>
                      <a:cubicBezTo>
                        <a:pt x="20" y="421"/>
                        <a:pt x="20" y="425"/>
                        <a:pt x="19" y="429"/>
                      </a:cubicBezTo>
                      <a:cubicBezTo>
                        <a:pt x="21" y="429"/>
                        <a:pt x="21" y="429"/>
                        <a:pt x="21" y="429"/>
                      </a:cubicBezTo>
                      <a:cubicBezTo>
                        <a:pt x="22" y="417"/>
                        <a:pt x="23" y="405"/>
                        <a:pt x="24" y="393"/>
                      </a:cubicBezTo>
                      <a:cubicBezTo>
                        <a:pt x="26" y="372"/>
                        <a:pt x="26" y="353"/>
                        <a:pt x="26" y="343"/>
                      </a:cubicBezTo>
                      <a:moveTo>
                        <a:pt x="38" y="233"/>
                      </a:moveTo>
                      <a:cubicBezTo>
                        <a:pt x="36" y="233"/>
                        <a:pt x="36" y="233"/>
                        <a:pt x="36" y="233"/>
                      </a:cubicBezTo>
                      <a:cubicBezTo>
                        <a:pt x="35" y="268"/>
                        <a:pt x="31" y="304"/>
                        <a:pt x="24" y="334"/>
                      </a:cubicBezTo>
                      <a:cubicBezTo>
                        <a:pt x="24" y="335"/>
                        <a:pt x="24" y="335"/>
                        <a:pt x="24" y="335"/>
                      </a:cubicBezTo>
                      <a:cubicBezTo>
                        <a:pt x="24" y="335"/>
                        <a:pt x="24" y="335"/>
                        <a:pt x="24" y="335"/>
                      </a:cubicBezTo>
                      <a:cubicBezTo>
                        <a:pt x="24" y="335"/>
                        <a:pt x="24" y="337"/>
                        <a:pt x="24" y="342"/>
                      </a:cubicBezTo>
                      <a:cubicBezTo>
                        <a:pt x="26" y="342"/>
                        <a:pt x="26" y="342"/>
                        <a:pt x="26" y="342"/>
                      </a:cubicBezTo>
                      <a:cubicBezTo>
                        <a:pt x="26" y="338"/>
                        <a:pt x="26" y="335"/>
                        <a:pt x="26" y="335"/>
                      </a:cubicBezTo>
                      <a:cubicBezTo>
                        <a:pt x="32" y="311"/>
                        <a:pt x="35" y="283"/>
                        <a:pt x="37" y="255"/>
                      </a:cubicBezTo>
                      <a:cubicBezTo>
                        <a:pt x="35" y="255"/>
                        <a:pt x="35" y="255"/>
                        <a:pt x="35" y="255"/>
                      </a:cubicBezTo>
                      <a:cubicBezTo>
                        <a:pt x="35" y="254"/>
                        <a:pt x="35" y="254"/>
                        <a:pt x="35" y="254"/>
                      </a:cubicBezTo>
                      <a:cubicBezTo>
                        <a:pt x="37" y="254"/>
                        <a:pt x="37" y="254"/>
                        <a:pt x="37" y="254"/>
                      </a:cubicBezTo>
                      <a:cubicBezTo>
                        <a:pt x="37" y="247"/>
                        <a:pt x="38" y="240"/>
                        <a:pt x="38" y="233"/>
                      </a:cubicBezTo>
                      <a:moveTo>
                        <a:pt x="35" y="102"/>
                      </a:moveTo>
                      <a:cubicBezTo>
                        <a:pt x="33" y="102"/>
                        <a:pt x="33" y="102"/>
                        <a:pt x="33" y="102"/>
                      </a:cubicBezTo>
                      <a:cubicBezTo>
                        <a:pt x="34" y="106"/>
                        <a:pt x="34" y="111"/>
                        <a:pt x="35" y="115"/>
                      </a:cubicBezTo>
                      <a:cubicBezTo>
                        <a:pt x="35" y="115"/>
                        <a:pt x="35" y="115"/>
                        <a:pt x="35" y="115"/>
                      </a:cubicBezTo>
                      <a:cubicBezTo>
                        <a:pt x="35" y="115"/>
                        <a:pt x="35" y="117"/>
                        <a:pt x="35" y="120"/>
                      </a:cubicBezTo>
                      <a:cubicBezTo>
                        <a:pt x="36" y="131"/>
                        <a:pt x="37" y="156"/>
                        <a:pt x="37" y="187"/>
                      </a:cubicBezTo>
                      <a:cubicBezTo>
                        <a:pt x="37" y="201"/>
                        <a:pt x="37" y="216"/>
                        <a:pt x="36" y="232"/>
                      </a:cubicBezTo>
                      <a:cubicBezTo>
                        <a:pt x="38" y="232"/>
                        <a:pt x="38" y="232"/>
                        <a:pt x="38" y="232"/>
                      </a:cubicBezTo>
                      <a:cubicBezTo>
                        <a:pt x="38" y="229"/>
                        <a:pt x="38" y="226"/>
                        <a:pt x="38" y="224"/>
                      </a:cubicBezTo>
                      <a:cubicBezTo>
                        <a:pt x="38" y="149"/>
                        <a:pt x="38" y="149"/>
                        <a:pt x="38" y="149"/>
                      </a:cubicBezTo>
                      <a:cubicBezTo>
                        <a:pt x="38" y="128"/>
                        <a:pt x="37" y="115"/>
                        <a:pt x="37" y="115"/>
                      </a:cubicBezTo>
                      <a:cubicBezTo>
                        <a:pt x="37" y="115"/>
                        <a:pt x="37" y="115"/>
                        <a:pt x="37" y="115"/>
                      </a:cubicBezTo>
                      <a:cubicBezTo>
                        <a:pt x="37" y="115"/>
                        <a:pt x="37" y="115"/>
                        <a:pt x="37" y="115"/>
                      </a:cubicBezTo>
                      <a:cubicBezTo>
                        <a:pt x="36" y="110"/>
                        <a:pt x="36" y="106"/>
                        <a:pt x="35" y="102"/>
                      </a:cubicBezTo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3" y="28"/>
                        <a:pt x="25" y="61"/>
                        <a:pt x="33" y="101"/>
                      </a:cubicBezTo>
                      <a:cubicBezTo>
                        <a:pt x="35" y="101"/>
                        <a:pt x="35" y="101"/>
                        <a:pt x="35" y="101"/>
                      </a:cubicBezTo>
                      <a:cubicBezTo>
                        <a:pt x="27" y="61"/>
                        <a:pt x="15" y="28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32" name="Freeform 102"/>
                <p:cNvSpPr>
                  <a:spLocks/>
                </p:cNvSpPr>
                <p:nvPr/>
              </p:nvSpPr>
              <p:spPr bwMode="auto">
                <a:xfrm>
                  <a:off x="-685" y="3069"/>
                  <a:ext cx="5" cy="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33" name="Freeform 103"/>
                <p:cNvSpPr>
                  <a:spLocks/>
                </p:cNvSpPr>
                <p:nvPr/>
              </p:nvSpPr>
              <p:spPr bwMode="auto">
                <a:xfrm>
                  <a:off x="-659" y="2861"/>
                  <a:ext cx="5" cy="2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34" name="Freeform 104"/>
                <p:cNvSpPr>
                  <a:spLocks noEditPoints="1"/>
                </p:cNvSpPr>
                <p:nvPr/>
              </p:nvSpPr>
              <p:spPr bwMode="auto">
                <a:xfrm>
                  <a:off x="-1681" y="1524"/>
                  <a:ext cx="989" cy="1875"/>
                </a:xfrm>
                <a:custGeom>
                  <a:avLst/>
                  <a:gdLst/>
                  <a:ahLst/>
                  <a:cxnLst>
                    <a:cxn ang="0">
                      <a:pos x="418" y="740"/>
                    </a:cxn>
                    <a:cxn ang="0">
                      <a:pos x="416" y="740"/>
                    </a:cxn>
                    <a:cxn ang="0">
                      <a:pos x="411" y="772"/>
                    </a:cxn>
                    <a:cxn ang="0">
                      <a:pos x="411" y="772"/>
                    </a:cxn>
                    <a:cxn ang="0">
                      <a:pos x="411" y="773"/>
                    </a:cxn>
                    <a:cxn ang="0">
                      <a:pos x="410" y="773"/>
                    </a:cxn>
                    <a:cxn ang="0">
                      <a:pos x="406" y="790"/>
                    </a:cxn>
                    <a:cxn ang="0">
                      <a:pos x="407" y="791"/>
                    </a:cxn>
                    <a:cxn ang="0">
                      <a:pos x="418" y="740"/>
                    </a:cxn>
                    <a:cxn ang="0">
                      <a:pos x="215" y="98"/>
                    </a:cxn>
                    <a:cxn ang="0">
                      <a:pos x="211" y="98"/>
                    </a:cxn>
                    <a:cxn ang="0">
                      <a:pos x="307" y="194"/>
                    </a:cxn>
                    <a:cxn ang="0">
                      <a:pos x="309" y="194"/>
                    </a:cxn>
                    <a:cxn ang="0">
                      <a:pos x="309" y="194"/>
                    </a:cxn>
                    <a:cxn ang="0">
                      <a:pos x="215" y="98"/>
                    </a:cxn>
                    <a:cxn ang="0">
                      <a:pos x="1" y="0"/>
                    </a:cxn>
                    <a:cxn ang="0">
                      <a:pos x="0" y="2"/>
                    </a:cxn>
                    <a:cxn ang="0">
                      <a:pos x="9" y="4"/>
                    </a:cxn>
                    <a:cxn ang="0">
                      <a:pos x="162" y="66"/>
                    </a:cxn>
                    <a:cxn ang="0">
                      <a:pos x="165" y="66"/>
                    </a:cxn>
                    <a:cxn ang="0">
                      <a:pos x="165" y="67"/>
                    </a:cxn>
                    <a:cxn ang="0">
                      <a:pos x="163" y="67"/>
                    </a:cxn>
                    <a:cxn ang="0">
                      <a:pos x="210" y="97"/>
                    </a:cxn>
                    <a:cxn ang="0">
                      <a:pos x="213" y="97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418" h="791">
                      <a:moveTo>
                        <a:pt x="418" y="740"/>
                      </a:moveTo>
                      <a:cubicBezTo>
                        <a:pt x="416" y="740"/>
                        <a:pt x="416" y="740"/>
                        <a:pt x="416" y="740"/>
                      </a:cubicBezTo>
                      <a:cubicBezTo>
                        <a:pt x="415" y="752"/>
                        <a:pt x="413" y="763"/>
                        <a:pt x="411" y="772"/>
                      </a:cubicBezTo>
                      <a:cubicBezTo>
                        <a:pt x="411" y="772"/>
                        <a:pt x="411" y="772"/>
                        <a:pt x="411" y="772"/>
                      </a:cubicBezTo>
                      <a:cubicBezTo>
                        <a:pt x="411" y="773"/>
                        <a:pt x="411" y="773"/>
                        <a:pt x="411" y="773"/>
                      </a:cubicBezTo>
                      <a:cubicBezTo>
                        <a:pt x="410" y="773"/>
                        <a:pt x="410" y="773"/>
                        <a:pt x="410" y="773"/>
                      </a:cubicBezTo>
                      <a:cubicBezTo>
                        <a:pt x="409" y="780"/>
                        <a:pt x="407" y="786"/>
                        <a:pt x="406" y="790"/>
                      </a:cubicBezTo>
                      <a:cubicBezTo>
                        <a:pt x="407" y="791"/>
                        <a:pt x="407" y="791"/>
                        <a:pt x="407" y="791"/>
                      </a:cubicBezTo>
                      <a:cubicBezTo>
                        <a:pt x="412" y="779"/>
                        <a:pt x="416" y="760"/>
                        <a:pt x="418" y="740"/>
                      </a:cubicBezTo>
                      <a:moveTo>
                        <a:pt x="215" y="98"/>
                      </a:moveTo>
                      <a:cubicBezTo>
                        <a:pt x="211" y="98"/>
                        <a:pt x="211" y="98"/>
                        <a:pt x="211" y="98"/>
                      </a:cubicBezTo>
                      <a:cubicBezTo>
                        <a:pt x="247" y="124"/>
                        <a:pt x="281" y="155"/>
                        <a:pt x="307" y="194"/>
                      </a:cubicBezTo>
                      <a:cubicBezTo>
                        <a:pt x="309" y="194"/>
                        <a:pt x="309" y="194"/>
                        <a:pt x="309" y="194"/>
                      </a:cubicBezTo>
                      <a:cubicBezTo>
                        <a:pt x="309" y="194"/>
                        <a:pt x="309" y="194"/>
                        <a:pt x="309" y="194"/>
                      </a:cubicBezTo>
                      <a:cubicBezTo>
                        <a:pt x="283" y="155"/>
                        <a:pt x="250" y="124"/>
                        <a:pt x="215" y="98"/>
                      </a:cubicBezTo>
                      <a:moveTo>
                        <a:pt x="1" y="0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3" y="3"/>
                        <a:pt x="9" y="4"/>
                      </a:cubicBezTo>
                      <a:cubicBezTo>
                        <a:pt x="32" y="10"/>
                        <a:pt x="96" y="29"/>
                        <a:pt x="162" y="66"/>
                      </a:cubicBezTo>
                      <a:cubicBezTo>
                        <a:pt x="165" y="66"/>
                        <a:pt x="165" y="66"/>
                        <a:pt x="165" y="66"/>
                      </a:cubicBezTo>
                      <a:cubicBezTo>
                        <a:pt x="165" y="67"/>
                        <a:pt x="165" y="67"/>
                        <a:pt x="165" y="67"/>
                      </a:cubicBezTo>
                      <a:cubicBezTo>
                        <a:pt x="163" y="67"/>
                        <a:pt x="163" y="67"/>
                        <a:pt x="163" y="67"/>
                      </a:cubicBezTo>
                      <a:cubicBezTo>
                        <a:pt x="179" y="76"/>
                        <a:pt x="195" y="86"/>
                        <a:pt x="210" y="97"/>
                      </a:cubicBezTo>
                      <a:cubicBezTo>
                        <a:pt x="213" y="97"/>
                        <a:pt x="213" y="97"/>
                        <a:pt x="213" y="97"/>
                      </a:cubicBezTo>
                      <a:cubicBezTo>
                        <a:pt x="114" y="25"/>
                        <a:pt x="1" y="0"/>
                        <a:pt x="1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35" name="Freeform 105"/>
                <p:cNvSpPr>
                  <a:spLocks/>
                </p:cNvSpPr>
                <p:nvPr/>
              </p:nvSpPr>
              <p:spPr bwMode="auto">
                <a:xfrm>
                  <a:off x="-1184" y="1754"/>
                  <a:ext cx="12" cy="2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0"/>
                    </a:cxn>
                    <a:cxn ang="0">
                      <a:pos x="1" y="1"/>
                    </a:cxn>
                    <a:cxn ang="0">
                      <a:pos x="5" y="1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5" h="1">
                      <a:moveTo>
                        <a:pt x="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1"/>
                        <a:pt x="1" y="1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4" y="1"/>
                        <a:pt x="4" y="0"/>
                        <a:pt x="3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36" name="Freeform 106"/>
                <p:cNvSpPr>
                  <a:spLocks/>
                </p:cNvSpPr>
                <p:nvPr/>
              </p:nvSpPr>
              <p:spPr bwMode="auto">
                <a:xfrm>
                  <a:off x="-1298" y="1681"/>
                  <a:ext cx="7" cy="2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0"/>
                    </a:cxn>
                    <a:cxn ang="0">
                      <a:pos x="1" y="1"/>
                    </a:cxn>
                    <a:cxn ang="0">
                      <a:pos x="3" y="1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 h="1">
                      <a:moveTo>
                        <a:pt x="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1" y="1"/>
                        <a:pt x="1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0"/>
                        <a:pt x="3" y="0"/>
                        <a:pt x="3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37" name="Freeform 107"/>
                <p:cNvSpPr>
                  <a:spLocks/>
                </p:cNvSpPr>
                <p:nvPr/>
              </p:nvSpPr>
              <p:spPr bwMode="auto">
                <a:xfrm>
                  <a:off x="-656" y="2809"/>
                  <a:ext cx="4" cy="2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38" name="Freeform 108"/>
                <p:cNvSpPr>
                  <a:spLocks/>
                </p:cNvSpPr>
                <p:nvPr/>
              </p:nvSpPr>
              <p:spPr bwMode="auto">
                <a:xfrm>
                  <a:off x="-697" y="3276"/>
                  <a:ext cx="5" cy="2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39" name="Freeform 109"/>
                <p:cNvSpPr>
                  <a:spLocks/>
                </p:cNvSpPr>
                <p:nvPr/>
              </p:nvSpPr>
              <p:spPr bwMode="auto">
                <a:xfrm>
                  <a:off x="-711" y="3354"/>
                  <a:ext cx="3" cy="2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0" y="1"/>
                    </a:cxn>
                    <a:cxn ang="0">
                      <a:pos x="1" y="1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1" h="1">
                      <a:moveTo>
                        <a:pt x="1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1"/>
                        <a:pt x="1" y="1"/>
                        <a:pt x="0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0"/>
                        <a:pt x="1" y="0"/>
                        <a:pt x="1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40" name="Freeform 110"/>
                <p:cNvSpPr>
                  <a:spLocks/>
                </p:cNvSpPr>
                <p:nvPr/>
              </p:nvSpPr>
              <p:spPr bwMode="auto">
                <a:xfrm>
                  <a:off x="-664" y="2498"/>
                  <a:ext cx="5" cy="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41" name="Freeform 111"/>
                <p:cNvSpPr>
                  <a:spLocks/>
                </p:cNvSpPr>
                <p:nvPr/>
              </p:nvSpPr>
              <p:spPr bwMode="auto">
                <a:xfrm>
                  <a:off x="-744" y="2256"/>
                  <a:ext cx="7" cy="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1" y="1"/>
                    </a:cxn>
                    <a:cxn ang="0">
                      <a:pos x="3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3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0"/>
                        <a:pt x="3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42" name="Freeform 112"/>
                <p:cNvSpPr>
                  <a:spLocks noEditPoints="1"/>
                </p:cNvSpPr>
                <p:nvPr/>
              </p:nvSpPr>
              <p:spPr bwMode="auto">
                <a:xfrm>
                  <a:off x="-1099" y="1986"/>
                  <a:ext cx="180" cy="270"/>
                </a:xfrm>
                <a:custGeom>
                  <a:avLst/>
                  <a:gdLst/>
                  <a:ahLst/>
                  <a:cxnLst>
                    <a:cxn ang="0">
                      <a:pos x="69" y="101"/>
                    </a:cxn>
                    <a:cxn ang="0">
                      <a:pos x="67" y="101"/>
                    </a:cxn>
                    <a:cxn ang="0">
                      <a:pos x="74" y="114"/>
                    </a:cxn>
                    <a:cxn ang="0">
                      <a:pos x="76" y="114"/>
                    </a:cxn>
                    <a:cxn ang="0">
                      <a:pos x="69" y="101"/>
                    </a:cxn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8" y="11"/>
                    </a:cxn>
                    <a:cxn ang="0">
                      <a:pos x="66" y="100"/>
                    </a:cxn>
                    <a:cxn ang="0">
                      <a:pos x="68" y="100"/>
                    </a:cxn>
                    <a:cxn ang="0">
                      <a:pos x="10" y="10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76" h="114">
                      <a:moveTo>
                        <a:pt x="69" y="101"/>
                      </a:moveTo>
                      <a:cubicBezTo>
                        <a:pt x="67" y="101"/>
                        <a:pt x="67" y="101"/>
                        <a:pt x="67" y="101"/>
                      </a:cubicBezTo>
                      <a:cubicBezTo>
                        <a:pt x="69" y="106"/>
                        <a:pt x="72" y="110"/>
                        <a:pt x="74" y="114"/>
                      </a:cubicBezTo>
                      <a:cubicBezTo>
                        <a:pt x="76" y="114"/>
                        <a:pt x="76" y="114"/>
                        <a:pt x="76" y="114"/>
                      </a:cubicBezTo>
                      <a:cubicBezTo>
                        <a:pt x="74" y="110"/>
                        <a:pt x="72" y="106"/>
                        <a:pt x="69" y="101"/>
                      </a:cubicBezTo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3" y="3"/>
                        <a:pt x="5" y="7"/>
                        <a:pt x="8" y="11"/>
                      </a:cubicBezTo>
                      <a:cubicBezTo>
                        <a:pt x="31" y="44"/>
                        <a:pt x="53" y="77"/>
                        <a:pt x="66" y="100"/>
                      </a:cubicBezTo>
                      <a:cubicBezTo>
                        <a:pt x="68" y="100"/>
                        <a:pt x="68" y="100"/>
                        <a:pt x="68" y="100"/>
                      </a:cubicBezTo>
                      <a:cubicBezTo>
                        <a:pt x="55" y="77"/>
                        <a:pt x="33" y="43"/>
                        <a:pt x="10" y="10"/>
                      </a:cubicBezTo>
                      <a:cubicBezTo>
                        <a:pt x="7" y="7"/>
                        <a:pt x="5" y="3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43" name="Freeform 113"/>
                <p:cNvSpPr>
                  <a:spLocks/>
                </p:cNvSpPr>
                <p:nvPr/>
              </p:nvSpPr>
              <p:spPr bwMode="auto">
                <a:xfrm>
                  <a:off x="-943" y="2223"/>
                  <a:ext cx="7" cy="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1" y="1"/>
                    </a:cxn>
                    <a:cxn ang="0">
                      <a:pos x="3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3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1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0"/>
                        <a:pt x="3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44" name="Freeform 114"/>
                <p:cNvSpPr>
                  <a:spLocks noEditPoints="1"/>
                </p:cNvSpPr>
                <p:nvPr/>
              </p:nvSpPr>
              <p:spPr bwMode="auto">
                <a:xfrm>
                  <a:off x="-924" y="2259"/>
                  <a:ext cx="109" cy="1017"/>
                </a:xfrm>
                <a:custGeom>
                  <a:avLst/>
                  <a:gdLst/>
                  <a:ahLst/>
                  <a:cxnLst>
                    <a:cxn ang="0">
                      <a:pos x="39" y="343"/>
                    </a:cxn>
                    <a:cxn ang="0">
                      <a:pos x="37" y="343"/>
                    </a:cxn>
                    <a:cxn ang="0">
                      <a:pos x="44" y="429"/>
                    </a:cxn>
                    <a:cxn ang="0">
                      <a:pos x="46" y="429"/>
                    </a:cxn>
                    <a:cxn ang="0">
                      <a:pos x="39" y="343"/>
                    </a:cxn>
                    <a:cxn ang="0">
                      <a:pos x="36" y="233"/>
                    </a:cxn>
                    <a:cxn ang="0">
                      <a:pos x="34" y="233"/>
                    </a:cxn>
                    <a:cxn ang="0">
                      <a:pos x="37" y="335"/>
                    </a:cxn>
                    <a:cxn ang="0">
                      <a:pos x="37" y="335"/>
                    </a:cxn>
                    <a:cxn ang="0">
                      <a:pos x="37" y="337"/>
                    </a:cxn>
                    <a:cxn ang="0">
                      <a:pos x="37" y="342"/>
                    </a:cxn>
                    <a:cxn ang="0">
                      <a:pos x="39" y="342"/>
                    </a:cxn>
                    <a:cxn ang="0">
                      <a:pos x="39" y="337"/>
                    </a:cxn>
                    <a:cxn ang="0">
                      <a:pos x="39" y="335"/>
                    </a:cxn>
                    <a:cxn ang="0">
                      <a:pos x="39" y="335"/>
                    </a:cxn>
                    <a:cxn ang="0">
                      <a:pos x="39" y="335"/>
                    </a:cxn>
                    <a:cxn ang="0">
                      <a:pos x="36" y="233"/>
                    </a:cxn>
                    <a:cxn ang="0">
                      <a:pos x="30" y="102"/>
                    </a:cxn>
                    <a:cxn ang="0">
                      <a:pos x="28" y="102"/>
                    </a:cxn>
                    <a:cxn ang="0">
                      <a:pos x="30" y="113"/>
                    </a:cxn>
                    <a:cxn ang="0">
                      <a:pos x="34" y="229"/>
                    </a:cxn>
                    <a:cxn ang="0">
                      <a:pos x="34" y="232"/>
                    </a:cxn>
                    <a:cxn ang="0">
                      <a:pos x="36" y="232"/>
                    </a:cxn>
                    <a:cxn ang="0">
                      <a:pos x="32" y="113"/>
                    </a:cxn>
                    <a:cxn ang="0">
                      <a:pos x="30" y="102"/>
                    </a:cxn>
                    <a:cxn ang="0">
                      <a:pos x="3" y="0"/>
                    </a:cxn>
                    <a:cxn ang="0">
                      <a:pos x="0" y="0"/>
                    </a:cxn>
                    <a:cxn ang="0">
                      <a:pos x="2" y="2"/>
                    </a:cxn>
                    <a:cxn ang="0">
                      <a:pos x="28" y="101"/>
                    </a:cxn>
                    <a:cxn ang="0">
                      <a:pos x="30" y="101"/>
                    </a:cxn>
                    <a:cxn ang="0">
                      <a:pos x="4" y="2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46" h="429">
                      <a:moveTo>
                        <a:pt x="39" y="343"/>
                      </a:moveTo>
                      <a:cubicBezTo>
                        <a:pt x="37" y="343"/>
                        <a:pt x="37" y="343"/>
                        <a:pt x="37" y="343"/>
                      </a:cubicBezTo>
                      <a:cubicBezTo>
                        <a:pt x="38" y="370"/>
                        <a:pt x="41" y="404"/>
                        <a:pt x="44" y="429"/>
                      </a:cubicBezTo>
                      <a:cubicBezTo>
                        <a:pt x="46" y="429"/>
                        <a:pt x="46" y="429"/>
                        <a:pt x="46" y="429"/>
                      </a:cubicBezTo>
                      <a:cubicBezTo>
                        <a:pt x="43" y="404"/>
                        <a:pt x="40" y="370"/>
                        <a:pt x="39" y="343"/>
                      </a:cubicBezTo>
                      <a:moveTo>
                        <a:pt x="36" y="233"/>
                      </a:moveTo>
                      <a:cubicBezTo>
                        <a:pt x="34" y="233"/>
                        <a:pt x="34" y="233"/>
                        <a:pt x="34" y="233"/>
                      </a:cubicBezTo>
                      <a:cubicBezTo>
                        <a:pt x="36" y="286"/>
                        <a:pt x="37" y="335"/>
                        <a:pt x="37" y="335"/>
                      </a:cubicBezTo>
                      <a:cubicBezTo>
                        <a:pt x="37" y="335"/>
                        <a:pt x="37" y="335"/>
                        <a:pt x="37" y="335"/>
                      </a:cubicBezTo>
                      <a:cubicBezTo>
                        <a:pt x="37" y="336"/>
                        <a:pt x="37" y="336"/>
                        <a:pt x="37" y="337"/>
                      </a:cubicBezTo>
                      <a:cubicBezTo>
                        <a:pt x="37" y="338"/>
                        <a:pt x="37" y="340"/>
                        <a:pt x="37" y="342"/>
                      </a:cubicBezTo>
                      <a:cubicBezTo>
                        <a:pt x="39" y="342"/>
                        <a:pt x="39" y="342"/>
                        <a:pt x="39" y="342"/>
                      </a:cubicBezTo>
                      <a:cubicBezTo>
                        <a:pt x="39" y="340"/>
                        <a:pt x="39" y="338"/>
                        <a:pt x="39" y="337"/>
                      </a:cubicBezTo>
                      <a:cubicBezTo>
                        <a:pt x="39" y="336"/>
                        <a:pt x="39" y="336"/>
                        <a:pt x="39" y="335"/>
                      </a:cubicBezTo>
                      <a:cubicBezTo>
                        <a:pt x="39" y="335"/>
                        <a:pt x="39" y="335"/>
                        <a:pt x="39" y="335"/>
                      </a:cubicBezTo>
                      <a:cubicBezTo>
                        <a:pt x="39" y="335"/>
                        <a:pt x="39" y="335"/>
                        <a:pt x="39" y="335"/>
                      </a:cubicBezTo>
                      <a:cubicBezTo>
                        <a:pt x="39" y="335"/>
                        <a:pt x="38" y="286"/>
                        <a:pt x="36" y="233"/>
                      </a:cubicBezTo>
                      <a:moveTo>
                        <a:pt x="30" y="102"/>
                      </a:moveTo>
                      <a:cubicBezTo>
                        <a:pt x="28" y="102"/>
                        <a:pt x="28" y="102"/>
                        <a:pt x="28" y="102"/>
                      </a:cubicBezTo>
                      <a:cubicBezTo>
                        <a:pt x="29" y="107"/>
                        <a:pt x="29" y="111"/>
                        <a:pt x="30" y="113"/>
                      </a:cubicBezTo>
                      <a:cubicBezTo>
                        <a:pt x="30" y="119"/>
                        <a:pt x="32" y="175"/>
                        <a:pt x="34" y="229"/>
                      </a:cubicBezTo>
                      <a:cubicBezTo>
                        <a:pt x="34" y="230"/>
                        <a:pt x="34" y="231"/>
                        <a:pt x="34" y="232"/>
                      </a:cubicBezTo>
                      <a:cubicBezTo>
                        <a:pt x="36" y="232"/>
                        <a:pt x="36" y="232"/>
                        <a:pt x="36" y="232"/>
                      </a:cubicBezTo>
                      <a:cubicBezTo>
                        <a:pt x="34" y="177"/>
                        <a:pt x="32" y="119"/>
                        <a:pt x="32" y="113"/>
                      </a:cubicBezTo>
                      <a:cubicBezTo>
                        <a:pt x="31" y="111"/>
                        <a:pt x="31" y="107"/>
                        <a:pt x="30" y="102"/>
                      </a:cubicBezTo>
                      <a:moveTo>
                        <a:pt x="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1"/>
                        <a:pt x="1" y="2"/>
                        <a:pt x="2" y="2"/>
                      </a:cubicBezTo>
                      <a:cubicBezTo>
                        <a:pt x="14" y="28"/>
                        <a:pt x="24" y="77"/>
                        <a:pt x="28" y="101"/>
                      </a:cubicBezTo>
                      <a:cubicBezTo>
                        <a:pt x="30" y="101"/>
                        <a:pt x="30" y="101"/>
                        <a:pt x="30" y="101"/>
                      </a:cubicBezTo>
                      <a:cubicBezTo>
                        <a:pt x="26" y="77"/>
                        <a:pt x="16" y="28"/>
                        <a:pt x="4" y="2"/>
                      </a:cubicBezTo>
                      <a:cubicBezTo>
                        <a:pt x="3" y="1"/>
                        <a:pt x="3" y="0"/>
                        <a:pt x="3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45" name="Freeform 115"/>
                <p:cNvSpPr>
                  <a:spLocks/>
                </p:cNvSpPr>
                <p:nvPr/>
              </p:nvSpPr>
              <p:spPr bwMode="auto">
                <a:xfrm>
                  <a:off x="-836" y="3069"/>
                  <a:ext cx="4" cy="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46" name="Freeform 116"/>
                <p:cNvSpPr>
                  <a:spLocks noEditPoints="1"/>
                </p:cNvSpPr>
                <p:nvPr/>
              </p:nvSpPr>
              <p:spPr bwMode="auto">
                <a:xfrm>
                  <a:off x="-1712" y="1524"/>
                  <a:ext cx="906" cy="1832"/>
                </a:xfrm>
                <a:custGeom>
                  <a:avLst/>
                  <a:gdLst/>
                  <a:ahLst/>
                  <a:cxnLst>
                    <a:cxn ang="0">
                      <a:pos x="379" y="740"/>
                    </a:cxn>
                    <a:cxn ang="0">
                      <a:pos x="377" y="740"/>
                    </a:cxn>
                    <a:cxn ang="0">
                      <a:pos x="381" y="772"/>
                    </a:cxn>
                    <a:cxn ang="0">
                      <a:pos x="383" y="772"/>
                    </a:cxn>
                    <a:cxn ang="0">
                      <a:pos x="383" y="773"/>
                    </a:cxn>
                    <a:cxn ang="0">
                      <a:pos x="383" y="773"/>
                    </a:cxn>
                    <a:cxn ang="0">
                      <a:pos x="382" y="760"/>
                    </a:cxn>
                    <a:cxn ang="0">
                      <a:pos x="379" y="740"/>
                    </a:cxn>
                    <a:cxn ang="0">
                      <a:pos x="179" y="98"/>
                    </a:cxn>
                    <a:cxn ang="0">
                      <a:pos x="176" y="98"/>
                    </a:cxn>
                    <a:cxn ang="0">
                      <a:pos x="189" y="109"/>
                    </a:cxn>
                    <a:cxn ang="0">
                      <a:pos x="258" y="194"/>
                    </a:cxn>
                    <a:cxn ang="0">
                      <a:pos x="261" y="194"/>
                    </a:cxn>
                    <a:cxn ang="0">
                      <a:pos x="190" y="107"/>
                    </a:cxn>
                    <a:cxn ang="0">
                      <a:pos x="179" y="98"/>
                    </a:cxn>
                    <a:cxn ang="0">
                      <a:pos x="1" y="0"/>
                    </a:cxn>
                    <a:cxn ang="0">
                      <a:pos x="0" y="2"/>
                    </a:cxn>
                    <a:cxn ang="0">
                      <a:pos x="175" y="97"/>
                    </a:cxn>
                    <a:cxn ang="0">
                      <a:pos x="178" y="97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383" h="773">
                      <a:moveTo>
                        <a:pt x="379" y="740"/>
                      </a:moveTo>
                      <a:cubicBezTo>
                        <a:pt x="377" y="740"/>
                        <a:pt x="377" y="740"/>
                        <a:pt x="377" y="740"/>
                      </a:cubicBezTo>
                      <a:cubicBezTo>
                        <a:pt x="379" y="757"/>
                        <a:pt x="381" y="769"/>
                        <a:pt x="381" y="772"/>
                      </a:cubicBezTo>
                      <a:cubicBezTo>
                        <a:pt x="383" y="772"/>
                        <a:pt x="383" y="772"/>
                        <a:pt x="383" y="772"/>
                      </a:cubicBezTo>
                      <a:cubicBezTo>
                        <a:pt x="383" y="773"/>
                        <a:pt x="383" y="773"/>
                        <a:pt x="383" y="773"/>
                      </a:cubicBezTo>
                      <a:cubicBezTo>
                        <a:pt x="383" y="773"/>
                        <a:pt x="383" y="773"/>
                        <a:pt x="383" y="773"/>
                      </a:cubicBezTo>
                      <a:cubicBezTo>
                        <a:pt x="383" y="773"/>
                        <a:pt x="383" y="768"/>
                        <a:pt x="382" y="760"/>
                      </a:cubicBezTo>
                      <a:cubicBezTo>
                        <a:pt x="381" y="755"/>
                        <a:pt x="380" y="748"/>
                        <a:pt x="379" y="740"/>
                      </a:cubicBezTo>
                      <a:moveTo>
                        <a:pt x="179" y="98"/>
                      </a:moveTo>
                      <a:cubicBezTo>
                        <a:pt x="176" y="98"/>
                        <a:pt x="176" y="98"/>
                        <a:pt x="176" y="98"/>
                      </a:cubicBezTo>
                      <a:cubicBezTo>
                        <a:pt x="181" y="102"/>
                        <a:pt x="185" y="106"/>
                        <a:pt x="189" y="109"/>
                      </a:cubicBezTo>
                      <a:cubicBezTo>
                        <a:pt x="204" y="122"/>
                        <a:pt x="231" y="156"/>
                        <a:pt x="258" y="194"/>
                      </a:cubicBezTo>
                      <a:cubicBezTo>
                        <a:pt x="261" y="194"/>
                        <a:pt x="261" y="194"/>
                        <a:pt x="261" y="194"/>
                      </a:cubicBezTo>
                      <a:cubicBezTo>
                        <a:pt x="233" y="156"/>
                        <a:pt x="206" y="121"/>
                        <a:pt x="190" y="107"/>
                      </a:cubicBezTo>
                      <a:cubicBezTo>
                        <a:pt x="187" y="104"/>
                        <a:pt x="183" y="101"/>
                        <a:pt x="179" y="98"/>
                      </a:cubicBezTo>
                      <a:moveTo>
                        <a:pt x="1" y="0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82" y="22"/>
                        <a:pt x="139" y="66"/>
                        <a:pt x="175" y="97"/>
                      </a:cubicBezTo>
                      <a:cubicBezTo>
                        <a:pt x="178" y="97"/>
                        <a:pt x="178" y="97"/>
                        <a:pt x="178" y="97"/>
                      </a:cubicBezTo>
                      <a:cubicBezTo>
                        <a:pt x="142" y="66"/>
                        <a:pt x="84" y="20"/>
                        <a:pt x="1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47" name="Freeform 117"/>
                <p:cNvSpPr>
                  <a:spLocks/>
                </p:cNvSpPr>
                <p:nvPr/>
              </p:nvSpPr>
              <p:spPr bwMode="auto">
                <a:xfrm>
                  <a:off x="-1298" y="1754"/>
                  <a:ext cx="10" cy="2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0"/>
                    </a:cxn>
                    <a:cxn ang="0">
                      <a:pos x="1" y="1"/>
                    </a:cxn>
                    <a:cxn ang="0">
                      <a:pos x="4" y="1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4" h="1">
                      <a:moveTo>
                        <a:pt x="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3" y="0"/>
                        <a:pt x="3" y="0"/>
                        <a:pt x="3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48" name="Freeform 118"/>
                <p:cNvSpPr>
                  <a:spLocks/>
                </p:cNvSpPr>
                <p:nvPr/>
              </p:nvSpPr>
              <p:spPr bwMode="auto">
                <a:xfrm>
                  <a:off x="-843" y="2809"/>
                  <a:ext cx="4" cy="2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49" name="Freeform 119"/>
                <p:cNvSpPr>
                  <a:spLocks/>
                </p:cNvSpPr>
                <p:nvPr/>
              </p:nvSpPr>
              <p:spPr bwMode="auto">
                <a:xfrm>
                  <a:off x="-820" y="3276"/>
                  <a:ext cx="5" cy="2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50" name="Freeform 120"/>
                <p:cNvSpPr>
                  <a:spLocks/>
                </p:cNvSpPr>
                <p:nvPr/>
              </p:nvSpPr>
              <p:spPr bwMode="auto">
                <a:xfrm>
                  <a:off x="-810" y="3356"/>
                  <a:ext cx="2" cy="1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0"/>
                        <a:pt x="1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51" name="Freeform 121"/>
                <p:cNvSpPr>
                  <a:spLocks/>
                </p:cNvSpPr>
                <p:nvPr/>
              </p:nvSpPr>
              <p:spPr bwMode="auto">
                <a:xfrm>
                  <a:off x="-810" y="3354"/>
                  <a:ext cx="4" cy="2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1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52" name="Freeform 122"/>
                <p:cNvSpPr>
                  <a:spLocks/>
                </p:cNvSpPr>
                <p:nvPr/>
              </p:nvSpPr>
              <p:spPr bwMode="auto">
                <a:xfrm>
                  <a:off x="-858" y="2498"/>
                  <a:ext cx="5" cy="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53" name="Freeform 123"/>
                <p:cNvSpPr>
                  <a:spLocks/>
                </p:cNvSpPr>
                <p:nvPr/>
              </p:nvSpPr>
              <p:spPr bwMode="auto">
                <a:xfrm>
                  <a:off x="-924" y="2256"/>
                  <a:ext cx="7" cy="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3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3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54" name="Freeform 124"/>
                <p:cNvSpPr>
                  <a:spLocks noEditPoints="1"/>
                </p:cNvSpPr>
                <p:nvPr/>
              </p:nvSpPr>
              <p:spPr bwMode="auto">
                <a:xfrm>
                  <a:off x="-2699" y="2451"/>
                  <a:ext cx="106" cy="825"/>
                </a:xfrm>
                <a:custGeom>
                  <a:avLst/>
                  <a:gdLst/>
                  <a:ahLst/>
                  <a:cxnLst>
                    <a:cxn ang="0">
                      <a:pos x="16" y="262"/>
                    </a:cxn>
                    <a:cxn ang="0">
                      <a:pos x="14" y="262"/>
                    </a:cxn>
                    <a:cxn ang="0">
                      <a:pos x="14" y="266"/>
                    </a:cxn>
                    <a:cxn ang="0">
                      <a:pos x="0" y="348"/>
                    </a:cxn>
                    <a:cxn ang="0">
                      <a:pos x="2" y="348"/>
                    </a:cxn>
                    <a:cxn ang="0">
                      <a:pos x="16" y="262"/>
                    </a:cxn>
                    <a:cxn ang="0">
                      <a:pos x="34" y="152"/>
                    </a:cxn>
                    <a:cxn ang="0">
                      <a:pos x="32" y="152"/>
                    </a:cxn>
                    <a:cxn ang="0">
                      <a:pos x="20" y="239"/>
                    </a:cxn>
                    <a:cxn ang="0">
                      <a:pos x="16" y="256"/>
                    </a:cxn>
                    <a:cxn ang="0">
                      <a:pos x="15" y="260"/>
                    </a:cxn>
                    <a:cxn ang="0">
                      <a:pos x="15" y="260"/>
                    </a:cxn>
                    <a:cxn ang="0">
                      <a:pos x="15" y="261"/>
                    </a:cxn>
                    <a:cxn ang="0">
                      <a:pos x="15" y="261"/>
                    </a:cxn>
                    <a:cxn ang="0">
                      <a:pos x="15" y="261"/>
                    </a:cxn>
                    <a:cxn ang="0">
                      <a:pos x="17" y="261"/>
                    </a:cxn>
                    <a:cxn ang="0">
                      <a:pos x="34" y="152"/>
                    </a:cxn>
                    <a:cxn ang="0">
                      <a:pos x="43" y="21"/>
                    </a:cxn>
                    <a:cxn ang="0">
                      <a:pos x="41" y="21"/>
                    </a:cxn>
                    <a:cxn ang="0">
                      <a:pos x="43" y="52"/>
                    </a:cxn>
                    <a:cxn ang="0">
                      <a:pos x="43" y="55"/>
                    </a:cxn>
                    <a:cxn ang="0">
                      <a:pos x="43" y="55"/>
                    </a:cxn>
                    <a:cxn ang="0">
                      <a:pos x="42" y="66"/>
                    </a:cxn>
                    <a:cxn ang="0">
                      <a:pos x="32" y="151"/>
                    </a:cxn>
                    <a:cxn ang="0">
                      <a:pos x="34" y="151"/>
                    </a:cxn>
                    <a:cxn ang="0">
                      <a:pos x="45" y="55"/>
                    </a:cxn>
                    <a:cxn ang="0">
                      <a:pos x="45" y="55"/>
                    </a:cxn>
                    <a:cxn ang="0">
                      <a:pos x="45" y="52"/>
                    </a:cxn>
                    <a:cxn ang="0">
                      <a:pos x="43" y="21"/>
                    </a:cxn>
                    <a:cxn ang="0">
                      <a:pos x="41" y="0"/>
                    </a:cxn>
                    <a:cxn ang="0">
                      <a:pos x="41" y="1"/>
                    </a:cxn>
                    <a:cxn ang="0">
                      <a:pos x="39" y="1"/>
                    </a:cxn>
                    <a:cxn ang="0">
                      <a:pos x="39" y="1"/>
                    </a:cxn>
                    <a:cxn ang="0">
                      <a:pos x="41" y="20"/>
                    </a:cxn>
                    <a:cxn ang="0">
                      <a:pos x="43" y="20"/>
                    </a:cxn>
                    <a:cxn ang="0">
                      <a:pos x="41" y="0"/>
                    </a:cxn>
                  </a:cxnLst>
                  <a:rect l="0" t="0" r="r" b="b"/>
                  <a:pathLst>
                    <a:path w="45" h="348">
                      <a:moveTo>
                        <a:pt x="16" y="262"/>
                      </a:moveTo>
                      <a:cubicBezTo>
                        <a:pt x="14" y="262"/>
                        <a:pt x="14" y="262"/>
                        <a:pt x="14" y="262"/>
                      </a:cubicBezTo>
                      <a:cubicBezTo>
                        <a:pt x="14" y="263"/>
                        <a:pt x="14" y="264"/>
                        <a:pt x="14" y="266"/>
                      </a:cubicBezTo>
                      <a:cubicBezTo>
                        <a:pt x="13" y="278"/>
                        <a:pt x="9" y="309"/>
                        <a:pt x="0" y="348"/>
                      </a:cubicBezTo>
                      <a:cubicBezTo>
                        <a:pt x="2" y="348"/>
                        <a:pt x="2" y="348"/>
                        <a:pt x="2" y="348"/>
                      </a:cubicBezTo>
                      <a:cubicBezTo>
                        <a:pt x="13" y="303"/>
                        <a:pt x="16" y="268"/>
                        <a:pt x="16" y="262"/>
                      </a:cubicBezTo>
                      <a:moveTo>
                        <a:pt x="34" y="152"/>
                      </a:moveTo>
                      <a:cubicBezTo>
                        <a:pt x="32" y="152"/>
                        <a:pt x="32" y="152"/>
                        <a:pt x="32" y="152"/>
                      </a:cubicBezTo>
                      <a:cubicBezTo>
                        <a:pt x="28" y="195"/>
                        <a:pt x="23" y="222"/>
                        <a:pt x="20" y="239"/>
                      </a:cubicBezTo>
                      <a:cubicBezTo>
                        <a:pt x="18" y="247"/>
                        <a:pt x="17" y="252"/>
                        <a:pt x="16" y="256"/>
                      </a:cubicBezTo>
                      <a:cubicBezTo>
                        <a:pt x="16" y="258"/>
                        <a:pt x="15" y="259"/>
                        <a:pt x="15" y="260"/>
                      </a:cubicBezTo>
                      <a:cubicBezTo>
                        <a:pt x="15" y="260"/>
                        <a:pt x="15" y="260"/>
                        <a:pt x="15" y="260"/>
                      </a:cubicBezTo>
                      <a:cubicBezTo>
                        <a:pt x="15" y="261"/>
                        <a:pt x="15" y="261"/>
                        <a:pt x="15" y="261"/>
                      </a:cubicBezTo>
                      <a:cubicBezTo>
                        <a:pt x="15" y="261"/>
                        <a:pt x="15" y="261"/>
                        <a:pt x="15" y="261"/>
                      </a:cubicBezTo>
                      <a:cubicBezTo>
                        <a:pt x="15" y="261"/>
                        <a:pt x="15" y="261"/>
                        <a:pt x="15" y="261"/>
                      </a:cubicBezTo>
                      <a:cubicBezTo>
                        <a:pt x="17" y="261"/>
                        <a:pt x="17" y="261"/>
                        <a:pt x="17" y="261"/>
                      </a:cubicBezTo>
                      <a:cubicBezTo>
                        <a:pt x="18" y="257"/>
                        <a:pt x="26" y="232"/>
                        <a:pt x="34" y="152"/>
                      </a:cubicBezTo>
                      <a:moveTo>
                        <a:pt x="43" y="21"/>
                      </a:moveTo>
                      <a:cubicBezTo>
                        <a:pt x="41" y="21"/>
                        <a:pt x="41" y="21"/>
                        <a:pt x="41" y="21"/>
                      </a:cubicBezTo>
                      <a:cubicBezTo>
                        <a:pt x="42" y="33"/>
                        <a:pt x="43" y="45"/>
                        <a:pt x="43" y="52"/>
                      </a:cubicBezTo>
                      <a:cubicBezTo>
                        <a:pt x="43" y="53"/>
                        <a:pt x="43" y="54"/>
                        <a:pt x="43" y="55"/>
                      </a:cubicBezTo>
                      <a:cubicBezTo>
                        <a:pt x="43" y="55"/>
                        <a:pt x="43" y="55"/>
                        <a:pt x="43" y="55"/>
                      </a:cubicBezTo>
                      <a:cubicBezTo>
                        <a:pt x="43" y="55"/>
                        <a:pt x="43" y="59"/>
                        <a:pt x="42" y="66"/>
                      </a:cubicBezTo>
                      <a:cubicBezTo>
                        <a:pt x="41" y="86"/>
                        <a:pt x="37" y="130"/>
                        <a:pt x="32" y="151"/>
                      </a:cubicBezTo>
                      <a:cubicBezTo>
                        <a:pt x="34" y="151"/>
                        <a:pt x="34" y="151"/>
                        <a:pt x="34" y="151"/>
                      </a:cubicBezTo>
                      <a:cubicBezTo>
                        <a:pt x="41" y="122"/>
                        <a:pt x="45" y="55"/>
                        <a:pt x="45" y="55"/>
                      </a:cubicBezTo>
                      <a:cubicBezTo>
                        <a:pt x="45" y="55"/>
                        <a:pt x="45" y="55"/>
                        <a:pt x="45" y="55"/>
                      </a:cubicBezTo>
                      <a:cubicBezTo>
                        <a:pt x="45" y="54"/>
                        <a:pt x="45" y="53"/>
                        <a:pt x="45" y="52"/>
                      </a:cubicBezTo>
                      <a:cubicBezTo>
                        <a:pt x="45" y="45"/>
                        <a:pt x="44" y="33"/>
                        <a:pt x="43" y="21"/>
                      </a:cubicBezTo>
                      <a:moveTo>
                        <a:pt x="41" y="0"/>
                      </a:moveTo>
                      <a:cubicBezTo>
                        <a:pt x="41" y="1"/>
                        <a:pt x="41" y="1"/>
                        <a:pt x="41" y="1"/>
                      </a:cubicBezTo>
                      <a:cubicBezTo>
                        <a:pt x="39" y="1"/>
                        <a:pt x="39" y="1"/>
                        <a:pt x="39" y="1"/>
                      </a:cubicBezTo>
                      <a:cubicBezTo>
                        <a:pt x="39" y="1"/>
                        <a:pt x="39" y="1"/>
                        <a:pt x="39" y="1"/>
                      </a:cubicBezTo>
                      <a:cubicBezTo>
                        <a:pt x="39" y="6"/>
                        <a:pt x="40" y="13"/>
                        <a:pt x="41" y="20"/>
                      </a:cubicBezTo>
                      <a:cubicBezTo>
                        <a:pt x="43" y="20"/>
                        <a:pt x="43" y="20"/>
                        <a:pt x="43" y="20"/>
                      </a:cubicBezTo>
                      <a:cubicBezTo>
                        <a:pt x="42" y="13"/>
                        <a:pt x="41" y="6"/>
                        <a:pt x="41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55" name="Freeform 125"/>
                <p:cNvSpPr>
                  <a:spLocks/>
                </p:cNvSpPr>
                <p:nvPr/>
              </p:nvSpPr>
              <p:spPr bwMode="auto">
                <a:xfrm>
                  <a:off x="-2666" y="3069"/>
                  <a:ext cx="7" cy="3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3" y="0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 h="1">
                      <a:moveTo>
                        <a:pt x="3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3" y="1"/>
                        <a:pt x="3" y="0"/>
                        <a:pt x="3" y="0"/>
                      </a:cubicBezTo>
                      <a:cubicBezTo>
                        <a:pt x="3" y="0"/>
                        <a:pt x="3" y="0"/>
                        <a:pt x="3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56" name="Freeform 126"/>
                <p:cNvSpPr>
                  <a:spLocks/>
                </p:cNvSpPr>
                <p:nvPr/>
              </p:nvSpPr>
              <p:spPr bwMode="auto">
                <a:xfrm>
                  <a:off x="-2796" y="3278"/>
                  <a:ext cx="102" cy="258"/>
                </a:xfrm>
                <a:custGeom>
                  <a:avLst/>
                  <a:gdLst/>
                  <a:ahLst/>
                  <a:cxnLst>
                    <a:cxn ang="0">
                      <a:pos x="43" y="0"/>
                    </a:cxn>
                    <a:cxn ang="0">
                      <a:pos x="40" y="0"/>
                    </a:cxn>
                    <a:cxn ang="0">
                      <a:pos x="0" y="108"/>
                    </a:cxn>
                    <a:cxn ang="0">
                      <a:pos x="1" y="109"/>
                    </a:cxn>
                    <a:cxn ang="0">
                      <a:pos x="2" y="109"/>
                    </a:cxn>
                    <a:cxn ang="0">
                      <a:pos x="33" y="33"/>
                    </a:cxn>
                    <a:cxn ang="0">
                      <a:pos x="33" y="32"/>
                    </a:cxn>
                    <a:cxn ang="0">
                      <a:pos x="34" y="32"/>
                    </a:cxn>
                    <a:cxn ang="0">
                      <a:pos x="43" y="0"/>
                    </a:cxn>
                  </a:cxnLst>
                  <a:rect l="0" t="0" r="r" b="b"/>
                  <a:pathLst>
                    <a:path w="43" h="109">
                      <a:moveTo>
                        <a:pt x="43" y="0"/>
                      </a:moveTo>
                      <a:cubicBezTo>
                        <a:pt x="40" y="0"/>
                        <a:pt x="40" y="0"/>
                        <a:pt x="40" y="0"/>
                      </a:cubicBezTo>
                      <a:cubicBezTo>
                        <a:pt x="32" y="34"/>
                        <a:pt x="19" y="73"/>
                        <a:pt x="0" y="108"/>
                      </a:cubicBezTo>
                      <a:cubicBezTo>
                        <a:pt x="1" y="109"/>
                        <a:pt x="1" y="109"/>
                        <a:pt x="1" y="109"/>
                      </a:cubicBezTo>
                      <a:cubicBezTo>
                        <a:pt x="2" y="109"/>
                        <a:pt x="2" y="109"/>
                        <a:pt x="2" y="109"/>
                      </a:cubicBezTo>
                      <a:cubicBezTo>
                        <a:pt x="15" y="84"/>
                        <a:pt x="26" y="58"/>
                        <a:pt x="33" y="33"/>
                      </a:cubicBezTo>
                      <a:cubicBezTo>
                        <a:pt x="33" y="32"/>
                        <a:pt x="33" y="32"/>
                        <a:pt x="33" y="32"/>
                      </a:cubicBezTo>
                      <a:cubicBezTo>
                        <a:pt x="34" y="32"/>
                        <a:pt x="34" y="32"/>
                        <a:pt x="34" y="32"/>
                      </a:cubicBezTo>
                      <a:cubicBezTo>
                        <a:pt x="37" y="21"/>
                        <a:pt x="40" y="10"/>
                        <a:pt x="43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57" name="Freeform 127"/>
                <p:cNvSpPr>
                  <a:spLocks/>
                </p:cNvSpPr>
                <p:nvPr/>
              </p:nvSpPr>
              <p:spPr bwMode="auto">
                <a:xfrm>
                  <a:off x="-2623" y="2809"/>
                  <a:ext cx="4" cy="2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58" name="Freeform 128"/>
                <p:cNvSpPr>
                  <a:spLocks/>
                </p:cNvSpPr>
                <p:nvPr/>
              </p:nvSpPr>
              <p:spPr bwMode="auto">
                <a:xfrm>
                  <a:off x="-2701" y="3276"/>
                  <a:ext cx="7" cy="2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1" y="0"/>
                    </a:cxn>
                    <a:cxn ang="0">
                      <a:pos x="0" y="1"/>
                    </a:cxn>
                    <a:cxn ang="0">
                      <a:pos x="3" y="1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 h="1">
                      <a:moveTo>
                        <a:pt x="3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1"/>
                        <a:pt x="0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0"/>
                        <a:pt x="3" y="0"/>
                        <a:pt x="3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59" name="Freeform 129"/>
                <p:cNvSpPr>
                  <a:spLocks/>
                </p:cNvSpPr>
                <p:nvPr/>
              </p:nvSpPr>
              <p:spPr bwMode="auto">
                <a:xfrm>
                  <a:off x="-2718" y="3354"/>
                  <a:ext cx="2" cy="2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1" h="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1" y="1"/>
                        <a:pt x="1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60" name="Freeform 130"/>
                <p:cNvSpPr>
                  <a:spLocks/>
                </p:cNvSpPr>
                <p:nvPr/>
              </p:nvSpPr>
              <p:spPr bwMode="auto">
                <a:xfrm>
                  <a:off x="-2602" y="2498"/>
                  <a:ext cx="5" cy="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61" name="Freeform 131"/>
                <p:cNvSpPr>
                  <a:spLocks noEditPoints="1"/>
                </p:cNvSpPr>
                <p:nvPr/>
              </p:nvSpPr>
              <p:spPr bwMode="auto">
                <a:xfrm>
                  <a:off x="-3769" y="1986"/>
                  <a:ext cx="118" cy="270"/>
                </a:xfrm>
                <a:custGeom>
                  <a:avLst/>
                  <a:gdLst/>
                  <a:ahLst/>
                  <a:cxnLst>
                    <a:cxn ang="0">
                      <a:pos x="6" y="101"/>
                    </a:cxn>
                    <a:cxn ang="0">
                      <a:pos x="4" y="101"/>
                    </a:cxn>
                    <a:cxn ang="0">
                      <a:pos x="0" y="114"/>
                    </a:cxn>
                    <a:cxn ang="0">
                      <a:pos x="3" y="114"/>
                    </a:cxn>
                    <a:cxn ang="0">
                      <a:pos x="6" y="101"/>
                    </a:cxn>
                    <a:cxn ang="0">
                      <a:pos x="50" y="0"/>
                    </a:cxn>
                    <a:cxn ang="0">
                      <a:pos x="48" y="0"/>
                    </a:cxn>
                    <a:cxn ang="0">
                      <a:pos x="4" y="100"/>
                    </a:cxn>
                    <a:cxn ang="0">
                      <a:pos x="6" y="100"/>
                    </a:cxn>
                    <a:cxn ang="0">
                      <a:pos x="21" y="55"/>
                    </a:cxn>
                    <a:cxn ang="0">
                      <a:pos x="41" y="13"/>
                    </a:cxn>
                    <a:cxn ang="0">
                      <a:pos x="48" y="3"/>
                    </a:cxn>
                    <a:cxn ang="0">
                      <a:pos x="50" y="0"/>
                    </a:cxn>
                    <a:cxn ang="0">
                      <a:pos x="50" y="0"/>
                    </a:cxn>
                  </a:cxnLst>
                  <a:rect l="0" t="0" r="r" b="b"/>
                  <a:pathLst>
                    <a:path w="50" h="114">
                      <a:moveTo>
                        <a:pt x="6" y="101"/>
                      </a:moveTo>
                      <a:cubicBezTo>
                        <a:pt x="4" y="101"/>
                        <a:pt x="4" y="101"/>
                        <a:pt x="4" y="101"/>
                      </a:cubicBezTo>
                      <a:cubicBezTo>
                        <a:pt x="3" y="105"/>
                        <a:pt x="1" y="109"/>
                        <a:pt x="0" y="114"/>
                      </a:cubicBezTo>
                      <a:cubicBezTo>
                        <a:pt x="3" y="114"/>
                        <a:pt x="3" y="114"/>
                        <a:pt x="3" y="114"/>
                      </a:cubicBezTo>
                      <a:cubicBezTo>
                        <a:pt x="4" y="109"/>
                        <a:pt x="5" y="105"/>
                        <a:pt x="6" y="101"/>
                      </a:cubicBezTo>
                      <a:moveTo>
                        <a:pt x="50" y="0"/>
                      </a:move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3" y="6"/>
                        <a:pt x="20" y="40"/>
                        <a:pt x="4" y="100"/>
                      </a:cubicBezTo>
                      <a:cubicBezTo>
                        <a:pt x="6" y="100"/>
                        <a:pt x="6" y="100"/>
                        <a:pt x="6" y="100"/>
                      </a:cubicBezTo>
                      <a:cubicBezTo>
                        <a:pt x="11" y="83"/>
                        <a:pt x="16" y="68"/>
                        <a:pt x="21" y="55"/>
                      </a:cubicBezTo>
                      <a:cubicBezTo>
                        <a:pt x="28" y="36"/>
                        <a:pt x="36" y="22"/>
                        <a:pt x="41" y="13"/>
                      </a:cubicBezTo>
                      <a:cubicBezTo>
                        <a:pt x="44" y="9"/>
                        <a:pt x="46" y="5"/>
                        <a:pt x="48" y="3"/>
                      </a:cubicBezTo>
                      <a:cubicBezTo>
                        <a:pt x="49" y="2"/>
                        <a:pt x="49" y="1"/>
                        <a:pt x="50" y="0"/>
                      </a:cubicBezTo>
                      <a:cubicBezTo>
                        <a:pt x="50" y="0"/>
                        <a:pt x="50" y="0"/>
                        <a:pt x="50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62" name="Freeform 132"/>
                <p:cNvSpPr>
                  <a:spLocks/>
                </p:cNvSpPr>
                <p:nvPr/>
              </p:nvSpPr>
              <p:spPr bwMode="auto">
                <a:xfrm>
                  <a:off x="-3759" y="2223"/>
                  <a:ext cx="4" cy="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63" name="Freeform 133"/>
                <p:cNvSpPr>
                  <a:spLocks noEditPoints="1"/>
                </p:cNvSpPr>
                <p:nvPr/>
              </p:nvSpPr>
              <p:spPr bwMode="auto">
                <a:xfrm>
                  <a:off x="-3655" y="1522"/>
                  <a:ext cx="329" cy="462"/>
                </a:xfrm>
                <a:custGeom>
                  <a:avLst/>
                  <a:gdLst/>
                  <a:ahLst/>
                  <a:cxnLst>
                    <a:cxn ang="0">
                      <a:pos x="41" y="99"/>
                    </a:cxn>
                    <a:cxn ang="0">
                      <a:pos x="38" y="99"/>
                    </a:cxn>
                    <a:cxn ang="0">
                      <a:pos x="1" y="194"/>
                    </a:cxn>
                    <a:cxn ang="0">
                      <a:pos x="0" y="195"/>
                    </a:cxn>
                    <a:cxn ang="0">
                      <a:pos x="3" y="195"/>
                    </a:cxn>
                    <a:cxn ang="0">
                      <a:pos x="41" y="99"/>
                    </a:cxn>
                    <a:cxn ang="0">
                      <a:pos x="63" y="68"/>
                    </a:cxn>
                    <a:cxn ang="0">
                      <a:pos x="60" y="68"/>
                    </a:cxn>
                    <a:cxn ang="0">
                      <a:pos x="39" y="98"/>
                    </a:cxn>
                    <a:cxn ang="0">
                      <a:pos x="41" y="98"/>
                    </a:cxn>
                    <a:cxn ang="0">
                      <a:pos x="63" y="68"/>
                    </a:cxn>
                    <a:cxn ang="0">
                      <a:pos x="138" y="0"/>
                    </a:cxn>
                    <a:cxn ang="0">
                      <a:pos x="138" y="0"/>
                    </a:cxn>
                    <a:cxn ang="0">
                      <a:pos x="61" y="67"/>
                    </a:cxn>
                    <a:cxn ang="0">
                      <a:pos x="63" y="67"/>
                    </a:cxn>
                    <a:cxn ang="0">
                      <a:pos x="63" y="68"/>
                    </a:cxn>
                    <a:cxn ang="0">
                      <a:pos x="81" y="48"/>
                    </a:cxn>
                    <a:cxn ang="0">
                      <a:pos x="121" y="13"/>
                    </a:cxn>
                    <a:cxn ang="0">
                      <a:pos x="134" y="5"/>
                    </a:cxn>
                    <a:cxn ang="0">
                      <a:pos x="137" y="3"/>
                    </a:cxn>
                    <a:cxn ang="0">
                      <a:pos x="139" y="2"/>
                    </a:cxn>
                    <a:cxn ang="0">
                      <a:pos x="138" y="0"/>
                    </a:cxn>
                  </a:cxnLst>
                  <a:rect l="0" t="0" r="r" b="b"/>
                  <a:pathLst>
                    <a:path w="139" h="195">
                      <a:moveTo>
                        <a:pt x="41" y="99"/>
                      </a:moveTo>
                      <a:cubicBezTo>
                        <a:pt x="38" y="99"/>
                        <a:pt x="38" y="99"/>
                        <a:pt x="38" y="99"/>
                      </a:cubicBezTo>
                      <a:cubicBezTo>
                        <a:pt x="22" y="125"/>
                        <a:pt x="8" y="157"/>
                        <a:pt x="1" y="194"/>
                      </a:cubicBezTo>
                      <a:cubicBezTo>
                        <a:pt x="0" y="195"/>
                        <a:pt x="0" y="195"/>
                        <a:pt x="0" y="195"/>
                      </a:cubicBezTo>
                      <a:cubicBezTo>
                        <a:pt x="3" y="195"/>
                        <a:pt x="3" y="195"/>
                        <a:pt x="3" y="195"/>
                      </a:cubicBezTo>
                      <a:cubicBezTo>
                        <a:pt x="10" y="157"/>
                        <a:pt x="24" y="125"/>
                        <a:pt x="41" y="99"/>
                      </a:cubicBezTo>
                      <a:moveTo>
                        <a:pt x="63" y="68"/>
                      </a:moveTo>
                      <a:cubicBezTo>
                        <a:pt x="60" y="68"/>
                        <a:pt x="60" y="68"/>
                        <a:pt x="60" y="68"/>
                      </a:cubicBezTo>
                      <a:cubicBezTo>
                        <a:pt x="53" y="77"/>
                        <a:pt x="46" y="87"/>
                        <a:pt x="39" y="98"/>
                      </a:cubicBezTo>
                      <a:cubicBezTo>
                        <a:pt x="41" y="98"/>
                        <a:pt x="41" y="98"/>
                        <a:pt x="41" y="98"/>
                      </a:cubicBezTo>
                      <a:cubicBezTo>
                        <a:pt x="48" y="87"/>
                        <a:pt x="56" y="77"/>
                        <a:pt x="63" y="68"/>
                      </a:cubicBezTo>
                      <a:moveTo>
                        <a:pt x="138" y="0"/>
                      </a:moveTo>
                      <a:cubicBezTo>
                        <a:pt x="138" y="0"/>
                        <a:pt x="138" y="0"/>
                        <a:pt x="138" y="0"/>
                      </a:cubicBezTo>
                      <a:cubicBezTo>
                        <a:pt x="138" y="0"/>
                        <a:pt x="98" y="21"/>
                        <a:pt x="61" y="67"/>
                      </a:cubicBezTo>
                      <a:cubicBezTo>
                        <a:pt x="63" y="67"/>
                        <a:pt x="63" y="67"/>
                        <a:pt x="63" y="67"/>
                      </a:cubicBezTo>
                      <a:cubicBezTo>
                        <a:pt x="63" y="68"/>
                        <a:pt x="63" y="68"/>
                        <a:pt x="63" y="68"/>
                      </a:cubicBezTo>
                      <a:cubicBezTo>
                        <a:pt x="69" y="61"/>
                        <a:pt x="75" y="54"/>
                        <a:pt x="81" y="48"/>
                      </a:cubicBezTo>
                      <a:cubicBezTo>
                        <a:pt x="96" y="32"/>
                        <a:pt x="111" y="21"/>
                        <a:pt x="121" y="13"/>
                      </a:cubicBezTo>
                      <a:cubicBezTo>
                        <a:pt x="127" y="9"/>
                        <a:pt x="131" y="7"/>
                        <a:pt x="134" y="5"/>
                      </a:cubicBezTo>
                      <a:cubicBezTo>
                        <a:pt x="135" y="4"/>
                        <a:pt x="137" y="3"/>
                        <a:pt x="137" y="3"/>
                      </a:cubicBezTo>
                      <a:cubicBezTo>
                        <a:pt x="138" y="2"/>
                        <a:pt x="139" y="2"/>
                        <a:pt x="139" y="2"/>
                      </a:cubicBezTo>
                      <a:cubicBezTo>
                        <a:pt x="138" y="0"/>
                        <a:pt x="138" y="0"/>
                        <a:pt x="138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64" name="Freeform 134"/>
                <p:cNvSpPr>
                  <a:spLocks/>
                </p:cNvSpPr>
                <p:nvPr/>
              </p:nvSpPr>
              <p:spPr bwMode="auto">
                <a:xfrm>
                  <a:off x="-3565" y="1754"/>
                  <a:ext cx="7" cy="2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1" y="0"/>
                    </a:cxn>
                    <a:cxn ang="0">
                      <a:pos x="0" y="1"/>
                    </a:cxn>
                    <a:cxn ang="0">
                      <a:pos x="3" y="1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 h="1">
                      <a:moveTo>
                        <a:pt x="3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1"/>
                        <a:pt x="0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0"/>
                        <a:pt x="3" y="0"/>
                        <a:pt x="3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65" name="Freeform 135"/>
                <p:cNvSpPr>
                  <a:spLocks/>
                </p:cNvSpPr>
                <p:nvPr/>
              </p:nvSpPr>
              <p:spPr bwMode="auto">
                <a:xfrm>
                  <a:off x="-3513" y="1681"/>
                  <a:ext cx="7" cy="2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1" y="0"/>
                    </a:cxn>
                    <a:cxn ang="0">
                      <a:pos x="0" y="1"/>
                    </a:cxn>
                    <a:cxn ang="0">
                      <a:pos x="3" y="1"/>
                    </a:cxn>
                    <a:cxn ang="0">
                      <a:pos x="3" y="1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 h="1">
                      <a:moveTo>
                        <a:pt x="3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1"/>
                        <a:pt x="1" y="1"/>
                        <a:pt x="0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0"/>
                        <a:pt x="3" y="0"/>
                        <a:pt x="3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66" name="Freeform 136"/>
                <p:cNvSpPr>
                  <a:spLocks noEditPoints="1"/>
                </p:cNvSpPr>
                <p:nvPr/>
              </p:nvSpPr>
              <p:spPr bwMode="auto">
                <a:xfrm>
                  <a:off x="-3800" y="2259"/>
                  <a:ext cx="36" cy="1017"/>
                </a:xfrm>
                <a:custGeom>
                  <a:avLst/>
                  <a:gdLst/>
                  <a:ahLst/>
                  <a:cxnLst>
                    <a:cxn ang="0">
                      <a:pos x="4" y="343"/>
                    </a:cxn>
                    <a:cxn ang="0">
                      <a:pos x="2" y="343"/>
                    </a:cxn>
                    <a:cxn ang="0">
                      <a:pos x="2" y="355"/>
                    </a:cxn>
                    <a:cxn ang="0">
                      <a:pos x="3" y="429"/>
                    </a:cxn>
                    <a:cxn ang="0">
                      <a:pos x="5" y="429"/>
                    </a:cxn>
                    <a:cxn ang="0">
                      <a:pos x="4" y="355"/>
                    </a:cxn>
                    <a:cxn ang="0">
                      <a:pos x="4" y="343"/>
                    </a:cxn>
                    <a:cxn ang="0">
                      <a:pos x="3" y="255"/>
                    </a:cxn>
                    <a:cxn ang="0">
                      <a:pos x="1" y="255"/>
                    </a:cxn>
                    <a:cxn ang="0">
                      <a:pos x="2" y="327"/>
                    </a:cxn>
                    <a:cxn ang="0">
                      <a:pos x="2" y="342"/>
                    </a:cxn>
                    <a:cxn ang="0">
                      <a:pos x="4" y="342"/>
                    </a:cxn>
                    <a:cxn ang="0">
                      <a:pos x="4" y="335"/>
                    </a:cxn>
                    <a:cxn ang="0">
                      <a:pos x="4" y="327"/>
                    </a:cxn>
                    <a:cxn ang="0">
                      <a:pos x="4" y="327"/>
                    </a:cxn>
                    <a:cxn ang="0">
                      <a:pos x="3" y="255"/>
                    </a:cxn>
                    <a:cxn ang="0">
                      <a:pos x="3" y="233"/>
                    </a:cxn>
                    <a:cxn ang="0">
                      <a:pos x="1" y="233"/>
                    </a:cxn>
                    <a:cxn ang="0">
                      <a:pos x="1" y="254"/>
                    </a:cxn>
                    <a:cxn ang="0">
                      <a:pos x="3" y="254"/>
                    </a:cxn>
                    <a:cxn ang="0">
                      <a:pos x="3" y="233"/>
                    </a:cxn>
                    <a:cxn ang="0">
                      <a:pos x="2" y="102"/>
                    </a:cxn>
                    <a:cxn ang="0">
                      <a:pos x="0" y="102"/>
                    </a:cxn>
                    <a:cxn ang="0">
                      <a:pos x="0" y="156"/>
                    </a:cxn>
                    <a:cxn ang="0">
                      <a:pos x="1" y="232"/>
                    </a:cxn>
                    <a:cxn ang="0">
                      <a:pos x="3" y="232"/>
                    </a:cxn>
                    <a:cxn ang="0">
                      <a:pos x="2" y="108"/>
                    </a:cxn>
                    <a:cxn ang="0">
                      <a:pos x="2" y="102"/>
                    </a:cxn>
                    <a:cxn ang="0">
                      <a:pos x="15" y="0"/>
                    </a:cxn>
                    <a:cxn ang="0">
                      <a:pos x="13" y="0"/>
                    </a:cxn>
                    <a:cxn ang="0">
                      <a:pos x="0" y="93"/>
                    </a:cxn>
                    <a:cxn ang="0">
                      <a:pos x="0" y="101"/>
                    </a:cxn>
                    <a:cxn ang="0">
                      <a:pos x="2" y="101"/>
                    </a:cxn>
                    <a:cxn ang="0">
                      <a:pos x="15" y="0"/>
                    </a:cxn>
                  </a:cxnLst>
                  <a:rect l="0" t="0" r="r" b="b"/>
                  <a:pathLst>
                    <a:path w="15" h="429">
                      <a:moveTo>
                        <a:pt x="4" y="343"/>
                      </a:moveTo>
                      <a:cubicBezTo>
                        <a:pt x="2" y="343"/>
                        <a:pt x="2" y="343"/>
                        <a:pt x="2" y="343"/>
                      </a:cubicBezTo>
                      <a:cubicBezTo>
                        <a:pt x="2" y="347"/>
                        <a:pt x="2" y="351"/>
                        <a:pt x="2" y="355"/>
                      </a:cubicBezTo>
                      <a:cubicBezTo>
                        <a:pt x="2" y="374"/>
                        <a:pt x="2" y="401"/>
                        <a:pt x="3" y="429"/>
                      </a:cubicBezTo>
                      <a:cubicBezTo>
                        <a:pt x="5" y="429"/>
                        <a:pt x="5" y="429"/>
                        <a:pt x="5" y="429"/>
                      </a:cubicBezTo>
                      <a:cubicBezTo>
                        <a:pt x="4" y="401"/>
                        <a:pt x="4" y="374"/>
                        <a:pt x="4" y="355"/>
                      </a:cubicBezTo>
                      <a:cubicBezTo>
                        <a:pt x="4" y="351"/>
                        <a:pt x="4" y="347"/>
                        <a:pt x="4" y="343"/>
                      </a:cubicBezTo>
                      <a:moveTo>
                        <a:pt x="3" y="255"/>
                      </a:moveTo>
                      <a:cubicBezTo>
                        <a:pt x="1" y="255"/>
                        <a:pt x="1" y="255"/>
                        <a:pt x="1" y="255"/>
                      </a:cubicBezTo>
                      <a:cubicBezTo>
                        <a:pt x="2" y="327"/>
                        <a:pt x="2" y="327"/>
                        <a:pt x="2" y="327"/>
                      </a:cubicBezTo>
                      <a:cubicBezTo>
                        <a:pt x="2" y="327"/>
                        <a:pt x="2" y="333"/>
                        <a:pt x="2" y="342"/>
                      </a:cubicBezTo>
                      <a:cubicBezTo>
                        <a:pt x="4" y="342"/>
                        <a:pt x="4" y="342"/>
                        <a:pt x="4" y="342"/>
                      </a:cubicBezTo>
                      <a:cubicBezTo>
                        <a:pt x="4" y="339"/>
                        <a:pt x="4" y="337"/>
                        <a:pt x="4" y="335"/>
                      </a:cubicBezTo>
                      <a:cubicBezTo>
                        <a:pt x="4" y="330"/>
                        <a:pt x="4" y="327"/>
                        <a:pt x="4" y="327"/>
                      </a:cubicBezTo>
                      <a:cubicBezTo>
                        <a:pt x="4" y="327"/>
                        <a:pt x="4" y="327"/>
                        <a:pt x="4" y="327"/>
                      </a:cubicBezTo>
                      <a:cubicBezTo>
                        <a:pt x="3" y="255"/>
                        <a:pt x="3" y="255"/>
                        <a:pt x="3" y="255"/>
                      </a:cubicBezTo>
                      <a:moveTo>
                        <a:pt x="3" y="233"/>
                      </a:moveTo>
                      <a:cubicBezTo>
                        <a:pt x="1" y="233"/>
                        <a:pt x="1" y="233"/>
                        <a:pt x="1" y="233"/>
                      </a:cubicBezTo>
                      <a:cubicBezTo>
                        <a:pt x="1" y="254"/>
                        <a:pt x="1" y="254"/>
                        <a:pt x="1" y="254"/>
                      </a:cubicBezTo>
                      <a:cubicBezTo>
                        <a:pt x="3" y="254"/>
                        <a:pt x="3" y="254"/>
                        <a:pt x="3" y="254"/>
                      </a:cubicBezTo>
                      <a:cubicBezTo>
                        <a:pt x="3" y="233"/>
                        <a:pt x="3" y="233"/>
                        <a:pt x="3" y="233"/>
                      </a:cubicBezTo>
                      <a:moveTo>
                        <a:pt x="2" y="102"/>
                      </a:moveTo>
                      <a:cubicBezTo>
                        <a:pt x="0" y="102"/>
                        <a:pt x="0" y="102"/>
                        <a:pt x="0" y="102"/>
                      </a:cubicBezTo>
                      <a:cubicBezTo>
                        <a:pt x="0" y="156"/>
                        <a:pt x="0" y="156"/>
                        <a:pt x="0" y="156"/>
                      </a:cubicBezTo>
                      <a:cubicBezTo>
                        <a:pt x="1" y="232"/>
                        <a:pt x="1" y="232"/>
                        <a:pt x="1" y="232"/>
                      </a:cubicBezTo>
                      <a:cubicBezTo>
                        <a:pt x="3" y="232"/>
                        <a:pt x="3" y="232"/>
                        <a:pt x="3" y="232"/>
                      </a:cubicBezTo>
                      <a:cubicBezTo>
                        <a:pt x="2" y="108"/>
                        <a:pt x="2" y="108"/>
                        <a:pt x="2" y="108"/>
                      </a:cubicBezTo>
                      <a:cubicBezTo>
                        <a:pt x="2" y="106"/>
                        <a:pt x="2" y="104"/>
                        <a:pt x="2" y="102"/>
                      </a:cubicBezTo>
                      <a:moveTo>
                        <a:pt x="15" y="0"/>
                      </a:moveTo>
                      <a:cubicBezTo>
                        <a:pt x="13" y="0"/>
                        <a:pt x="13" y="0"/>
                        <a:pt x="13" y="0"/>
                      </a:cubicBezTo>
                      <a:cubicBezTo>
                        <a:pt x="7" y="26"/>
                        <a:pt x="2" y="57"/>
                        <a:pt x="0" y="93"/>
                      </a:cubicBezTo>
                      <a:cubicBezTo>
                        <a:pt x="0" y="101"/>
                        <a:pt x="0" y="101"/>
                        <a:pt x="0" y="101"/>
                      </a:cubicBezTo>
                      <a:cubicBezTo>
                        <a:pt x="2" y="101"/>
                        <a:pt x="2" y="101"/>
                        <a:pt x="2" y="101"/>
                      </a:cubicBezTo>
                      <a:cubicBezTo>
                        <a:pt x="3" y="62"/>
                        <a:pt x="9" y="28"/>
                        <a:pt x="15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67" name="Freeform 137"/>
                <p:cNvSpPr>
                  <a:spLocks/>
                </p:cNvSpPr>
                <p:nvPr/>
              </p:nvSpPr>
              <p:spPr bwMode="auto">
                <a:xfrm>
                  <a:off x="-3795" y="3069"/>
                  <a:ext cx="5" cy="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68" name="Freeform 138"/>
                <p:cNvSpPr>
                  <a:spLocks/>
                </p:cNvSpPr>
                <p:nvPr/>
              </p:nvSpPr>
              <p:spPr bwMode="auto">
                <a:xfrm>
                  <a:off x="-3797" y="2861"/>
                  <a:ext cx="4" cy="2"/>
                </a:xfrm>
                <a:custGeom>
                  <a:avLst/>
                  <a:gdLst/>
                  <a:ahLst/>
                  <a:cxnLst>
                    <a:cxn ang="0">
                      <a:pos x="4" y="0"/>
                    </a:cxn>
                    <a:cxn ang="0">
                      <a:pos x="0" y="0"/>
                    </a:cxn>
                    <a:cxn ang="0">
                      <a:pos x="0" y="2"/>
                    </a:cxn>
                    <a:cxn ang="0">
                      <a:pos x="4" y="2"/>
                    </a:cxn>
                    <a:cxn ang="0">
                      <a:pos x="4" y="0"/>
                    </a:cxn>
                    <a:cxn ang="0">
                      <a:pos x="4" y="0"/>
                    </a:cxn>
                  </a:cxnLst>
                  <a:rect l="0" t="0" r="r" b="b"/>
                  <a:pathLst>
                    <a:path w="4" h="2">
                      <a:moveTo>
                        <a:pt x="4" y="0"/>
                      </a:moveTo>
                      <a:lnTo>
                        <a:pt x="0" y="0"/>
                      </a:lnTo>
                      <a:lnTo>
                        <a:pt x="0" y="2"/>
                      </a:lnTo>
                      <a:lnTo>
                        <a:pt x="4" y="2"/>
                      </a:lnTo>
                      <a:lnTo>
                        <a:pt x="4" y="0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69" name="Freeform 139"/>
                <p:cNvSpPr>
                  <a:spLocks/>
                </p:cNvSpPr>
                <p:nvPr/>
              </p:nvSpPr>
              <p:spPr bwMode="auto">
                <a:xfrm>
                  <a:off x="-3793" y="3278"/>
                  <a:ext cx="15" cy="244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4" y="103"/>
                    </a:cxn>
                    <a:cxn ang="0">
                      <a:pos x="6" y="102"/>
                    </a:cxn>
                    <a:cxn ang="0">
                      <a:pos x="3" y="31"/>
                    </a:cxn>
                    <a:cxn ang="0">
                      <a:pos x="1" y="31"/>
                    </a:cxn>
                    <a:cxn ang="0">
                      <a:pos x="1" y="31"/>
                    </a:cxn>
                    <a:cxn ang="0">
                      <a:pos x="3" y="3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6" h="103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35"/>
                        <a:pt x="2" y="73"/>
                        <a:pt x="4" y="103"/>
                      </a:cubicBezTo>
                      <a:cubicBezTo>
                        <a:pt x="6" y="102"/>
                        <a:pt x="6" y="102"/>
                        <a:pt x="6" y="102"/>
                      </a:cubicBezTo>
                      <a:cubicBezTo>
                        <a:pt x="5" y="82"/>
                        <a:pt x="3" y="57"/>
                        <a:pt x="3" y="31"/>
                      </a:cubicBezTo>
                      <a:cubicBezTo>
                        <a:pt x="1" y="31"/>
                        <a:pt x="1" y="31"/>
                        <a:pt x="1" y="31"/>
                      </a:cubicBezTo>
                      <a:cubicBezTo>
                        <a:pt x="1" y="31"/>
                        <a:pt x="1" y="31"/>
                        <a:pt x="1" y="31"/>
                      </a:cubicBezTo>
                      <a:cubicBezTo>
                        <a:pt x="3" y="31"/>
                        <a:pt x="3" y="31"/>
                        <a:pt x="3" y="31"/>
                      </a:cubicBezTo>
                      <a:cubicBezTo>
                        <a:pt x="2" y="20"/>
                        <a:pt x="2" y="1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70" name="Freeform 140"/>
                <p:cNvSpPr>
                  <a:spLocks/>
                </p:cNvSpPr>
                <p:nvPr/>
              </p:nvSpPr>
              <p:spPr bwMode="auto">
                <a:xfrm>
                  <a:off x="-3797" y="2809"/>
                  <a:ext cx="4" cy="2"/>
                </a:xfrm>
                <a:custGeom>
                  <a:avLst/>
                  <a:gdLst/>
                  <a:ahLst/>
                  <a:cxnLst>
                    <a:cxn ang="0">
                      <a:pos x="4" y="0"/>
                    </a:cxn>
                    <a:cxn ang="0">
                      <a:pos x="0" y="0"/>
                    </a:cxn>
                    <a:cxn ang="0">
                      <a:pos x="0" y="2"/>
                    </a:cxn>
                    <a:cxn ang="0">
                      <a:pos x="4" y="2"/>
                    </a:cxn>
                    <a:cxn ang="0">
                      <a:pos x="4" y="0"/>
                    </a:cxn>
                    <a:cxn ang="0">
                      <a:pos x="4" y="0"/>
                    </a:cxn>
                  </a:cxnLst>
                  <a:rect l="0" t="0" r="r" b="b"/>
                  <a:pathLst>
                    <a:path w="4" h="2">
                      <a:moveTo>
                        <a:pt x="4" y="0"/>
                      </a:moveTo>
                      <a:lnTo>
                        <a:pt x="0" y="0"/>
                      </a:lnTo>
                      <a:lnTo>
                        <a:pt x="0" y="2"/>
                      </a:lnTo>
                      <a:lnTo>
                        <a:pt x="4" y="2"/>
                      </a:lnTo>
                      <a:lnTo>
                        <a:pt x="4" y="0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71" name="Freeform 141"/>
                <p:cNvSpPr>
                  <a:spLocks/>
                </p:cNvSpPr>
                <p:nvPr/>
              </p:nvSpPr>
              <p:spPr bwMode="auto">
                <a:xfrm>
                  <a:off x="-3793" y="3276"/>
                  <a:ext cx="5" cy="2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72" name="Freeform 142"/>
                <p:cNvSpPr>
                  <a:spLocks/>
                </p:cNvSpPr>
                <p:nvPr/>
              </p:nvSpPr>
              <p:spPr bwMode="auto">
                <a:xfrm>
                  <a:off x="-3790" y="3351"/>
                  <a:ext cx="5" cy="1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2" y="0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73" name="Freeform 143"/>
                <p:cNvSpPr>
                  <a:spLocks/>
                </p:cNvSpPr>
                <p:nvPr/>
              </p:nvSpPr>
              <p:spPr bwMode="auto">
                <a:xfrm>
                  <a:off x="-3800" y="2498"/>
                  <a:ext cx="5" cy="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74" name="Freeform 144"/>
                <p:cNvSpPr>
                  <a:spLocks/>
                </p:cNvSpPr>
                <p:nvPr/>
              </p:nvSpPr>
              <p:spPr bwMode="auto">
                <a:xfrm>
                  <a:off x="-3769" y="2256"/>
                  <a:ext cx="7" cy="3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 h="1">
                      <a:moveTo>
                        <a:pt x="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3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75" name="Freeform 145"/>
                <p:cNvSpPr>
                  <a:spLocks noEditPoints="1"/>
                </p:cNvSpPr>
                <p:nvPr/>
              </p:nvSpPr>
              <p:spPr bwMode="auto">
                <a:xfrm>
                  <a:off x="-3669" y="1986"/>
                  <a:ext cx="168" cy="1290"/>
                </a:xfrm>
                <a:custGeom>
                  <a:avLst/>
                  <a:gdLst/>
                  <a:ahLst/>
                  <a:cxnLst>
                    <a:cxn ang="0">
                      <a:pos x="14" y="458"/>
                    </a:cxn>
                    <a:cxn ang="0">
                      <a:pos x="12" y="458"/>
                    </a:cxn>
                    <a:cxn ang="0">
                      <a:pos x="0" y="544"/>
                    </a:cxn>
                    <a:cxn ang="0">
                      <a:pos x="2" y="544"/>
                    </a:cxn>
                    <a:cxn ang="0">
                      <a:pos x="14" y="458"/>
                    </a:cxn>
                    <a:cxn ang="0">
                      <a:pos x="28" y="348"/>
                    </a:cxn>
                    <a:cxn ang="0">
                      <a:pos x="26" y="348"/>
                    </a:cxn>
                    <a:cxn ang="0">
                      <a:pos x="13" y="442"/>
                    </a:cxn>
                    <a:cxn ang="0">
                      <a:pos x="13" y="442"/>
                    </a:cxn>
                    <a:cxn ang="0">
                      <a:pos x="13" y="442"/>
                    </a:cxn>
                    <a:cxn ang="0">
                      <a:pos x="13" y="446"/>
                    </a:cxn>
                    <a:cxn ang="0">
                      <a:pos x="12" y="457"/>
                    </a:cxn>
                    <a:cxn ang="0">
                      <a:pos x="14" y="457"/>
                    </a:cxn>
                    <a:cxn ang="0">
                      <a:pos x="15" y="443"/>
                    </a:cxn>
                    <a:cxn ang="0">
                      <a:pos x="27" y="370"/>
                    </a:cxn>
                    <a:cxn ang="0">
                      <a:pos x="27" y="370"/>
                    </a:cxn>
                    <a:cxn ang="0">
                      <a:pos x="27" y="369"/>
                    </a:cxn>
                    <a:cxn ang="0">
                      <a:pos x="27" y="369"/>
                    </a:cxn>
                    <a:cxn ang="0">
                      <a:pos x="28" y="348"/>
                    </a:cxn>
                    <a:cxn ang="0">
                      <a:pos x="29" y="217"/>
                    </a:cxn>
                    <a:cxn ang="0">
                      <a:pos x="27" y="217"/>
                    </a:cxn>
                    <a:cxn ang="0">
                      <a:pos x="27" y="220"/>
                    </a:cxn>
                    <a:cxn ang="0">
                      <a:pos x="27" y="223"/>
                    </a:cxn>
                    <a:cxn ang="0">
                      <a:pos x="28" y="258"/>
                    </a:cxn>
                    <a:cxn ang="0">
                      <a:pos x="26" y="347"/>
                    </a:cxn>
                    <a:cxn ang="0">
                      <a:pos x="28" y="347"/>
                    </a:cxn>
                    <a:cxn ang="0">
                      <a:pos x="30" y="258"/>
                    </a:cxn>
                    <a:cxn ang="0">
                      <a:pos x="29" y="223"/>
                    </a:cxn>
                    <a:cxn ang="0">
                      <a:pos x="29" y="220"/>
                    </a:cxn>
                    <a:cxn ang="0">
                      <a:pos x="29" y="217"/>
                    </a:cxn>
                    <a:cxn ang="0">
                      <a:pos x="39" y="115"/>
                    </a:cxn>
                    <a:cxn ang="0">
                      <a:pos x="37" y="115"/>
                    </a:cxn>
                    <a:cxn ang="0">
                      <a:pos x="27" y="216"/>
                    </a:cxn>
                    <a:cxn ang="0">
                      <a:pos x="29" y="216"/>
                    </a:cxn>
                    <a:cxn ang="0">
                      <a:pos x="39" y="115"/>
                    </a:cxn>
                    <a:cxn ang="0">
                      <a:pos x="71" y="0"/>
                    </a:cxn>
                    <a:cxn ang="0">
                      <a:pos x="69" y="0"/>
                    </a:cxn>
                    <a:cxn ang="0">
                      <a:pos x="69" y="0"/>
                    </a:cxn>
                    <a:cxn ang="0">
                      <a:pos x="37" y="114"/>
                    </a:cxn>
                    <a:cxn ang="0">
                      <a:pos x="39" y="114"/>
                    </a:cxn>
                    <a:cxn ang="0">
                      <a:pos x="50" y="63"/>
                    </a:cxn>
                    <a:cxn ang="0">
                      <a:pos x="64" y="17"/>
                    </a:cxn>
                    <a:cxn ang="0">
                      <a:pos x="69" y="5"/>
                    </a:cxn>
                    <a:cxn ang="0">
                      <a:pos x="71" y="1"/>
                    </a:cxn>
                    <a:cxn ang="0">
                      <a:pos x="71" y="1"/>
                    </a:cxn>
                    <a:cxn ang="0">
                      <a:pos x="71" y="1"/>
                    </a:cxn>
                    <a:cxn ang="0">
                      <a:pos x="71" y="0"/>
                    </a:cxn>
                  </a:cxnLst>
                  <a:rect l="0" t="0" r="r" b="b"/>
                  <a:pathLst>
                    <a:path w="71" h="544">
                      <a:moveTo>
                        <a:pt x="14" y="458"/>
                      </a:moveTo>
                      <a:cubicBezTo>
                        <a:pt x="12" y="458"/>
                        <a:pt x="12" y="458"/>
                        <a:pt x="12" y="458"/>
                      </a:cubicBezTo>
                      <a:cubicBezTo>
                        <a:pt x="11" y="476"/>
                        <a:pt x="8" y="508"/>
                        <a:pt x="0" y="544"/>
                      </a:cubicBezTo>
                      <a:cubicBezTo>
                        <a:pt x="2" y="544"/>
                        <a:pt x="2" y="544"/>
                        <a:pt x="2" y="544"/>
                      </a:cubicBezTo>
                      <a:cubicBezTo>
                        <a:pt x="10" y="507"/>
                        <a:pt x="13" y="476"/>
                        <a:pt x="14" y="458"/>
                      </a:cubicBezTo>
                      <a:moveTo>
                        <a:pt x="28" y="348"/>
                      </a:moveTo>
                      <a:cubicBezTo>
                        <a:pt x="26" y="348"/>
                        <a:pt x="26" y="348"/>
                        <a:pt x="26" y="348"/>
                      </a:cubicBezTo>
                      <a:cubicBezTo>
                        <a:pt x="24" y="387"/>
                        <a:pt x="20" y="411"/>
                        <a:pt x="13" y="442"/>
                      </a:cubicBezTo>
                      <a:cubicBezTo>
                        <a:pt x="13" y="442"/>
                        <a:pt x="13" y="442"/>
                        <a:pt x="13" y="442"/>
                      </a:cubicBezTo>
                      <a:cubicBezTo>
                        <a:pt x="13" y="442"/>
                        <a:pt x="13" y="442"/>
                        <a:pt x="13" y="442"/>
                      </a:cubicBezTo>
                      <a:cubicBezTo>
                        <a:pt x="13" y="442"/>
                        <a:pt x="13" y="444"/>
                        <a:pt x="13" y="446"/>
                      </a:cubicBezTo>
                      <a:cubicBezTo>
                        <a:pt x="13" y="449"/>
                        <a:pt x="13" y="452"/>
                        <a:pt x="12" y="457"/>
                      </a:cubicBezTo>
                      <a:cubicBezTo>
                        <a:pt x="14" y="457"/>
                        <a:pt x="14" y="457"/>
                        <a:pt x="14" y="457"/>
                      </a:cubicBezTo>
                      <a:cubicBezTo>
                        <a:pt x="15" y="448"/>
                        <a:pt x="15" y="443"/>
                        <a:pt x="15" y="443"/>
                      </a:cubicBezTo>
                      <a:cubicBezTo>
                        <a:pt x="21" y="418"/>
                        <a:pt x="24" y="397"/>
                        <a:pt x="27" y="370"/>
                      </a:cubicBezTo>
                      <a:cubicBezTo>
                        <a:pt x="27" y="370"/>
                        <a:pt x="27" y="370"/>
                        <a:pt x="27" y="370"/>
                      </a:cubicBezTo>
                      <a:cubicBezTo>
                        <a:pt x="27" y="369"/>
                        <a:pt x="27" y="369"/>
                        <a:pt x="27" y="369"/>
                      </a:cubicBezTo>
                      <a:cubicBezTo>
                        <a:pt x="27" y="369"/>
                        <a:pt x="27" y="369"/>
                        <a:pt x="27" y="369"/>
                      </a:cubicBezTo>
                      <a:cubicBezTo>
                        <a:pt x="27" y="363"/>
                        <a:pt x="28" y="356"/>
                        <a:pt x="28" y="348"/>
                      </a:cubicBezTo>
                      <a:moveTo>
                        <a:pt x="29" y="217"/>
                      </a:moveTo>
                      <a:cubicBezTo>
                        <a:pt x="27" y="217"/>
                        <a:pt x="27" y="217"/>
                        <a:pt x="27" y="217"/>
                      </a:cubicBezTo>
                      <a:cubicBezTo>
                        <a:pt x="27" y="218"/>
                        <a:pt x="27" y="219"/>
                        <a:pt x="27" y="220"/>
                      </a:cubicBezTo>
                      <a:cubicBezTo>
                        <a:pt x="27" y="221"/>
                        <a:pt x="27" y="222"/>
                        <a:pt x="27" y="223"/>
                      </a:cubicBezTo>
                      <a:cubicBezTo>
                        <a:pt x="28" y="235"/>
                        <a:pt x="28" y="247"/>
                        <a:pt x="28" y="258"/>
                      </a:cubicBezTo>
                      <a:cubicBezTo>
                        <a:pt x="28" y="295"/>
                        <a:pt x="27" y="324"/>
                        <a:pt x="26" y="347"/>
                      </a:cubicBezTo>
                      <a:cubicBezTo>
                        <a:pt x="28" y="347"/>
                        <a:pt x="28" y="347"/>
                        <a:pt x="28" y="347"/>
                      </a:cubicBezTo>
                      <a:cubicBezTo>
                        <a:pt x="29" y="324"/>
                        <a:pt x="30" y="295"/>
                        <a:pt x="30" y="258"/>
                      </a:cubicBezTo>
                      <a:cubicBezTo>
                        <a:pt x="30" y="247"/>
                        <a:pt x="30" y="235"/>
                        <a:pt x="29" y="223"/>
                      </a:cubicBezTo>
                      <a:cubicBezTo>
                        <a:pt x="29" y="222"/>
                        <a:pt x="29" y="221"/>
                        <a:pt x="29" y="220"/>
                      </a:cubicBezTo>
                      <a:cubicBezTo>
                        <a:pt x="29" y="219"/>
                        <a:pt x="29" y="218"/>
                        <a:pt x="29" y="217"/>
                      </a:cubicBezTo>
                      <a:moveTo>
                        <a:pt x="39" y="115"/>
                      </a:moveTo>
                      <a:cubicBezTo>
                        <a:pt x="37" y="115"/>
                        <a:pt x="37" y="115"/>
                        <a:pt x="37" y="115"/>
                      </a:cubicBezTo>
                      <a:cubicBezTo>
                        <a:pt x="31" y="144"/>
                        <a:pt x="28" y="179"/>
                        <a:pt x="27" y="216"/>
                      </a:cubicBezTo>
                      <a:cubicBezTo>
                        <a:pt x="29" y="216"/>
                        <a:pt x="29" y="216"/>
                        <a:pt x="29" y="216"/>
                      </a:cubicBezTo>
                      <a:cubicBezTo>
                        <a:pt x="30" y="179"/>
                        <a:pt x="33" y="144"/>
                        <a:pt x="39" y="115"/>
                      </a:cubicBezTo>
                      <a:moveTo>
                        <a:pt x="71" y="0"/>
                      </a:moveTo>
                      <a:cubicBezTo>
                        <a:pt x="69" y="0"/>
                        <a:pt x="69" y="0"/>
                        <a:pt x="69" y="0"/>
                      </a:cubicBezTo>
                      <a:cubicBezTo>
                        <a:pt x="69" y="0"/>
                        <a:pt x="69" y="0"/>
                        <a:pt x="69" y="0"/>
                      </a:cubicBezTo>
                      <a:cubicBezTo>
                        <a:pt x="68" y="3"/>
                        <a:pt x="49" y="46"/>
                        <a:pt x="37" y="114"/>
                      </a:cubicBezTo>
                      <a:cubicBezTo>
                        <a:pt x="39" y="114"/>
                        <a:pt x="39" y="114"/>
                        <a:pt x="39" y="114"/>
                      </a:cubicBezTo>
                      <a:cubicBezTo>
                        <a:pt x="42" y="95"/>
                        <a:pt x="46" y="78"/>
                        <a:pt x="50" y="63"/>
                      </a:cubicBezTo>
                      <a:cubicBezTo>
                        <a:pt x="55" y="43"/>
                        <a:pt x="60" y="28"/>
                        <a:pt x="64" y="17"/>
                      </a:cubicBezTo>
                      <a:cubicBezTo>
                        <a:pt x="66" y="12"/>
                        <a:pt x="68" y="8"/>
                        <a:pt x="69" y="5"/>
                      </a:cubicBezTo>
                      <a:cubicBezTo>
                        <a:pt x="70" y="2"/>
                        <a:pt x="71" y="1"/>
                        <a:pt x="71" y="1"/>
                      </a:cubicBezTo>
                      <a:cubicBezTo>
                        <a:pt x="71" y="1"/>
                        <a:pt x="71" y="1"/>
                        <a:pt x="71" y="1"/>
                      </a:cubicBezTo>
                      <a:cubicBezTo>
                        <a:pt x="71" y="1"/>
                        <a:pt x="71" y="1"/>
                        <a:pt x="71" y="1"/>
                      </a:cubicBezTo>
                      <a:cubicBezTo>
                        <a:pt x="71" y="0"/>
                        <a:pt x="71" y="0"/>
                        <a:pt x="71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76" name="Freeform 146"/>
                <p:cNvSpPr>
                  <a:spLocks/>
                </p:cNvSpPr>
                <p:nvPr/>
              </p:nvSpPr>
              <p:spPr bwMode="auto">
                <a:xfrm>
                  <a:off x="-3641" y="3069"/>
                  <a:ext cx="5" cy="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77" name="Freeform 147"/>
                <p:cNvSpPr>
                  <a:spLocks/>
                </p:cNvSpPr>
                <p:nvPr/>
              </p:nvSpPr>
              <p:spPr bwMode="auto">
                <a:xfrm>
                  <a:off x="-3606" y="2861"/>
                  <a:ext cx="1" cy="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78" name="Freeform 148"/>
                <p:cNvSpPr>
                  <a:spLocks noEditPoints="1"/>
                </p:cNvSpPr>
                <p:nvPr/>
              </p:nvSpPr>
              <p:spPr bwMode="auto">
                <a:xfrm>
                  <a:off x="-3714" y="1522"/>
                  <a:ext cx="435" cy="1912"/>
                </a:xfrm>
                <a:custGeom>
                  <a:avLst/>
                  <a:gdLst/>
                  <a:ahLst/>
                  <a:cxnLst>
                    <a:cxn ang="0">
                      <a:pos x="13" y="772"/>
                    </a:cxn>
                    <a:cxn ang="0">
                      <a:pos x="11" y="772"/>
                    </a:cxn>
                    <a:cxn ang="0">
                      <a:pos x="0" y="807"/>
                    </a:cxn>
                    <a:cxn ang="0">
                      <a:pos x="1" y="807"/>
                    </a:cxn>
                    <a:cxn ang="0">
                      <a:pos x="13" y="772"/>
                    </a:cxn>
                    <a:cxn ang="0">
                      <a:pos x="20" y="741"/>
                    </a:cxn>
                    <a:cxn ang="0">
                      <a:pos x="18" y="741"/>
                    </a:cxn>
                    <a:cxn ang="0">
                      <a:pos x="11" y="772"/>
                    </a:cxn>
                    <a:cxn ang="0">
                      <a:pos x="13" y="772"/>
                    </a:cxn>
                    <a:cxn ang="0">
                      <a:pos x="20" y="741"/>
                    </a:cxn>
                    <a:cxn ang="0">
                      <a:pos x="119" y="99"/>
                    </a:cxn>
                    <a:cxn ang="0">
                      <a:pos x="116" y="99"/>
                    </a:cxn>
                    <a:cxn ang="0">
                      <a:pos x="88" y="195"/>
                    </a:cxn>
                    <a:cxn ang="0">
                      <a:pos x="90" y="195"/>
                    </a:cxn>
                    <a:cxn ang="0">
                      <a:pos x="119" y="99"/>
                    </a:cxn>
                    <a:cxn ang="0">
                      <a:pos x="183" y="0"/>
                    </a:cxn>
                    <a:cxn ang="0">
                      <a:pos x="182" y="0"/>
                    </a:cxn>
                    <a:cxn ang="0">
                      <a:pos x="117" y="98"/>
                    </a:cxn>
                    <a:cxn ang="0">
                      <a:pos x="119" y="98"/>
                    </a:cxn>
                    <a:cxn ang="0">
                      <a:pos x="149" y="41"/>
                    </a:cxn>
                    <a:cxn ang="0">
                      <a:pos x="173" y="10"/>
                    </a:cxn>
                    <a:cxn ang="0">
                      <a:pos x="181" y="4"/>
                    </a:cxn>
                    <a:cxn ang="0">
                      <a:pos x="183" y="2"/>
                    </a:cxn>
                    <a:cxn ang="0">
                      <a:pos x="184" y="2"/>
                    </a:cxn>
                    <a:cxn ang="0">
                      <a:pos x="183" y="0"/>
                    </a:cxn>
                  </a:cxnLst>
                  <a:rect l="0" t="0" r="r" b="b"/>
                  <a:pathLst>
                    <a:path w="184" h="807">
                      <a:moveTo>
                        <a:pt x="13" y="772"/>
                      </a:moveTo>
                      <a:cubicBezTo>
                        <a:pt x="11" y="772"/>
                        <a:pt x="11" y="772"/>
                        <a:pt x="11" y="772"/>
                      </a:cubicBezTo>
                      <a:cubicBezTo>
                        <a:pt x="7" y="784"/>
                        <a:pt x="4" y="795"/>
                        <a:pt x="0" y="807"/>
                      </a:cubicBezTo>
                      <a:cubicBezTo>
                        <a:pt x="1" y="807"/>
                        <a:pt x="1" y="807"/>
                        <a:pt x="1" y="807"/>
                      </a:cubicBezTo>
                      <a:cubicBezTo>
                        <a:pt x="6" y="796"/>
                        <a:pt x="9" y="784"/>
                        <a:pt x="13" y="772"/>
                      </a:cubicBezTo>
                      <a:moveTo>
                        <a:pt x="20" y="741"/>
                      </a:moveTo>
                      <a:cubicBezTo>
                        <a:pt x="18" y="741"/>
                        <a:pt x="18" y="741"/>
                        <a:pt x="18" y="741"/>
                      </a:cubicBezTo>
                      <a:cubicBezTo>
                        <a:pt x="16" y="751"/>
                        <a:pt x="14" y="761"/>
                        <a:pt x="11" y="772"/>
                      </a:cubicBezTo>
                      <a:cubicBezTo>
                        <a:pt x="13" y="772"/>
                        <a:pt x="13" y="772"/>
                        <a:pt x="13" y="772"/>
                      </a:cubicBezTo>
                      <a:cubicBezTo>
                        <a:pt x="16" y="761"/>
                        <a:pt x="18" y="751"/>
                        <a:pt x="20" y="741"/>
                      </a:cubicBezTo>
                      <a:moveTo>
                        <a:pt x="119" y="99"/>
                      </a:moveTo>
                      <a:cubicBezTo>
                        <a:pt x="116" y="99"/>
                        <a:pt x="116" y="99"/>
                        <a:pt x="116" y="99"/>
                      </a:cubicBezTo>
                      <a:cubicBezTo>
                        <a:pt x="106" y="124"/>
                        <a:pt x="96" y="156"/>
                        <a:pt x="88" y="195"/>
                      </a:cubicBezTo>
                      <a:cubicBezTo>
                        <a:pt x="90" y="195"/>
                        <a:pt x="90" y="195"/>
                        <a:pt x="90" y="195"/>
                      </a:cubicBezTo>
                      <a:cubicBezTo>
                        <a:pt x="98" y="156"/>
                        <a:pt x="108" y="124"/>
                        <a:pt x="119" y="99"/>
                      </a:cubicBezTo>
                      <a:moveTo>
                        <a:pt x="183" y="0"/>
                      </a:moveTo>
                      <a:cubicBezTo>
                        <a:pt x="182" y="0"/>
                        <a:pt x="182" y="0"/>
                        <a:pt x="182" y="0"/>
                      </a:cubicBezTo>
                      <a:cubicBezTo>
                        <a:pt x="179" y="2"/>
                        <a:pt x="146" y="26"/>
                        <a:pt x="117" y="98"/>
                      </a:cubicBezTo>
                      <a:cubicBezTo>
                        <a:pt x="119" y="98"/>
                        <a:pt x="119" y="98"/>
                        <a:pt x="119" y="98"/>
                      </a:cubicBezTo>
                      <a:cubicBezTo>
                        <a:pt x="129" y="74"/>
                        <a:pt x="139" y="55"/>
                        <a:pt x="149" y="41"/>
                      </a:cubicBezTo>
                      <a:cubicBezTo>
                        <a:pt x="158" y="26"/>
                        <a:pt x="167" y="16"/>
                        <a:pt x="173" y="10"/>
                      </a:cubicBezTo>
                      <a:cubicBezTo>
                        <a:pt x="177" y="7"/>
                        <a:pt x="179" y="5"/>
                        <a:pt x="181" y="4"/>
                      </a:cubicBezTo>
                      <a:cubicBezTo>
                        <a:pt x="182" y="3"/>
                        <a:pt x="182" y="3"/>
                        <a:pt x="183" y="2"/>
                      </a:cubicBezTo>
                      <a:cubicBezTo>
                        <a:pt x="184" y="2"/>
                        <a:pt x="184" y="2"/>
                        <a:pt x="184" y="2"/>
                      </a:cubicBezTo>
                      <a:cubicBezTo>
                        <a:pt x="183" y="0"/>
                        <a:pt x="183" y="0"/>
                        <a:pt x="183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79" name="Freeform 149"/>
                <p:cNvSpPr>
                  <a:spLocks/>
                </p:cNvSpPr>
                <p:nvPr/>
              </p:nvSpPr>
              <p:spPr bwMode="auto">
                <a:xfrm>
                  <a:off x="-3440" y="1754"/>
                  <a:ext cx="7" cy="2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1" y="0"/>
                    </a:cxn>
                    <a:cxn ang="0">
                      <a:pos x="0" y="1"/>
                    </a:cxn>
                    <a:cxn ang="0">
                      <a:pos x="3" y="1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 h="1">
                      <a:moveTo>
                        <a:pt x="3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1"/>
                        <a:pt x="0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0"/>
                        <a:pt x="3" y="0"/>
                        <a:pt x="3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0" name="Freeform 150"/>
                <p:cNvSpPr>
                  <a:spLocks/>
                </p:cNvSpPr>
                <p:nvPr/>
              </p:nvSpPr>
              <p:spPr bwMode="auto">
                <a:xfrm>
                  <a:off x="-3608" y="2809"/>
                  <a:ext cx="5" cy="2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1" name="Freeform 151"/>
                <p:cNvSpPr>
                  <a:spLocks/>
                </p:cNvSpPr>
                <p:nvPr/>
              </p:nvSpPr>
              <p:spPr bwMode="auto">
                <a:xfrm>
                  <a:off x="-3672" y="3276"/>
                  <a:ext cx="7" cy="2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1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 h="1">
                      <a:moveTo>
                        <a:pt x="3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3" y="0"/>
                        <a:pt x="3" y="0"/>
                        <a:pt x="3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2" name="Freeform 152"/>
                <p:cNvSpPr>
                  <a:spLocks/>
                </p:cNvSpPr>
                <p:nvPr/>
              </p:nvSpPr>
              <p:spPr bwMode="auto">
                <a:xfrm>
                  <a:off x="-3688" y="3351"/>
                  <a:ext cx="4" cy="1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2" y="0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3" name="Freeform 153"/>
                <p:cNvSpPr>
                  <a:spLocks/>
                </p:cNvSpPr>
                <p:nvPr/>
              </p:nvSpPr>
              <p:spPr bwMode="auto">
                <a:xfrm>
                  <a:off x="-3606" y="2498"/>
                  <a:ext cx="5" cy="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4" name="Freeform 154"/>
                <p:cNvSpPr>
                  <a:spLocks/>
                </p:cNvSpPr>
                <p:nvPr/>
              </p:nvSpPr>
              <p:spPr bwMode="auto">
                <a:xfrm>
                  <a:off x="-3582" y="2256"/>
                  <a:ext cx="5" cy="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5" name="Freeform 155"/>
                <p:cNvSpPr>
                  <a:spLocks noEditPoints="1"/>
                </p:cNvSpPr>
                <p:nvPr/>
              </p:nvSpPr>
              <p:spPr bwMode="auto">
                <a:xfrm>
                  <a:off x="-3395" y="1986"/>
                  <a:ext cx="45" cy="270"/>
                </a:xfrm>
                <a:custGeom>
                  <a:avLst/>
                  <a:gdLst/>
                  <a:ahLst/>
                  <a:cxnLst>
                    <a:cxn ang="0">
                      <a:pos x="3" y="101"/>
                    </a:cxn>
                    <a:cxn ang="0">
                      <a:pos x="1" y="101"/>
                    </a:cxn>
                    <a:cxn ang="0">
                      <a:pos x="0" y="114"/>
                    </a:cxn>
                    <a:cxn ang="0">
                      <a:pos x="2" y="114"/>
                    </a:cxn>
                    <a:cxn ang="0">
                      <a:pos x="3" y="101"/>
                    </a:cxn>
                    <a:cxn ang="0">
                      <a:pos x="19" y="0"/>
                    </a:cxn>
                    <a:cxn ang="0">
                      <a:pos x="17" y="0"/>
                    </a:cxn>
                    <a:cxn ang="0">
                      <a:pos x="17" y="2"/>
                    </a:cxn>
                    <a:cxn ang="0">
                      <a:pos x="17" y="2"/>
                    </a:cxn>
                    <a:cxn ang="0">
                      <a:pos x="16" y="10"/>
                    </a:cxn>
                    <a:cxn ang="0">
                      <a:pos x="13" y="25"/>
                    </a:cxn>
                    <a:cxn ang="0">
                      <a:pos x="1" y="100"/>
                    </a:cxn>
                    <a:cxn ang="0">
                      <a:pos x="3" y="100"/>
                    </a:cxn>
                    <a:cxn ang="0">
                      <a:pos x="15" y="25"/>
                    </a:cxn>
                    <a:cxn ang="0">
                      <a:pos x="19" y="2"/>
                    </a:cxn>
                    <a:cxn ang="0">
                      <a:pos x="19" y="2"/>
                    </a:cxn>
                    <a:cxn ang="0">
                      <a:pos x="19" y="2"/>
                    </a:cxn>
                    <a:cxn ang="0">
                      <a:pos x="19" y="0"/>
                    </a:cxn>
                  </a:cxnLst>
                  <a:rect l="0" t="0" r="r" b="b"/>
                  <a:pathLst>
                    <a:path w="19" h="114">
                      <a:moveTo>
                        <a:pt x="3" y="101"/>
                      </a:moveTo>
                      <a:cubicBezTo>
                        <a:pt x="1" y="101"/>
                        <a:pt x="1" y="101"/>
                        <a:pt x="1" y="101"/>
                      </a:cubicBezTo>
                      <a:cubicBezTo>
                        <a:pt x="0" y="105"/>
                        <a:pt x="0" y="109"/>
                        <a:pt x="0" y="114"/>
                      </a:cubicBezTo>
                      <a:cubicBezTo>
                        <a:pt x="2" y="114"/>
                        <a:pt x="2" y="114"/>
                        <a:pt x="2" y="114"/>
                      </a:cubicBezTo>
                      <a:cubicBezTo>
                        <a:pt x="2" y="109"/>
                        <a:pt x="2" y="105"/>
                        <a:pt x="3" y="101"/>
                      </a:cubicBezTo>
                      <a:moveTo>
                        <a:pt x="19" y="0"/>
                      </a:moveTo>
                      <a:cubicBezTo>
                        <a:pt x="17" y="0"/>
                        <a:pt x="17" y="0"/>
                        <a:pt x="17" y="0"/>
                      </a:cubicBezTo>
                      <a:cubicBezTo>
                        <a:pt x="17" y="0"/>
                        <a:pt x="17" y="1"/>
                        <a:pt x="17" y="2"/>
                      </a:cubicBezTo>
                      <a:cubicBezTo>
                        <a:pt x="17" y="2"/>
                        <a:pt x="17" y="2"/>
                        <a:pt x="17" y="2"/>
                      </a:cubicBezTo>
                      <a:cubicBezTo>
                        <a:pt x="17" y="2"/>
                        <a:pt x="16" y="5"/>
                        <a:pt x="16" y="10"/>
                      </a:cubicBezTo>
                      <a:cubicBezTo>
                        <a:pt x="15" y="14"/>
                        <a:pt x="14" y="20"/>
                        <a:pt x="13" y="25"/>
                      </a:cubicBezTo>
                      <a:cubicBezTo>
                        <a:pt x="12" y="36"/>
                        <a:pt x="5" y="62"/>
                        <a:pt x="1" y="100"/>
                      </a:cubicBezTo>
                      <a:cubicBezTo>
                        <a:pt x="3" y="100"/>
                        <a:pt x="3" y="100"/>
                        <a:pt x="3" y="100"/>
                      </a:cubicBezTo>
                      <a:cubicBezTo>
                        <a:pt x="7" y="63"/>
                        <a:pt x="14" y="36"/>
                        <a:pt x="15" y="25"/>
                      </a:cubicBezTo>
                      <a:cubicBezTo>
                        <a:pt x="17" y="15"/>
                        <a:pt x="19" y="2"/>
                        <a:pt x="19" y="2"/>
                      </a:cubicBezTo>
                      <a:cubicBezTo>
                        <a:pt x="19" y="2"/>
                        <a:pt x="19" y="2"/>
                        <a:pt x="19" y="2"/>
                      </a:cubicBezTo>
                      <a:cubicBezTo>
                        <a:pt x="19" y="2"/>
                        <a:pt x="19" y="2"/>
                        <a:pt x="19" y="2"/>
                      </a:cubicBezTo>
                      <a:cubicBezTo>
                        <a:pt x="19" y="1"/>
                        <a:pt x="19" y="0"/>
                        <a:pt x="19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6" name="Freeform 156"/>
                <p:cNvSpPr>
                  <a:spLocks/>
                </p:cNvSpPr>
                <p:nvPr/>
              </p:nvSpPr>
              <p:spPr bwMode="auto">
                <a:xfrm>
                  <a:off x="-3393" y="2223"/>
                  <a:ext cx="5" cy="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7" name="Freeform 157"/>
                <p:cNvSpPr>
                  <a:spLocks noEditPoints="1"/>
                </p:cNvSpPr>
                <p:nvPr/>
              </p:nvSpPr>
              <p:spPr bwMode="auto">
                <a:xfrm>
                  <a:off x="-3355" y="1522"/>
                  <a:ext cx="119" cy="462"/>
                </a:xfrm>
                <a:custGeom>
                  <a:avLst/>
                  <a:gdLst/>
                  <a:ahLst/>
                  <a:cxnLst>
                    <a:cxn ang="0">
                      <a:pos x="12" y="99"/>
                    </a:cxn>
                    <a:cxn ang="0">
                      <a:pos x="9" y="99"/>
                    </a:cxn>
                    <a:cxn ang="0">
                      <a:pos x="0" y="195"/>
                    </a:cxn>
                    <a:cxn ang="0">
                      <a:pos x="2" y="195"/>
                    </a:cxn>
                    <a:cxn ang="0">
                      <a:pos x="12" y="99"/>
                    </a:cxn>
                    <a:cxn ang="0">
                      <a:pos x="19" y="68"/>
                    </a:cxn>
                    <a:cxn ang="0">
                      <a:pos x="17" y="68"/>
                    </a:cxn>
                    <a:cxn ang="0">
                      <a:pos x="10" y="98"/>
                    </a:cxn>
                    <a:cxn ang="0">
                      <a:pos x="12" y="98"/>
                    </a:cxn>
                    <a:cxn ang="0">
                      <a:pos x="19" y="68"/>
                    </a:cxn>
                    <a:cxn ang="0">
                      <a:pos x="48" y="0"/>
                    </a:cxn>
                    <a:cxn ang="0">
                      <a:pos x="48" y="0"/>
                    </a:cxn>
                    <a:cxn ang="0">
                      <a:pos x="17" y="67"/>
                    </a:cxn>
                    <a:cxn ang="0">
                      <a:pos x="19" y="67"/>
                    </a:cxn>
                    <a:cxn ang="0">
                      <a:pos x="26" y="47"/>
                    </a:cxn>
                    <a:cxn ang="0">
                      <a:pos x="42" y="12"/>
                    </a:cxn>
                    <a:cxn ang="0">
                      <a:pos x="48" y="4"/>
                    </a:cxn>
                    <a:cxn ang="0">
                      <a:pos x="49" y="2"/>
                    </a:cxn>
                    <a:cxn ang="0">
                      <a:pos x="50" y="2"/>
                    </a:cxn>
                    <a:cxn ang="0">
                      <a:pos x="48" y="0"/>
                    </a:cxn>
                  </a:cxnLst>
                  <a:rect l="0" t="0" r="r" b="b"/>
                  <a:pathLst>
                    <a:path w="50" h="195">
                      <a:moveTo>
                        <a:pt x="12" y="99"/>
                      </a:moveTo>
                      <a:cubicBezTo>
                        <a:pt x="9" y="99"/>
                        <a:pt x="9" y="99"/>
                        <a:pt x="9" y="99"/>
                      </a:cubicBezTo>
                      <a:cubicBezTo>
                        <a:pt x="4" y="125"/>
                        <a:pt x="0" y="157"/>
                        <a:pt x="0" y="195"/>
                      </a:cubicBezTo>
                      <a:cubicBezTo>
                        <a:pt x="2" y="195"/>
                        <a:pt x="2" y="195"/>
                        <a:pt x="2" y="195"/>
                      </a:cubicBezTo>
                      <a:cubicBezTo>
                        <a:pt x="2" y="157"/>
                        <a:pt x="6" y="125"/>
                        <a:pt x="12" y="99"/>
                      </a:cubicBezTo>
                      <a:moveTo>
                        <a:pt x="19" y="68"/>
                      </a:moveTo>
                      <a:cubicBezTo>
                        <a:pt x="17" y="68"/>
                        <a:pt x="17" y="68"/>
                        <a:pt x="17" y="68"/>
                      </a:cubicBezTo>
                      <a:cubicBezTo>
                        <a:pt x="14" y="77"/>
                        <a:pt x="12" y="87"/>
                        <a:pt x="10" y="98"/>
                      </a:cubicBezTo>
                      <a:cubicBezTo>
                        <a:pt x="12" y="98"/>
                        <a:pt x="12" y="98"/>
                        <a:pt x="12" y="98"/>
                      </a:cubicBezTo>
                      <a:cubicBezTo>
                        <a:pt x="14" y="87"/>
                        <a:pt x="16" y="77"/>
                        <a:pt x="19" y="68"/>
                      </a:cubicBezTo>
                      <a:moveTo>
                        <a:pt x="48" y="0"/>
                      </a:move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8" y="0"/>
                        <a:pt x="31" y="21"/>
                        <a:pt x="17" y="67"/>
                      </a:cubicBezTo>
                      <a:cubicBezTo>
                        <a:pt x="19" y="67"/>
                        <a:pt x="19" y="67"/>
                        <a:pt x="19" y="67"/>
                      </a:cubicBezTo>
                      <a:cubicBezTo>
                        <a:pt x="22" y="60"/>
                        <a:pt x="24" y="53"/>
                        <a:pt x="26" y="47"/>
                      </a:cubicBezTo>
                      <a:cubicBezTo>
                        <a:pt x="32" y="31"/>
                        <a:pt x="38" y="20"/>
                        <a:pt x="42" y="12"/>
                      </a:cubicBezTo>
                      <a:cubicBezTo>
                        <a:pt x="45" y="9"/>
                        <a:pt x="46" y="6"/>
                        <a:pt x="48" y="4"/>
                      </a:cubicBezTo>
                      <a:cubicBezTo>
                        <a:pt x="48" y="3"/>
                        <a:pt x="49" y="3"/>
                        <a:pt x="49" y="2"/>
                      </a:cubicBezTo>
                      <a:cubicBezTo>
                        <a:pt x="50" y="2"/>
                        <a:pt x="50" y="2"/>
                        <a:pt x="50" y="2"/>
                      </a:cubicBezTo>
                      <a:cubicBezTo>
                        <a:pt x="48" y="0"/>
                        <a:pt x="48" y="0"/>
                        <a:pt x="48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8" name="Freeform 158"/>
                <p:cNvSpPr>
                  <a:spLocks/>
                </p:cNvSpPr>
                <p:nvPr/>
              </p:nvSpPr>
              <p:spPr bwMode="auto">
                <a:xfrm>
                  <a:off x="-3333" y="1754"/>
                  <a:ext cx="7" cy="2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1" y="0"/>
                    </a:cxn>
                    <a:cxn ang="0">
                      <a:pos x="0" y="1"/>
                    </a:cxn>
                    <a:cxn ang="0">
                      <a:pos x="3" y="1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 h="1">
                      <a:moveTo>
                        <a:pt x="3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1"/>
                        <a:pt x="0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0"/>
                        <a:pt x="3" y="0"/>
                        <a:pt x="3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9" name="Freeform 159"/>
                <p:cNvSpPr>
                  <a:spLocks/>
                </p:cNvSpPr>
                <p:nvPr/>
              </p:nvSpPr>
              <p:spPr bwMode="auto">
                <a:xfrm>
                  <a:off x="-3314" y="1681"/>
                  <a:ext cx="4" cy="2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90" name="Freeform 160"/>
                <p:cNvSpPr>
                  <a:spLocks noEditPoints="1"/>
                </p:cNvSpPr>
                <p:nvPr/>
              </p:nvSpPr>
              <p:spPr bwMode="auto">
                <a:xfrm>
                  <a:off x="-3556" y="2259"/>
                  <a:ext cx="166" cy="1017"/>
                </a:xfrm>
                <a:custGeom>
                  <a:avLst/>
                  <a:gdLst/>
                  <a:ahLst/>
                  <a:cxnLst>
                    <a:cxn ang="0">
                      <a:pos x="28" y="343"/>
                    </a:cxn>
                    <a:cxn ang="0">
                      <a:pos x="26" y="343"/>
                    </a:cxn>
                    <a:cxn ang="0">
                      <a:pos x="0" y="429"/>
                    </a:cxn>
                    <a:cxn ang="0">
                      <a:pos x="2" y="429"/>
                    </a:cxn>
                    <a:cxn ang="0">
                      <a:pos x="28" y="343"/>
                    </a:cxn>
                    <a:cxn ang="0">
                      <a:pos x="54" y="255"/>
                    </a:cxn>
                    <a:cxn ang="0">
                      <a:pos x="52" y="255"/>
                    </a:cxn>
                    <a:cxn ang="0">
                      <a:pos x="48" y="267"/>
                    </a:cxn>
                    <a:cxn ang="0">
                      <a:pos x="35" y="312"/>
                    </a:cxn>
                    <a:cxn ang="0">
                      <a:pos x="30" y="324"/>
                    </a:cxn>
                    <a:cxn ang="0">
                      <a:pos x="29" y="329"/>
                    </a:cxn>
                    <a:cxn ang="0">
                      <a:pos x="29" y="329"/>
                    </a:cxn>
                    <a:cxn ang="0">
                      <a:pos x="29" y="329"/>
                    </a:cxn>
                    <a:cxn ang="0">
                      <a:pos x="26" y="342"/>
                    </a:cxn>
                    <a:cxn ang="0">
                      <a:pos x="28" y="342"/>
                    </a:cxn>
                    <a:cxn ang="0">
                      <a:pos x="31" y="329"/>
                    </a:cxn>
                    <a:cxn ang="0">
                      <a:pos x="31" y="329"/>
                    </a:cxn>
                    <a:cxn ang="0">
                      <a:pos x="54" y="255"/>
                    </a:cxn>
                    <a:cxn ang="0">
                      <a:pos x="59" y="233"/>
                    </a:cxn>
                    <a:cxn ang="0">
                      <a:pos x="57" y="233"/>
                    </a:cxn>
                    <a:cxn ang="0">
                      <a:pos x="52" y="254"/>
                    </a:cxn>
                    <a:cxn ang="0">
                      <a:pos x="54" y="254"/>
                    </a:cxn>
                    <a:cxn ang="0">
                      <a:pos x="59" y="233"/>
                    </a:cxn>
                    <a:cxn ang="0">
                      <a:pos x="68" y="102"/>
                    </a:cxn>
                    <a:cxn ang="0">
                      <a:pos x="66" y="102"/>
                    </a:cxn>
                    <a:cxn ang="0">
                      <a:pos x="67" y="110"/>
                    </a:cxn>
                    <a:cxn ang="0">
                      <a:pos x="68" y="136"/>
                    </a:cxn>
                    <a:cxn ang="0">
                      <a:pos x="57" y="232"/>
                    </a:cxn>
                    <a:cxn ang="0">
                      <a:pos x="59" y="232"/>
                    </a:cxn>
                    <a:cxn ang="0">
                      <a:pos x="70" y="136"/>
                    </a:cxn>
                    <a:cxn ang="0">
                      <a:pos x="69" y="110"/>
                    </a:cxn>
                    <a:cxn ang="0">
                      <a:pos x="68" y="102"/>
                    </a:cxn>
                    <a:cxn ang="0">
                      <a:pos x="70" y="0"/>
                    </a:cxn>
                    <a:cxn ang="0">
                      <a:pos x="68" y="0"/>
                    </a:cxn>
                    <a:cxn ang="0">
                      <a:pos x="65" y="58"/>
                    </a:cxn>
                    <a:cxn ang="0">
                      <a:pos x="66" y="101"/>
                    </a:cxn>
                    <a:cxn ang="0">
                      <a:pos x="68" y="101"/>
                    </a:cxn>
                    <a:cxn ang="0">
                      <a:pos x="67" y="58"/>
                    </a:cxn>
                    <a:cxn ang="0">
                      <a:pos x="70" y="0"/>
                    </a:cxn>
                  </a:cxnLst>
                  <a:rect l="0" t="0" r="r" b="b"/>
                  <a:pathLst>
                    <a:path w="70" h="429">
                      <a:moveTo>
                        <a:pt x="28" y="343"/>
                      </a:moveTo>
                      <a:cubicBezTo>
                        <a:pt x="26" y="343"/>
                        <a:pt x="26" y="343"/>
                        <a:pt x="26" y="343"/>
                      </a:cubicBezTo>
                      <a:cubicBezTo>
                        <a:pt x="18" y="376"/>
                        <a:pt x="9" y="405"/>
                        <a:pt x="0" y="429"/>
                      </a:cubicBezTo>
                      <a:cubicBezTo>
                        <a:pt x="2" y="429"/>
                        <a:pt x="2" y="429"/>
                        <a:pt x="2" y="429"/>
                      </a:cubicBezTo>
                      <a:cubicBezTo>
                        <a:pt x="11" y="405"/>
                        <a:pt x="20" y="376"/>
                        <a:pt x="28" y="343"/>
                      </a:cubicBezTo>
                      <a:moveTo>
                        <a:pt x="54" y="255"/>
                      </a:moveTo>
                      <a:cubicBezTo>
                        <a:pt x="52" y="255"/>
                        <a:pt x="52" y="255"/>
                        <a:pt x="52" y="255"/>
                      </a:cubicBezTo>
                      <a:cubicBezTo>
                        <a:pt x="51" y="259"/>
                        <a:pt x="49" y="263"/>
                        <a:pt x="48" y="267"/>
                      </a:cubicBezTo>
                      <a:cubicBezTo>
                        <a:pt x="43" y="286"/>
                        <a:pt x="39" y="301"/>
                        <a:pt x="35" y="312"/>
                      </a:cubicBezTo>
                      <a:cubicBezTo>
                        <a:pt x="33" y="317"/>
                        <a:pt x="31" y="321"/>
                        <a:pt x="30" y="324"/>
                      </a:cubicBezTo>
                      <a:cubicBezTo>
                        <a:pt x="29" y="327"/>
                        <a:pt x="29" y="329"/>
                        <a:pt x="29" y="329"/>
                      </a:cubicBezTo>
                      <a:cubicBezTo>
                        <a:pt x="29" y="329"/>
                        <a:pt x="29" y="329"/>
                        <a:pt x="29" y="329"/>
                      </a:cubicBezTo>
                      <a:cubicBezTo>
                        <a:pt x="29" y="329"/>
                        <a:pt x="29" y="329"/>
                        <a:pt x="29" y="329"/>
                      </a:cubicBezTo>
                      <a:cubicBezTo>
                        <a:pt x="28" y="333"/>
                        <a:pt x="27" y="338"/>
                        <a:pt x="26" y="342"/>
                      </a:cubicBezTo>
                      <a:cubicBezTo>
                        <a:pt x="28" y="342"/>
                        <a:pt x="28" y="342"/>
                        <a:pt x="28" y="342"/>
                      </a:cubicBezTo>
                      <a:cubicBezTo>
                        <a:pt x="29" y="338"/>
                        <a:pt x="30" y="334"/>
                        <a:pt x="31" y="329"/>
                      </a:cubicBezTo>
                      <a:cubicBezTo>
                        <a:pt x="31" y="329"/>
                        <a:pt x="31" y="329"/>
                        <a:pt x="31" y="329"/>
                      </a:cubicBezTo>
                      <a:cubicBezTo>
                        <a:pt x="32" y="327"/>
                        <a:pt x="43" y="297"/>
                        <a:pt x="54" y="255"/>
                      </a:cubicBezTo>
                      <a:moveTo>
                        <a:pt x="59" y="233"/>
                      </a:moveTo>
                      <a:cubicBezTo>
                        <a:pt x="57" y="233"/>
                        <a:pt x="57" y="233"/>
                        <a:pt x="57" y="233"/>
                      </a:cubicBezTo>
                      <a:cubicBezTo>
                        <a:pt x="55" y="240"/>
                        <a:pt x="53" y="247"/>
                        <a:pt x="52" y="254"/>
                      </a:cubicBezTo>
                      <a:cubicBezTo>
                        <a:pt x="54" y="254"/>
                        <a:pt x="54" y="254"/>
                        <a:pt x="54" y="254"/>
                      </a:cubicBezTo>
                      <a:cubicBezTo>
                        <a:pt x="56" y="247"/>
                        <a:pt x="57" y="240"/>
                        <a:pt x="59" y="233"/>
                      </a:cubicBezTo>
                      <a:moveTo>
                        <a:pt x="68" y="102"/>
                      </a:moveTo>
                      <a:cubicBezTo>
                        <a:pt x="66" y="102"/>
                        <a:pt x="66" y="102"/>
                        <a:pt x="66" y="102"/>
                      </a:cubicBezTo>
                      <a:cubicBezTo>
                        <a:pt x="67" y="105"/>
                        <a:pt x="67" y="107"/>
                        <a:pt x="67" y="110"/>
                      </a:cubicBezTo>
                      <a:cubicBezTo>
                        <a:pt x="68" y="118"/>
                        <a:pt x="68" y="127"/>
                        <a:pt x="68" y="136"/>
                      </a:cubicBezTo>
                      <a:cubicBezTo>
                        <a:pt x="68" y="169"/>
                        <a:pt x="63" y="202"/>
                        <a:pt x="57" y="232"/>
                      </a:cubicBezTo>
                      <a:cubicBezTo>
                        <a:pt x="59" y="232"/>
                        <a:pt x="59" y="232"/>
                        <a:pt x="59" y="232"/>
                      </a:cubicBezTo>
                      <a:cubicBezTo>
                        <a:pt x="65" y="202"/>
                        <a:pt x="70" y="169"/>
                        <a:pt x="70" y="136"/>
                      </a:cubicBezTo>
                      <a:cubicBezTo>
                        <a:pt x="70" y="127"/>
                        <a:pt x="70" y="118"/>
                        <a:pt x="69" y="110"/>
                      </a:cubicBezTo>
                      <a:cubicBezTo>
                        <a:pt x="69" y="107"/>
                        <a:pt x="69" y="105"/>
                        <a:pt x="68" y="102"/>
                      </a:cubicBezTo>
                      <a:moveTo>
                        <a:pt x="70" y="0"/>
                      </a:moveTo>
                      <a:cubicBezTo>
                        <a:pt x="68" y="0"/>
                        <a:pt x="68" y="0"/>
                        <a:pt x="68" y="0"/>
                      </a:cubicBezTo>
                      <a:cubicBezTo>
                        <a:pt x="66" y="17"/>
                        <a:pt x="65" y="37"/>
                        <a:pt x="65" y="58"/>
                      </a:cubicBezTo>
                      <a:cubicBezTo>
                        <a:pt x="65" y="72"/>
                        <a:pt x="65" y="86"/>
                        <a:pt x="66" y="101"/>
                      </a:cubicBezTo>
                      <a:cubicBezTo>
                        <a:pt x="68" y="101"/>
                        <a:pt x="68" y="101"/>
                        <a:pt x="68" y="101"/>
                      </a:cubicBezTo>
                      <a:cubicBezTo>
                        <a:pt x="67" y="86"/>
                        <a:pt x="67" y="72"/>
                        <a:pt x="67" y="58"/>
                      </a:cubicBezTo>
                      <a:cubicBezTo>
                        <a:pt x="67" y="37"/>
                        <a:pt x="68" y="17"/>
                        <a:pt x="70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91" name="Freeform 161"/>
                <p:cNvSpPr>
                  <a:spLocks/>
                </p:cNvSpPr>
                <p:nvPr/>
              </p:nvSpPr>
              <p:spPr bwMode="auto">
                <a:xfrm>
                  <a:off x="-3494" y="3069"/>
                  <a:ext cx="4" cy="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92" name="Freeform 162"/>
                <p:cNvSpPr>
                  <a:spLocks/>
                </p:cNvSpPr>
                <p:nvPr/>
              </p:nvSpPr>
              <p:spPr bwMode="auto">
                <a:xfrm>
                  <a:off x="-3433" y="2861"/>
                  <a:ext cx="5" cy="2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93" name="Freeform 163"/>
                <p:cNvSpPr>
                  <a:spLocks noEditPoints="1"/>
                </p:cNvSpPr>
                <p:nvPr/>
              </p:nvSpPr>
              <p:spPr bwMode="auto">
                <a:xfrm>
                  <a:off x="-3629" y="3278"/>
                  <a:ext cx="76" cy="154"/>
                </a:xfrm>
                <a:custGeom>
                  <a:avLst/>
                  <a:gdLst/>
                  <a:ahLst/>
                  <a:cxnLst>
                    <a:cxn ang="0">
                      <a:pos x="19" y="31"/>
                    </a:cxn>
                    <a:cxn ang="0">
                      <a:pos x="17" y="31"/>
                    </a:cxn>
                    <a:cxn ang="0">
                      <a:pos x="7" y="52"/>
                    </a:cxn>
                    <a:cxn ang="0">
                      <a:pos x="2" y="61"/>
                    </a:cxn>
                    <a:cxn ang="0">
                      <a:pos x="0" y="64"/>
                    </a:cxn>
                    <a:cxn ang="0">
                      <a:pos x="2" y="65"/>
                    </a:cxn>
                    <a:cxn ang="0">
                      <a:pos x="19" y="31"/>
                    </a:cxn>
                    <a:cxn ang="0">
                      <a:pos x="32" y="0"/>
                    </a:cxn>
                    <a:cxn ang="0">
                      <a:pos x="30" y="0"/>
                    </a:cxn>
                    <a:cxn ang="0">
                      <a:pos x="23" y="18"/>
                    </a:cxn>
                    <a:cxn ang="0">
                      <a:pos x="17" y="31"/>
                    </a:cxn>
                    <a:cxn ang="0">
                      <a:pos x="19" y="31"/>
                    </a:cxn>
                    <a:cxn ang="0">
                      <a:pos x="32" y="0"/>
                    </a:cxn>
                  </a:cxnLst>
                  <a:rect l="0" t="0" r="r" b="b"/>
                  <a:pathLst>
                    <a:path w="32" h="65">
                      <a:moveTo>
                        <a:pt x="19" y="31"/>
                      </a:moveTo>
                      <a:cubicBezTo>
                        <a:pt x="17" y="31"/>
                        <a:pt x="17" y="31"/>
                        <a:pt x="17" y="31"/>
                      </a:cubicBezTo>
                      <a:cubicBezTo>
                        <a:pt x="13" y="40"/>
                        <a:pt x="9" y="47"/>
                        <a:pt x="7" y="52"/>
                      </a:cubicBezTo>
                      <a:cubicBezTo>
                        <a:pt x="5" y="56"/>
                        <a:pt x="3" y="59"/>
                        <a:pt x="2" y="61"/>
                      </a:cubicBezTo>
                      <a:cubicBezTo>
                        <a:pt x="1" y="63"/>
                        <a:pt x="0" y="64"/>
                        <a:pt x="0" y="64"/>
                      </a:cubicBezTo>
                      <a:cubicBezTo>
                        <a:pt x="2" y="65"/>
                        <a:pt x="2" y="65"/>
                        <a:pt x="2" y="65"/>
                      </a:cubicBezTo>
                      <a:cubicBezTo>
                        <a:pt x="2" y="65"/>
                        <a:pt x="9" y="53"/>
                        <a:pt x="19" y="31"/>
                      </a:cubicBezTo>
                      <a:moveTo>
                        <a:pt x="32" y="0"/>
                      </a:moveTo>
                      <a:cubicBezTo>
                        <a:pt x="30" y="0"/>
                        <a:pt x="30" y="0"/>
                        <a:pt x="30" y="0"/>
                      </a:cubicBezTo>
                      <a:cubicBezTo>
                        <a:pt x="28" y="7"/>
                        <a:pt x="25" y="13"/>
                        <a:pt x="23" y="18"/>
                      </a:cubicBezTo>
                      <a:cubicBezTo>
                        <a:pt x="21" y="23"/>
                        <a:pt x="19" y="27"/>
                        <a:pt x="17" y="31"/>
                      </a:cubicBezTo>
                      <a:cubicBezTo>
                        <a:pt x="19" y="31"/>
                        <a:pt x="19" y="31"/>
                        <a:pt x="19" y="31"/>
                      </a:cubicBezTo>
                      <a:cubicBezTo>
                        <a:pt x="23" y="22"/>
                        <a:pt x="28" y="12"/>
                        <a:pt x="3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94" name="Freeform 164"/>
                <p:cNvSpPr>
                  <a:spLocks/>
                </p:cNvSpPr>
                <p:nvPr/>
              </p:nvSpPr>
              <p:spPr bwMode="auto">
                <a:xfrm>
                  <a:off x="-3421" y="2809"/>
                  <a:ext cx="5" cy="2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95" name="Freeform 165"/>
                <p:cNvSpPr>
                  <a:spLocks/>
                </p:cNvSpPr>
                <p:nvPr/>
              </p:nvSpPr>
              <p:spPr bwMode="auto">
                <a:xfrm>
                  <a:off x="-3558" y="3276"/>
                  <a:ext cx="7" cy="2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1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 h="1">
                      <a:moveTo>
                        <a:pt x="3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3" y="0"/>
                        <a:pt x="3" y="0"/>
                        <a:pt x="3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96" name="Freeform 166"/>
                <p:cNvSpPr>
                  <a:spLocks/>
                </p:cNvSpPr>
                <p:nvPr/>
              </p:nvSpPr>
              <p:spPr bwMode="auto">
                <a:xfrm>
                  <a:off x="-3589" y="3351"/>
                  <a:ext cx="5" cy="1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2" y="0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97" name="Freeform 167"/>
                <p:cNvSpPr>
                  <a:spLocks/>
                </p:cNvSpPr>
                <p:nvPr/>
              </p:nvSpPr>
              <p:spPr bwMode="auto">
                <a:xfrm>
                  <a:off x="-3400" y="2498"/>
                  <a:ext cx="5" cy="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98" name="Freeform 168"/>
                <p:cNvSpPr>
                  <a:spLocks/>
                </p:cNvSpPr>
                <p:nvPr/>
              </p:nvSpPr>
              <p:spPr bwMode="auto">
                <a:xfrm>
                  <a:off x="-3395" y="2256"/>
                  <a:ext cx="5" cy="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99" name="Freeform 169"/>
                <p:cNvSpPr>
                  <a:spLocks/>
                </p:cNvSpPr>
                <p:nvPr/>
              </p:nvSpPr>
              <p:spPr bwMode="auto">
                <a:xfrm>
                  <a:off x="-3201" y="1986"/>
                  <a:ext cx="3" cy="270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0"/>
                    </a:cxn>
                    <a:cxn ang="0">
                      <a:pos x="0" y="270"/>
                    </a:cxn>
                    <a:cxn ang="0">
                      <a:pos x="3" y="270"/>
                    </a:cxn>
                    <a:cxn ang="0">
                      <a:pos x="3" y="240"/>
                    </a:cxn>
                    <a:cxn ang="0">
                      <a:pos x="0" y="240"/>
                    </a:cxn>
                    <a:cxn ang="0">
                      <a:pos x="0" y="237"/>
                    </a:cxn>
                    <a:cxn ang="0">
                      <a:pos x="3" y="237"/>
                    </a:cxn>
                    <a:cxn ang="0">
                      <a:pos x="3" y="0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 h="270">
                      <a:moveTo>
                        <a:pt x="3" y="0"/>
                      </a:moveTo>
                      <a:lnTo>
                        <a:pt x="0" y="0"/>
                      </a:lnTo>
                      <a:lnTo>
                        <a:pt x="0" y="270"/>
                      </a:lnTo>
                      <a:lnTo>
                        <a:pt x="3" y="270"/>
                      </a:lnTo>
                      <a:lnTo>
                        <a:pt x="3" y="240"/>
                      </a:lnTo>
                      <a:lnTo>
                        <a:pt x="0" y="240"/>
                      </a:lnTo>
                      <a:lnTo>
                        <a:pt x="0" y="237"/>
                      </a:lnTo>
                      <a:lnTo>
                        <a:pt x="3" y="237"/>
                      </a:lnTo>
                      <a:lnTo>
                        <a:pt x="3" y="0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00" name="Freeform 170"/>
                <p:cNvSpPr>
                  <a:spLocks/>
                </p:cNvSpPr>
                <p:nvPr/>
              </p:nvSpPr>
              <p:spPr bwMode="auto">
                <a:xfrm>
                  <a:off x="-3201" y="2223"/>
                  <a:ext cx="3" cy="3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0"/>
                    </a:cxn>
                    <a:cxn ang="0">
                      <a:pos x="0" y="3"/>
                    </a:cxn>
                    <a:cxn ang="0">
                      <a:pos x="3" y="3"/>
                    </a:cxn>
                    <a:cxn ang="0">
                      <a:pos x="3" y="0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 h="3">
                      <a:moveTo>
                        <a:pt x="3" y="0"/>
                      </a:moveTo>
                      <a:lnTo>
                        <a:pt x="0" y="0"/>
                      </a:lnTo>
                      <a:lnTo>
                        <a:pt x="0" y="3"/>
                      </a:lnTo>
                      <a:lnTo>
                        <a:pt x="3" y="3"/>
                      </a:lnTo>
                      <a:lnTo>
                        <a:pt x="3" y="0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01" name="Freeform 171"/>
                <p:cNvSpPr>
                  <a:spLocks noEditPoints="1"/>
                </p:cNvSpPr>
                <p:nvPr/>
              </p:nvSpPr>
              <p:spPr bwMode="auto">
                <a:xfrm>
                  <a:off x="-3203" y="1524"/>
                  <a:ext cx="7" cy="998"/>
                </a:xfrm>
                <a:custGeom>
                  <a:avLst/>
                  <a:gdLst/>
                  <a:ahLst/>
                  <a:cxnLst>
                    <a:cxn ang="0">
                      <a:pos x="7" y="977"/>
                    </a:cxn>
                    <a:cxn ang="0">
                      <a:pos x="5" y="977"/>
                    </a:cxn>
                    <a:cxn ang="0">
                      <a:pos x="5" y="998"/>
                    </a:cxn>
                    <a:cxn ang="0">
                      <a:pos x="7" y="998"/>
                    </a:cxn>
                    <a:cxn ang="0">
                      <a:pos x="7" y="977"/>
                    </a:cxn>
                    <a:cxn ang="0">
                      <a:pos x="7" y="977"/>
                    </a:cxn>
                    <a:cxn ang="0">
                      <a:pos x="5" y="735"/>
                    </a:cxn>
                    <a:cxn ang="0">
                      <a:pos x="2" y="735"/>
                    </a:cxn>
                    <a:cxn ang="0">
                      <a:pos x="5" y="974"/>
                    </a:cxn>
                    <a:cxn ang="0">
                      <a:pos x="7" y="974"/>
                    </a:cxn>
                    <a:cxn ang="0">
                      <a:pos x="5" y="735"/>
                    </a:cxn>
                    <a:cxn ang="0">
                      <a:pos x="5" y="735"/>
                    </a:cxn>
                    <a:cxn ang="0">
                      <a:pos x="2" y="232"/>
                    </a:cxn>
                    <a:cxn ang="0">
                      <a:pos x="0" y="232"/>
                    </a:cxn>
                    <a:cxn ang="0">
                      <a:pos x="2" y="460"/>
                    </a:cxn>
                    <a:cxn ang="0">
                      <a:pos x="2" y="460"/>
                    </a:cxn>
                    <a:cxn ang="0">
                      <a:pos x="2" y="232"/>
                    </a:cxn>
                    <a:cxn ang="0">
                      <a:pos x="2" y="232"/>
                    </a:cxn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230"/>
                    </a:cxn>
                    <a:cxn ang="0">
                      <a:pos x="2" y="230"/>
                    </a:cxn>
                    <a:cxn ang="0">
                      <a:pos x="2" y="0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7" h="998">
                      <a:moveTo>
                        <a:pt x="7" y="977"/>
                      </a:moveTo>
                      <a:lnTo>
                        <a:pt x="5" y="977"/>
                      </a:lnTo>
                      <a:lnTo>
                        <a:pt x="5" y="998"/>
                      </a:lnTo>
                      <a:lnTo>
                        <a:pt x="7" y="998"/>
                      </a:lnTo>
                      <a:lnTo>
                        <a:pt x="7" y="977"/>
                      </a:lnTo>
                      <a:lnTo>
                        <a:pt x="7" y="977"/>
                      </a:lnTo>
                      <a:close/>
                      <a:moveTo>
                        <a:pt x="5" y="735"/>
                      </a:moveTo>
                      <a:lnTo>
                        <a:pt x="2" y="735"/>
                      </a:lnTo>
                      <a:lnTo>
                        <a:pt x="5" y="974"/>
                      </a:lnTo>
                      <a:lnTo>
                        <a:pt x="7" y="974"/>
                      </a:lnTo>
                      <a:lnTo>
                        <a:pt x="5" y="735"/>
                      </a:lnTo>
                      <a:lnTo>
                        <a:pt x="5" y="735"/>
                      </a:lnTo>
                      <a:close/>
                      <a:moveTo>
                        <a:pt x="2" y="232"/>
                      </a:moveTo>
                      <a:lnTo>
                        <a:pt x="0" y="232"/>
                      </a:lnTo>
                      <a:lnTo>
                        <a:pt x="2" y="460"/>
                      </a:lnTo>
                      <a:lnTo>
                        <a:pt x="2" y="460"/>
                      </a:lnTo>
                      <a:lnTo>
                        <a:pt x="2" y="232"/>
                      </a:lnTo>
                      <a:lnTo>
                        <a:pt x="2" y="232"/>
                      </a:lnTo>
                      <a:close/>
                      <a:moveTo>
                        <a:pt x="2" y="0"/>
                      </a:moveTo>
                      <a:lnTo>
                        <a:pt x="0" y="0"/>
                      </a:lnTo>
                      <a:lnTo>
                        <a:pt x="0" y="230"/>
                      </a:lnTo>
                      <a:lnTo>
                        <a:pt x="2" y="230"/>
                      </a:lnTo>
                      <a:lnTo>
                        <a:pt x="2" y="0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02" name="Freeform 172"/>
                <p:cNvSpPr>
                  <a:spLocks/>
                </p:cNvSpPr>
                <p:nvPr/>
              </p:nvSpPr>
              <p:spPr bwMode="auto">
                <a:xfrm>
                  <a:off x="-3203" y="1754"/>
                  <a:ext cx="2" cy="2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2"/>
                    </a:cxn>
                    <a:cxn ang="0">
                      <a:pos x="2" y="2"/>
                    </a:cxn>
                    <a:cxn ang="0">
                      <a:pos x="2" y="0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2">
                      <a:moveTo>
                        <a:pt x="2" y="0"/>
                      </a:moveTo>
                      <a:lnTo>
                        <a:pt x="0" y="0"/>
                      </a:lnTo>
                      <a:lnTo>
                        <a:pt x="0" y="2"/>
                      </a:lnTo>
                      <a:lnTo>
                        <a:pt x="2" y="2"/>
                      </a:lnTo>
                      <a:lnTo>
                        <a:pt x="2" y="0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03" name="Freeform 173"/>
                <p:cNvSpPr>
                  <a:spLocks/>
                </p:cNvSpPr>
                <p:nvPr/>
              </p:nvSpPr>
              <p:spPr bwMode="auto">
                <a:xfrm>
                  <a:off x="-3198" y="2498"/>
                  <a:ext cx="2" cy="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3"/>
                    </a:cxn>
                    <a:cxn ang="0">
                      <a:pos x="2" y="3"/>
                    </a:cxn>
                    <a:cxn ang="0">
                      <a:pos x="2" y="0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3">
                      <a:moveTo>
                        <a:pt x="2" y="0"/>
                      </a:moveTo>
                      <a:lnTo>
                        <a:pt x="0" y="0"/>
                      </a:lnTo>
                      <a:lnTo>
                        <a:pt x="0" y="3"/>
                      </a:lnTo>
                      <a:lnTo>
                        <a:pt x="2" y="3"/>
                      </a:lnTo>
                      <a:lnTo>
                        <a:pt x="2" y="0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04" name="Freeform 174"/>
                <p:cNvSpPr>
                  <a:spLocks/>
                </p:cNvSpPr>
                <p:nvPr/>
              </p:nvSpPr>
              <p:spPr bwMode="auto">
                <a:xfrm>
                  <a:off x="-3201" y="2256"/>
                  <a:ext cx="3" cy="3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0"/>
                    </a:cxn>
                    <a:cxn ang="0">
                      <a:pos x="0" y="3"/>
                    </a:cxn>
                    <a:cxn ang="0">
                      <a:pos x="3" y="3"/>
                    </a:cxn>
                    <a:cxn ang="0">
                      <a:pos x="3" y="0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 h="3">
                      <a:moveTo>
                        <a:pt x="3" y="0"/>
                      </a:moveTo>
                      <a:lnTo>
                        <a:pt x="0" y="0"/>
                      </a:lnTo>
                      <a:lnTo>
                        <a:pt x="0" y="3"/>
                      </a:lnTo>
                      <a:lnTo>
                        <a:pt x="3" y="3"/>
                      </a:lnTo>
                      <a:lnTo>
                        <a:pt x="3" y="0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05" name="Freeform 175"/>
                <p:cNvSpPr>
                  <a:spLocks noEditPoints="1"/>
                </p:cNvSpPr>
                <p:nvPr/>
              </p:nvSpPr>
              <p:spPr bwMode="auto">
                <a:xfrm>
                  <a:off x="-3161" y="1524"/>
                  <a:ext cx="152" cy="732"/>
                </a:xfrm>
                <a:custGeom>
                  <a:avLst/>
                  <a:gdLst/>
                  <a:ahLst/>
                  <a:cxnLst>
                    <a:cxn ang="0">
                      <a:pos x="50" y="195"/>
                    </a:cxn>
                    <a:cxn ang="0">
                      <a:pos x="48" y="195"/>
                    </a:cxn>
                    <a:cxn ang="0">
                      <a:pos x="62" y="309"/>
                    </a:cxn>
                    <a:cxn ang="0">
                      <a:pos x="64" y="309"/>
                    </a:cxn>
                    <a:cxn ang="0">
                      <a:pos x="50" y="195"/>
                    </a:cxn>
                    <a:cxn ang="0">
                      <a:pos x="29" y="98"/>
                    </a:cxn>
                    <a:cxn ang="0">
                      <a:pos x="27" y="98"/>
                    </a:cxn>
                    <a:cxn ang="0">
                      <a:pos x="48" y="194"/>
                    </a:cxn>
                    <a:cxn ang="0">
                      <a:pos x="50" y="194"/>
                    </a:cxn>
                    <a:cxn ang="0">
                      <a:pos x="29" y="98"/>
                    </a:cxn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2" y="9"/>
                    </a:cxn>
                    <a:cxn ang="0">
                      <a:pos x="19" y="66"/>
                    </a:cxn>
                    <a:cxn ang="0">
                      <a:pos x="21" y="66"/>
                    </a:cxn>
                    <a:cxn ang="0">
                      <a:pos x="21" y="67"/>
                    </a:cxn>
                    <a:cxn ang="0">
                      <a:pos x="19" y="67"/>
                    </a:cxn>
                    <a:cxn ang="0">
                      <a:pos x="27" y="97"/>
                    </a:cxn>
                    <a:cxn ang="0">
                      <a:pos x="29" y="97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64" h="309">
                      <a:moveTo>
                        <a:pt x="50" y="195"/>
                      </a:moveTo>
                      <a:cubicBezTo>
                        <a:pt x="48" y="195"/>
                        <a:pt x="48" y="195"/>
                        <a:pt x="48" y="195"/>
                      </a:cubicBezTo>
                      <a:cubicBezTo>
                        <a:pt x="55" y="233"/>
                        <a:pt x="61" y="273"/>
                        <a:pt x="62" y="309"/>
                      </a:cubicBezTo>
                      <a:cubicBezTo>
                        <a:pt x="64" y="309"/>
                        <a:pt x="64" y="309"/>
                        <a:pt x="64" y="309"/>
                      </a:cubicBezTo>
                      <a:cubicBezTo>
                        <a:pt x="63" y="273"/>
                        <a:pt x="57" y="233"/>
                        <a:pt x="50" y="195"/>
                      </a:cubicBezTo>
                      <a:moveTo>
                        <a:pt x="29" y="98"/>
                      </a:moveTo>
                      <a:cubicBezTo>
                        <a:pt x="27" y="98"/>
                        <a:pt x="27" y="98"/>
                        <a:pt x="27" y="98"/>
                      </a:cubicBezTo>
                      <a:cubicBezTo>
                        <a:pt x="34" y="127"/>
                        <a:pt x="42" y="160"/>
                        <a:pt x="48" y="194"/>
                      </a:cubicBezTo>
                      <a:cubicBezTo>
                        <a:pt x="50" y="194"/>
                        <a:pt x="50" y="194"/>
                        <a:pt x="50" y="194"/>
                      </a:cubicBezTo>
                      <a:cubicBezTo>
                        <a:pt x="44" y="160"/>
                        <a:pt x="36" y="127"/>
                        <a:pt x="29" y="98"/>
                      </a:cubicBezTo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1" y="3"/>
                        <a:pt x="2" y="9"/>
                      </a:cubicBezTo>
                      <a:cubicBezTo>
                        <a:pt x="5" y="19"/>
                        <a:pt x="12" y="40"/>
                        <a:pt x="19" y="66"/>
                      </a:cubicBezTo>
                      <a:cubicBezTo>
                        <a:pt x="21" y="66"/>
                        <a:pt x="21" y="66"/>
                        <a:pt x="21" y="66"/>
                      </a:cubicBezTo>
                      <a:cubicBezTo>
                        <a:pt x="21" y="67"/>
                        <a:pt x="21" y="67"/>
                        <a:pt x="21" y="67"/>
                      </a:cubicBezTo>
                      <a:cubicBezTo>
                        <a:pt x="19" y="67"/>
                        <a:pt x="19" y="67"/>
                        <a:pt x="19" y="67"/>
                      </a:cubicBezTo>
                      <a:cubicBezTo>
                        <a:pt x="21" y="77"/>
                        <a:pt x="24" y="87"/>
                        <a:pt x="27" y="97"/>
                      </a:cubicBezTo>
                      <a:cubicBezTo>
                        <a:pt x="29" y="97"/>
                        <a:pt x="29" y="97"/>
                        <a:pt x="29" y="97"/>
                      </a:cubicBezTo>
                      <a:cubicBezTo>
                        <a:pt x="15" y="41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06" name="Freeform 176"/>
                <p:cNvSpPr>
                  <a:spLocks/>
                </p:cNvSpPr>
                <p:nvPr/>
              </p:nvSpPr>
              <p:spPr bwMode="auto">
                <a:xfrm>
                  <a:off x="-3097" y="1754"/>
                  <a:ext cx="5" cy="2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07" name="Freeform 177"/>
                <p:cNvSpPr>
                  <a:spLocks/>
                </p:cNvSpPr>
                <p:nvPr/>
              </p:nvSpPr>
              <p:spPr bwMode="auto">
                <a:xfrm>
                  <a:off x="-3116" y="1681"/>
                  <a:ext cx="5" cy="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0" y="0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08" name="Line 178"/>
                <p:cNvSpPr>
                  <a:spLocks noChangeShapeType="1"/>
                </p:cNvSpPr>
                <p:nvPr/>
              </p:nvSpPr>
              <p:spPr bwMode="auto">
                <a:xfrm>
                  <a:off x="-3111" y="1681"/>
                  <a:ext cx="1" cy="1"/>
                </a:xfrm>
                <a:prstGeom prst="line">
                  <a:avLst/>
                </a:pr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09" name="Line 179"/>
                <p:cNvSpPr>
                  <a:spLocks noChangeShapeType="1"/>
                </p:cNvSpPr>
                <p:nvPr/>
              </p:nvSpPr>
              <p:spPr bwMode="auto">
                <a:xfrm>
                  <a:off x="-3111" y="1681"/>
                  <a:ext cx="1" cy="1"/>
                </a:xfrm>
                <a:prstGeom prst="line">
                  <a:avLst/>
                </a:pr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10" name="Freeform 180"/>
                <p:cNvSpPr>
                  <a:spLocks noEditPoints="1"/>
                </p:cNvSpPr>
                <p:nvPr/>
              </p:nvSpPr>
              <p:spPr bwMode="auto">
                <a:xfrm>
                  <a:off x="-3014" y="2259"/>
                  <a:ext cx="92" cy="1017"/>
                </a:xfrm>
                <a:custGeom>
                  <a:avLst/>
                  <a:gdLst/>
                  <a:ahLst/>
                  <a:cxnLst>
                    <a:cxn ang="0">
                      <a:pos x="26" y="343"/>
                    </a:cxn>
                    <a:cxn ang="0">
                      <a:pos x="24" y="343"/>
                    </a:cxn>
                    <a:cxn ang="0">
                      <a:pos x="37" y="429"/>
                    </a:cxn>
                    <a:cxn ang="0">
                      <a:pos x="39" y="429"/>
                    </a:cxn>
                    <a:cxn ang="0">
                      <a:pos x="30" y="378"/>
                    </a:cxn>
                    <a:cxn ang="0">
                      <a:pos x="26" y="345"/>
                    </a:cxn>
                    <a:cxn ang="0">
                      <a:pos x="26" y="343"/>
                    </a:cxn>
                    <a:cxn ang="0">
                      <a:pos x="13" y="255"/>
                    </a:cxn>
                    <a:cxn ang="0">
                      <a:pos x="11" y="255"/>
                    </a:cxn>
                    <a:cxn ang="0">
                      <a:pos x="23" y="333"/>
                    </a:cxn>
                    <a:cxn ang="0">
                      <a:pos x="23" y="333"/>
                    </a:cxn>
                    <a:cxn ang="0">
                      <a:pos x="24" y="342"/>
                    </a:cxn>
                    <a:cxn ang="0">
                      <a:pos x="26" y="342"/>
                    </a:cxn>
                    <a:cxn ang="0">
                      <a:pos x="25" y="333"/>
                    </a:cxn>
                    <a:cxn ang="0">
                      <a:pos x="25" y="333"/>
                    </a:cxn>
                    <a:cxn ang="0">
                      <a:pos x="25" y="333"/>
                    </a:cxn>
                    <a:cxn ang="0">
                      <a:pos x="13" y="255"/>
                    </a:cxn>
                    <a:cxn ang="0">
                      <a:pos x="10" y="233"/>
                    </a:cxn>
                    <a:cxn ang="0">
                      <a:pos x="8" y="233"/>
                    </a:cxn>
                    <a:cxn ang="0">
                      <a:pos x="11" y="254"/>
                    </a:cxn>
                    <a:cxn ang="0">
                      <a:pos x="13" y="254"/>
                    </a:cxn>
                    <a:cxn ang="0">
                      <a:pos x="10" y="233"/>
                    </a:cxn>
                    <a:cxn ang="0">
                      <a:pos x="4" y="102"/>
                    </a:cxn>
                    <a:cxn ang="0">
                      <a:pos x="2" y="102"/>
                    </a:cxn>
                    <a:cxn ang="0">
                      <a:pos x="2" y="113"/>
                    </a:cxn>
                    <a:cxn ang="0">
                      <a:pos x="2" y="132"/>
                    </a:cxn>
                    <a:cxn ang="0">
                      <a:pos x="8" y="232"/>
                    </a:cxn>
                    <a:cxn ang="0">
                      <a:pos x="10" y="232"/>
                    </a:cxn>
                    <a:cxn ang="0">
                      <a:pos x="4" y="132"/>
                    </a:cxn>
                    <a:cxn ang="0">
                      <a:pos x="4" y="118"/>
                    </a:cxn>
                    <a:cxn ang="0">
                      <a:pos x="4" y="113"/>
                    </a:cxn>
                    <a:cxn ang="0">
                      <a:pos x="4" y="113"/>
                    </a:cxn>
                    <a:cxn ang="0">
                      <a:pos x="4" y="113"/>
                    </a:cxn>
                    <a:cxn ang="0">
                      <a:pos x="4" y="102"/>
                    </a:cxn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5"/>
                    </a:cxn>
                    <a:cxn ang="0">
                      <a:pos x="0" y="5"/>
                    </a:cxn>
                    <a:cxn ang="0">
                      <a:pos x="0" y="5"/>
                    </a:cxn>
                    <a:cxn ang="0">
                      <a:pos x="0" y="5"/>
                    </a:cxn>
                    <a:cxn ang="0">
                      <a:pos x="2" y="101"/>
                    </a:cxn>
                    <a:cxn ang="0">
                      <a:pos x="4" y="101"/>
                    </a:cxn>
                    <a:cxn ang="0">
                      <a:pos x="2" y="5"/>
                    </a:cxn>
                    <a:cxn ang="0">
                      <a:pos x="2" y="5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39" h="429">
                      <a:moveTo>
                        <a:pt x="26" y="343"/>
                      </a:moveTo>
                      <a:cubicBezTo>
                        <a:pt x="24" y="343"/>
                        <a:pt x="24" y="343"/>
                        <a:pt x="24" y="343"/>
                      </a:cubicBezTo>
                      <a:cubicBezTo>
                        <a:pt x="26" y="358"/>
                        <a:pt x="29" y="390"/>
                        <a:pt x="37" y="429"/>
                      </a:cubicBezTo>
                      <a:cubicBezTo>
                        <a:pt x="39" y="429"/>
                        <a:pt x="39" y="429"/>
                        <a:pt x="39" y="429"/>
                      </a:cubicBezTo>
                      <a:cubicBezTo>
                        <a:pt x="35" y="410"/>
                        <a:pt x="32" y="393"/>
                        <a:pt x="30" y="378"/>
                      </a:cubicBezTo>
                      <a:cubicBezTo>
                        <a:pt x="28" y="364"/>
                        <a:pt x="27" y="353"/>
                        <a:pt x="26" y="345"/>
                      </a:cubicBezTo>
                      <a:cubicBezTo>
                        <a:pt x="26" y="344"/>
                        <a:pt x="26" y="344"/>
                        <a:pt x="26" y="343"/>
                      </a:cubicBezTo>
                      <a:moveTo>
                        <a:pt x="13" y="255"/>
                      </a:moveTo>
                      <a:cubicBezTo>
                        <a:pt x="11" y="255"/>
                        <a:pt x="11" y="255"/>
                        <a:pt x="11" y="255"/>
                      </a:cubicBezTo>
                      <a:cubicBezTo>
                        <a:pt x="14" y="279"/>
                        <a:pt x="18" y="305"/>
                        <a:pt x="23" y="333"/>
                      </a:cubicBezTo>
                      <a:cubicBezTo>
                        <a:pt x="23" y="333"/>
                        <a:pt x="23" y="333"/>
                        <a:pt x="23" y="333"/>
                      </a:cubicBezTo>
                      <a:cubicBezTo>
                        <a:pt x="23" y="334"/>
                        <a:pt x="24" y="337"/>
                        <a:pt x="24" y="342"/>
                      </a:cubicBezTo>
                      <a:cubicBezTo>
                        <a:pt x="26" y="342"/>
                        <a:pt x="26" y="342"/>
                        <a:pt x="26" y="342"/>
                      </a:cubicBezTo>
                      <a:cubicBezTo>
                        <a:pt x="25" y="336"/>
                        <a:pt x="25" y="333"/>
                        <a:pt x="25" y="333"/>
                      </a:cubicBezTo>
                      <a:cubicBezTo>
                        <a:pt x="25" y="333"/>
                        <a:pt x="25" y="333"/>
                        <a:pt x="25" y="333"/>
                      </a:cubicBezTo>
                      <a:cubicBezTo>
                        <a:pt x="25" y="333"/>
                        <a:pt x="25" y="333"/>
                        <a:pt x="25" y="333"/>
                      </a:cubicBezTo>
                      <a:cubicBezTo>
                        <a:pt x="20" y="305"/>
                        <a:pt x="16" y="279"/>
                        <a:pt x="13" y="255"/>
                      </a:cubicBezTo>
                      <a:moveTo>
                        <a:pt x="10" y="233"/>
                      </a:moveTo>
                      <a:cubicBezTo>
                        <a:pt x="8" y="233"/>
                        <a:pt x="8" y="233"/>
                        <a:pt x="8" y="233"/>
                      </a:cubicBezTo>
                      <a:cubicBezTo>
                        <a:pt x="9" y="240"/>
                        <a:pt x="10" y="247"/>
                        <a:pt x="11" y="254"/>
                      </a:cubicBezTo>
                      <a:cubicBezTo>
                        <a:pt x="13" y="254"/>
                        <a:pt x="13" y="254"/>
                        <a:pt x="13" y="254"/>
                      </a:cubicBezTo>
                      <a:cubicBezTo>
                        <a:pt x="12" y="247"/>
                        <a:pt x="11" y="240"/>
                        <a:pt x="10" y="233"/>
                      </a:cubicBezTo>
                      <a:moveTo>
                        <a:pt x="4" y="102"/>
                      </a:moveTo>
                      <a:cubicBezTo>
                        <a:pt x="2" y="102"/>
                        <a:pt x="2" y="102"/>
                        <a:pt x="2" y="102"/>
                      </a:cubicBezTo>
                      <a:cubicBezTo>
                        <a:pt x="2" y="105"/>
                        <a:pt x="2" y="109"/>
                        <a:pt x="2" y="113"/>
                      </a:cubicBezTo>
                      <a:cubicBezTo>
                        <a:pt x="2" y="113"/>
                        <a:pt x="2" y="120"/>
                        <a:pt x="2" y="132"/>
                      </a:cubicBezTo>
                      <a:cubicBezTo>
                        <a:pt x="2" y="152"/>
                        <a:pt x="3" y="186"/>
                        <a:pt x="8" y="232"/>
                      </a:cubicBezTo>
                      <a:cubicBezTo>
                        <a:pt x="10" y="232"/>
                        <a:pt x="10" y="232"/>
                        <a:pt x="10" y="232"/>
                      </a:cubicBezTo>
                      <a:cubicBezTo>
                        <a:pt x="5" y="186"/>
                        <a:pt x="4" y="152"/>
                        <a:pt x="4" y="132"/>
                      </a:cubicBezTo>
                      <a:cubicBezTo>
                        <a:pt x="4" y="126"/>
                        <a:pt x="4" y="121"/>
                        <a:pt x="4" y="118"/>
                      </a:cubicBezTo>
                      <a:cubicBezTo>
                        <a:pt x="4" y="115"/>
                        <a:pt x="4" y="113"/>
                        <a:pt x="4" y="113"/>
                      </a:cubicBezTo>
                      <a:cubicBezTo>
                        <a:pt x="4" y="113"/>
                        <a:pt x="4" y="113"/>
                        <a:pt x="4" y="113"/>
                      </a:cubicBezTo>
                      <a:cubicBezTo>
                        <a:pt x="4" y="113"/>
                        <a:pt x="4" y="113"/>
                        <a:pt x="4" y="113"/>
                      </a:cubicBezTo>
                      <a:cubicBezTo>
                        <a:pt x="4" y="109"/>
                        <a:pt x="4" y="106"/>
                        <a:pt x="4" y="102"/>
                      </a:cubicBezTo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3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6"/>
                        <a:pt x="1" y="19"/>
                        <a:pt x="2" y="101"/>
                      </a:cubicBezTo>
                      <a:cubicBezTo>
                        <a:pt x="4" y="101"/>
                        <a:pt x="4" y="101"/>
                        <a:pt x="4" y="101"/>
                      </a:cubicBezTo>
                      <a:cubicBezTo>
                        <a:pt x="3" y="13"/>
                        <a:pt x="2" y="5"/>
                        <a:pt x="2" y="5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2" y="3"/>
                        <a:pt x="2" y="1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11" name="Freeform 181"/>
                <p:cNvSpPr>
                  <a:spLocks/>
                </p:cNvSpPr>
                <p:nvPr/>
              </p:nvSpPr>
              <p:spPr bwMode="auto">
                <a:xfrm>
                  <a:off x="-2957" y="3069"/>
                  <a:ext cx="5" cy="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12" name="Freeform 182"/>
                <p:cNvSpPr>
                  <a:spLocks/>
                </p:cNvSpPr>
                <p:nvPr/>
              </p:nvSpPr>
              <p:spPr bwMode="auto">
                <a:xfrm>
                  <a:off x="-2988" y="2861"/>
                  <a:ext cx="5" cy="2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13" name="Freeform 183"/>
                <p:cNvSpPr>
                  <a:spLocks/>
                </p:cNvSpPr>
                <p:nvPr/>
              </p:nvSpPr>
              <p:spPr bwMode="auto">
                <a:xfrm>
                  <a:off x="-2926" y="3278"/>
                  <a:ext cx="23" cy="76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8" y="32"/>
                    </a:cxn>
                    <a:cxn ang="0">
                      <a:pos x="10" y="32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10" h="32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10"/>
                        <a:pt x="5" y="21"/>
                        <a:pt x="8" y="32"/>
                      </a:cubicBezTo>
                      <a:cubicBezTo>
                        <a:pt x="10" y="32"/>
                        <a:pt x="10" y="32"/>
                        <a:pt x="10" y="32"/>
                      </a:cubicBezTo>
                      <a:cubicBezTo>
                        <a:pt x="7" y="21"/>
                        <a:pt x="5" y="1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14" name="Freeform 184"/>
                <p:cNvSpPr>
                  <a:spLocks/>
                </p:cNvSpPr>
                <p:nvPr/>
              </p:nvSpPr>
              <p:spPr bwMode="auto">
                <a:xfrm>
                  <a:off x="-2995" y="2809"/>
                  <a:ext cx="5" cy="2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15" name="Freeform 185"/>
                <p:cNvSpPr>
                  <a:spLocks/>
                </p:cNvSpPr>
                <p:nvPr/>
              </p:nvSpPr>
              <p:spPr bwMode="auto">
                <a:xfrm>
                  <a:off x="-2926" y="3276"/>
                  <a:ext cx="4" cy="2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16" name="Freeform 186"/>
                <p:cNvSpPr>
                  <a:spLocks/>
                </p:cNvSpPr>
                <p:nvPr/>
              </p:nvSpPr>
              <p:spPr bwMode="auto">
                <a:xfrm>
                  <a:off x="-2907" y="3356"/>
                  <a:ext cx="19" cy="57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6" y="24"/>
                    </a:cxn>
                    <a:cxn ang="0">
                      <a:pos x="8" y="24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8" h="24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8"/>
                        <a:pt x="4" y="16"/>
                        <a:pt x="6" y="24"/>
                      </a:cubicBezTo>
                      <a:cubicBezTo>
                        <a:pt x="8" y="24"/>
                        <a:pt x="8" y="24"/>
                        <a:pt x="8" y="24"/>
                      </a:cubicBezTo>
                      <a:cubicBezTo>
                        <a:pt x="6" y="16"/>
                        <a:pt x="4" y="8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17" name="Freeform 187"/>
                <p:cNvSpPr>
                  <a:spLocks/>
                </p:cNvSpPr>
                <p:nvPr/>
              </p:nvSpPr>
              <p:spPr bwMode="auto">
                <a:xfrm>
                  <a:off x="-2907" y="3354"/>
                  <a:ext cx="4" cy="2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18" name="Freeform 188"/>
                <p:cNvSpPr>
                  <a:spLocks/>
                </p:cNvSpPr>
                <p:nvPr/>
              </p:nvSpPr>
              <p:spPr bwMode="auto">
                <a:xfrm>
                  <a:off x="-3009" y="2498"/>
                  <a:ext cx="5" cy="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19" name="Freeform 189"/>
                <p:cNvSpPr>
                  <a:spLocks/>
                </p:cNvSpPr>
                <p:nvPr/>
              </p:nvSpPr>
              <p:spPr bwMode="auto">
                <a:xfrm>
                  <a:off x="-3014" y="2256"/>
                  <a:ext cx="5" cy="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20" name="Freeform 190"/>
                <p:cNvSpPr>
                  <a:spLocks/>
                </p:cNvSpPr>
                <p:nvPr/>
              </p:nvSpPr>
              <p:spPr bwMode="auto">
                <a:xfrm>
                  <a:off x="-2903" y="1986"/>
                  <a:ext cx="83" cy="270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5"/>
                    </a:cxn>
                    <a:cxn ang="0">
                      <a:pos x="1" y="5"/>
                    </a:cxn>
                    <a:cxn ang="0">
                      <a:pos x="1" y="5"/>
                    </a:cxn>
                    <a:cxn ang="0">
                      <a:pos x="2" y="8"/>
                    </a:cxn>
                    <a:cxn ang="0">
                      <a:pos x="33" y="114"/>
                    </a:cxn>
                    <a:cxn ang="0">
                      <a:pos x="35" y="114"/>
                    </a:cxn>
                    <a:cxn ang="0">
                      <a:pos x="32" y="101"/>
                    </a:cxn>
                    <a:cxn ang="0">
                      <a:pos x="30" y="101"/>
                    </a:cxn>
                    <a:cxn ang="0">
                      <a:pos x="30" y="100"/>
                    </a:cxn>
                    <a:cxn ang="0">
                      <a:pos x="32" y="100"/>
                    </a:cxn>
                    <a:cxn ang="0">
                      <a:pos x="2" y="4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35" h="114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3"/>
                        <a:pt x="0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1" y="5"/>
                        <a:pt x="1" y="6"/>
                        <a:pt x="2" y="8"/>
                      </a:cubicBezTo>
                      <a:cubicBezTo>
                        <a:pt x="7" y="20"/>
                        <a:pt x="23" y="60"/>
                        <a:pt x="33" y="114"/>
                      </a:cubicBezTo>
                      <a:cubicBezTo>
                        <a:pt x="35" y="114"/>
                        <a:pt x="35" y="114"/>
                        <a:pt x="35" y="114"/>
                      </a:cubicBezTo>
                      <a:cubicBezTo>
                        <a:pt x="34" y="109"/>
                        <a:pt x="33" y="105"/>
                        <a:pt x="32" y="101"/>
                      </a:cubicBezTo>
                      <a:cubicBezTo>
                        <a:pt x="30" y="101"/>
                        <a:pt x="30" y="101"/>
                        <a:pt x="30" y="101"/>
                      </a:cubicBezTo>
                      <a:cubicBezTo>
                        <a:pt x="30" y="100"/>
                        <a:pt x="30" y="100"/>
                        <a:pt x="30" y="100"/>
                      </a:cubicBezTo>
                      <a:cubicBezTo>
                        <a:pt x="32" y="100"/>
                        <a:pt x="32" y="100"/>
                        <a:pt x="32" y="100"/>
                      </a:cubicBezTo>
                      <a:cubicBezTo>
                        <a:pt x="20" y="45"/>
                        <a:pt x="3" y="7"/>
                        <a:pt x="2" y="4"/>
                      </a:cubicBezTo>
                      <a:cubicBezTo>
                        <a:pt x="2" y="3"/>
                        <a:pt x="2" y="1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21" name="Freeform 191"/>
                <p:cNvSpPr>
                  <a:spLocks/>
                </p:cNvSpPr>
                <p:nvPr/>
              </p:nvSpPr>
              <p:spPr bwMode="auto">
                <a:xfrm>
                  <a:off x="-2832" y="2223"/>
                  <a:ext cx="5" cy="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22" name="Freeform 192"/>
                <p:cNvSpPr>
                  <a:spLocks noEditPoints="1"/>
                </p:cNvSpPr>
                <p:nvPr/>
              </p:nvSpPr>
              <p:spPr bwMode="auto">
                <a:xfrm>
                  <a:off x="-3113" y="1522"/>
                  <a:ext cx="215" cy="462"/>
                </a:xfrm>
                <a:custGeom>
                  <a:avLst/>
                  <a:gdLst/>
                  <a:ahLst/>
                  <a:cxnLst>
                    <a:cxn ang="0">
                      <a:pos x="67" y="99"/>
                    </a:cxn>
                    <a:cxn ang="0">
                      <a:pos x="65" y="99"/>
                    </a:cxn>
                    <a:cxn ang="0">
                      <a:pos x="89" y="195"/>
                    </a:cxn>
                    <a:cxn ang="0">
                      <a:pos x="91" y="195"/>
                    </a:cxn>
                    <a:cxn ang="0">
                      <a:pos x="67" y="99"/>
                    </a:cxn>
                    <a:cxn ang="0">
                      <a:pos x="53" y="68"/>
                    </a:cxn>
                    <a:cxn ang="0">
                      <a:pos x="53" y="68"/>
                    </a:cxn>
                    <a:cxn ang="0">
                      <a:pos x="51" y="68"/>
                    </a:cxn>
                    <a:cxn ang="0">
                      <a:pos x="64" y="98"/>
                    </a:cxn>
                    <a:cxn ang="0">
                      <a:pos x="66" y="98"/>
                    </a:cxn>
                    <a:cxn ang="0">
                      <a:pos x="53" y="68"/>
                    </a:cxn>
                    <a:cxn ang="0">
                      <a:pos x="2" y="0"/>
                    </a:cxn>
                    <a:cxn ang="0">
                      <a:pos x="1" y="0"/>
                    </a:cxn>
                    <a:cxn ang="0">
                      <a:pos x="0" y="1"/>
                    </a:cxn>
                    <a:cxn ang="0">
                      <a:pos x="1" y="2"/>
                    </a:cxn>
                    <a:cxn ang="0">
                      <a:pos x="50" y="67"/>
                    </a:cxn>
                    <a:cxn ang="0">
                      <a:pos x="52" y="67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91" h="195">
                      <a:moveTo>
                        <a:pt x="67" y="99"/>
                      </a:moveTo>
                      <a:cubicBezTo>
                        <a:pt x="65" y="99"/>
                        <a:pt x="65" y="99"/>
                        <a:pt x="65" y="99"/>
                      </a:cubicBezTo>
                      <a:cubicBezTo>
                        <a:pt x="75" y="125"/>
                        <a:pt x="84" y="157"/>
                        <a:pt x="89" y="195"/>
                      </a:cubicBezTo>
                      <a:cubicBezTo>
                        <a:pt x="91" y="195"/>
                        <a:pt x="91" y="195"/>
                        <a:pt x="91" y="195"/>
                      </a:cubicBezTo>
                      <a:cubicBezTo>
                        <a:pt x="86" y="157"/>
                        <a:pt x="77" y="125"/>
                        <a:pt x="67" y="99"/>
                      </a:cubicBezTo>
                      <a:moveTo>
                        <a:pt x="53" y="68"/>
                      </a:moveTo>
                      <a:cubicBezTo>
                        <a:pt x="53" y="68"/>
                        <a:pt x="53" y="68"/>
                        <a:pt x="53" y="68"/>
                      </a:cubicBezTo>
                      <a:cubicBezTo>
                        <a:pt x="51" y="68"/>
                        <a:pt x="51" y="68"/>
                        <a:pt x="51" y="68"/>
                      </a:cubicBezTo>
                      <a:cubicBezTo>
                        <a:pt x="55" y="77"/>
                        <a:pt x="60" y="87"/>
                        <a:pt x="64" y="98"/>
                      </a:cubicBezTo>
                      <a:cubicBezTo>
                        <a:pt x="66" y="98"/>
                        <a:pt x="66" y="98"/>
                        <a:pt x="66" y="98"/>
                      </a:cubicBezTo>
                      <a:cubicBezTo>
                        <a:pt x="62" y="87"/>
                        <a:pt x="57" y="77"/>
                        <a:pt x="53" y="68"/>
                      </a:cubicBezTo>
                      <a:moveTo>
                        <a:pt x="2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6" y="6"/>
                        <a:pt x="28" y="26"/>
                        <a:pt x="50" y="67"/>
                      </a:cubicBezTo>
                      <a:cubicBezTo>
                        <a:pt x="52" y="67"/>
                        <a:pt x="52" y="67"/>
                        <a:pt x="52" y="67"/>
                      </a:cubicBezTo>
                      <a:cubicBezTo>
                        <a:pt x="30" y="24"/>
                        <a:pt x="6" y="3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23" name="Freeform 193"/>
                <p:cNvSpPr>
                  <a:spLocks/>
                </p:cNvSpPr>
                <p:nvPr/>
              </p:nvSpPr>
              <p:spPr bwMode="auto">
                <a:xfrm>
                  <a:off x="-2962" y="1754"/>
                  <a:ext cx="7" cy="2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1" y="1"/>
                    </a:cxn>
                    <a:cxn ang="0">
                      <a:pos x="3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3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1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24" name="Freeform 194"/>
                <p:cNvSpPr>
                  <a:spLocks/>
                </p:cNvSpPr>
                <p:nvPr/>
              </p:nvSpPr>
              <p:spPr bwMode="auto">
                <a:xfrm>
                  <a:off x="-2990" y="1681"/>
                  <a:ext cx="2" cy="2"/>
                </a:xfrm>
                <a:custGeom>
                  <a:avLst/>
                  <a:gdLst/>
                  <a:ahLst/>
                  <a:cxnLst>
                    <a:cxn ang="0">
                      <a:pos x="1" y="1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" h="1">
                      <a:moveTo>
                        <a:pt x="1" y="1"/>
                      </a:moveTo>
                      <a:cubicBezTo>
                        <a:pt x="1" y="1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25" name="Freeform 195"/>
                <p:cNvSpPr>
                  <a:spLocks/>
                </p:cNvSpPr>
                <p:nvPr/>
              </p:nvSpPr>
              <p:spPr bwMode="auto">
                <a:xfrm>
                  <a:off x="-2995" y="1681"/>
                  <a:ext cx="5" cy="2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1" y="1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1" y="1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26" name="Freeform 196"/>
                <p:cNvSpPr>
                  <a:spLocks noEditPoints="1"/>
                </p:cNvSpPr>
                <p:nvPr/>
              </p:nvSpPr>
              <p:spPr bwMode="auto">
                <a:xfrm>
                  <a:off x="-2824" y="2259"/>
                  <a:ext cx="26" cy="1017"/>
                </a:xfrm>
                <a:custGeom>
                  <a:avLst/>
                  <a:gdLst/>
                  <a:ahLst/>
                  <a:cxnLst>
                    <a:cxn ang="0">
                      <a:pos x="8" y="343"/>
                    </a:cxn>
                    <a:cxn ang="0">
                      <a:pos x="6" y="343"/>
                    </a:cxn>
                    <a:cxn ang="0">
                      <a:pos x="6" y="429"/>
                    </a:cxn>
                    <a:cxn ang="0">
                      <a:pos x="8" y="429"/>
                    </a:cxn>
                    <a:cxn ang="0">
                      <a:pos x="8" y="343"/>
                    </a:cxn>
                    <a:cxn ang="0">
                      <a:pos x="11" y="233"/>
                    </a:cxn>
                    <a:cxn ang="0">
                      <a:pos x="9" y="233"/>
                    </a:cxn>
                    <a:cxn ang="0">
                      <a:pos x="5" y="333"/>
                    </a:cxn>
                    <a:cxn ang="0">
                      <a:pos x="6" y="342"/>
                    </a:cxn>
                    <a:cxn ang="0">
                      <a:pos x="8" y="342"/>
                    </a:cxn>
                    <a:cxn ang="0">
                      <a:pos x="8" y="333"/>
                    </a:cxn>
                    <a:cxn ang="0">
                      <a:pos x="11" y="233"/>
                    </a:cxn>
                    <a:cxn ang="0">
                      <a:pos x="10" y="102"/>
                    </a:cxn>
                    <a:cxn ang="0">
                      <a:pos x="8" y="102"/>
                    </a:cxn>
                    <a:cxn ang="0">
                      <a:pos x="9" y="178"/>
                    </a:cxn>
                    <a:cxn ang="0">
                      <a:pos x="9" y="232"/>
                    </a:cxn>
                    <a:cxn ang="0">
                      <a:pos x="11" y="232"/>
                    </a:cxn>
                    <a:cxn ang="0">
                      <a:pos x="11" y="178"/>
                    </a:cxn>
                    <a:cxn ang="0">
                      <a:pos x="10" y="102"/>
                    </a:cxn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7" y="60"/>
                    </a:cxn>
                    <a:cxn ang="0">
                      <a:pos x="7" y="69"/>
                    </a:cxn>
                    <a:cxn ang="0">
                      <a:pos x="8" y="101"/>
                    </a:cxn>
                    <a:cxn ang="0">
                      <a:pos x="10" y="101"/>
                    </a:cxn>
                    <a:cxn ang="0">
                      <a:pos x="9" y="60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11" h="429">
                      <a:moveTo>
                        <a:pt x="8" y="343"/>
                      </a:moveTo>
                      <a:cubicBezTo>
                        <a:pt x="6" y="343"/>
                        <a:pt x="6" y="343"/>
                        <a:pt x="6" y="343"/>
                      </a:cubicBezTo>
                      <a:cubicBezTo>
                        <a:pt x="6" y="429"/>
                        <a:pt x="6" y="429"/>
                        <a:pt x="6" y="429"/>
                      </a:cubicBezTo>
                      <a:cubicBezTo>
                        <a:pt x="8" y="429"/>
                        <a:pt x="8" y="429"/>
                        <a:pt x="8" y="429"/>
                      </a:cubicBezTo>
                      <a:cubicBezTo>
                        <a:pt x="8" y="343"/>
                        <a:pt x="8" y="343"/>
                        <a:pt x="8" y="343"/>
                      </a:cubicBezTo>
                      <a:moveTo>
                        <a:pt x="11" y="233"/>
                      </a:moveTo>
                      <a:cubicBezTo>
                        <a:pt x="9" y="233"/>
                        <a:pt x="9" y="233"/>
                        <a:pt x="9" y="233"/>
                      </a:cubicBezTo>
                      <a:cubicBezTo>
                        <a:pt x="8" y="264"/>
                        <a:pt x="7" y="298"/>
                        <a:pt x="5" y="333"/>
                      </a:cubicBezTo>
                      <a:cubicBezTo>
                        <a:pt x="6" y="342"/>
                        <a:pt x="6" y="342"/>
                        <a:pt x="6" y="342"/>
                      </a:cubicBezTo>
                      <a:cubicBezTo>
                        <a:pt x="8" y="342"/>
                        <a:pt x="8" y="342"/>
                        <a:pt x="8" y="342"/>
                      </a:cubicBezTo>
                      <a:cubicBezTo>
                        <a:pt x="8" y="333"/>
                        <a:pt x="8" y="333"/>
                        <a:pt x="8" y="333"/>
                      </a:cubicBezTo>
                      <a:cubicBezTo>
                        <a:pt x="9" y="298"/>
                        <a:pt x="10" y="264"/>
                        <a:pt x="11" y="233"/>
                      </a:cubicBezTo>
                      <a:moveTo>
                        <a:pt x="10" y="102"/>
                      </a:moveTo>
                      <a:cubicBezTo>
                        <a:pt x="8" y="102"/>
                        <a:pt x="8" y="102"/>
                        <a:pt x="8" y="102"/>
                      </a:cubicBezTo>
                      <a:cubicBezTo>
                        <a:pt x="9" y="122"/>
                        <a:pt x="9" y="147"/>
                        <a:pt x="9" y="178"/>
                      </a:cubicBezTo>
                      <a:cubicBezTo>
                        <a:pt x="9" y="195"/>
                        <a:pt x="9" y="213"/>
                        <a:pt x="9" y="232"/>
                      </a:cubicBezTo>
                      <a:cubicBezTo>
                        <a:pt x="11" y="232"/>
                        <a:pt x="11" y="232"/>
                        <a:pt x="11" y="232"/>
                      </a:cubicBezTo>
                      <a:cubicBezTo>
                        <a:pt x="11" y="213"/>
                        <a:pt x="11" y="195"/>
                        <a:pt x="11" y="178"/>
                      </a:cubicBezTo>
                      <a:cubicBezTo>
                        <a:pt x="11" y="147"/>
                        <a:pt x="11" y="122"/>
                        <a:pt x="10" y="102"/>
                      </a:cubicBezTo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3" y="18"/>
                        <a:pt x="6" y="39"/>
                        <a:pt x="7" y="60"/>
                      </a:cubicBezTo>
                      <a:cubicBezTo>
                        <a:pt x="7" y="60"/>
                        <a:pt x="7" y="63"/>
                        <a:pt x="7" y="69"/>
                      </a:cubicBezTo>
                      <a:cubicBezTo>
                        <a:pt x="8" y="76"/>
                        <a:pt x="8" y="87"/>
                        <a:pt x="8" y="101"/>
                      </a:cubicBezTo>
                      <a:cubicBezTo>
                        <a:pt x="10" y="101"/>
                        <a:pt x="10" y="101"/>
                        <a:pt x="10" y="101"/>
                      </a:cubicBezTo>
                      <a:cubicBezTo>
                        <a:pt x="10" y="75"/>
                        <a:pt x="9" y="60"/>
                        <a:pt x="9" y="60"/>
                      </a:cubicBezTo>
                      <a:cubicBezTo>
                        <a:pt x="8" y="39"/>
                        <a:pt x="5" y="18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27" name="Freeform 197"/>
                <p:cNvSpPr>
                  <a:spLocks/>
                </p:cNvSpPr>
                <p:nvPr/>
              </p:nvSpPr>
              <p:spPr bwMode="auto">
                <a:xfrm>
                  <a:off x="-2810" y="3069"/>
                  <a:ext cx="4" cy="3"/>
                </a:xfrm>
                <a:custGeom>
                  <a:avLst/>
                  <a:gdLst/>
                  <a:ahLst/>
                  <a:cxnLst>
                    <a:cxn ang="0">
                      <a:pos x="4" y="0"/>
                    </a:cxn>
                    <a:cxn ang="0">
                      <a:pos x="0" y="0"/>
                    </a:cxn>
                    <a:cxn ang="0">
                      <a:pos x="0" y="3"/>
                    </a:cxn>
                    <a:cxn ang="0">
                      <a:pos x="4" y="3"/>
                    </a:cxn>
                    <a:cxn ang="0">
                      <a:pos x="4" y="0"/>
                    </a:cxn>
                    <a:cxn ang="0">
                      <a:pos x="4" y="0"/>
                    </a:cxn>
                  </a:cxnLst>
                  <a:rect l="0" t="0" r="r" b="b"/>
                  <a:pathLst>
                    <a:path w="4" h="3">
                      <a:moveTo>
                        <a:pt x="4" y="0"/>
                      </a:moveTo>
                      <a:lnTo>
                        <a:pt x="0" y="0"/>
                      </a:lnTo>
                      <a:lnTo>
                        <a:pt x="0" y="3"/>
                      </a:lnTo>
                      <a:lnTo>
                        <a:pt x="4" y="3"/>
                      </a:lnTo>
                      <a:lnTo>
                        <a:pt x="4" y="0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28" name="Freeform 198"/>
                <p:cNvSpPr>
                  <a:spLocks/>
                </p:cNvSpPr>
                <p:nvPr/>
              </p:nvSpPr>
              <p:spPr bwMode="auto">
                <a:xfrm>
                  <a:off x="-2810" y="3278"/>
                  <a:ext cx="4" cy="76"/>
                </a:xfrm>
                <a:custGeom>
                  <a:avLst/>
                  <a:gdLst/>
                  <a:ahLst/>
                  <a:cxnLst>
                    <a:cxn ang="0">
                      <a:pos x="4" y="0"/>
                    </a:cxn>
                    <a:cxn ang="0">
                      <a:pos x="0" y="0"/>
                    </a:cxn>
                    <a:cxn ang="0">
                      <a:pos x="0" y="76"/>
                    </a:cxn>
                    <a:cxn ang="0">
                      <a:pos x="4" y="76"/>
                    </a:cxn>
                    <a:cxn ang="0">
                      <a:pos x="4" y="0"/>
                    </a:cxn>
                    <a:cxn ang="0">
                      <a:pos x="4" y="0"/>
                    </a:cxn>
                  </a:cxnLst>
                  <a:rect l="0" t="0" r="r" b="b"/>
                  <a:pathLst>
                    <a:path w="4" h="76">
                      <a:moveTo>
                        <a:pt x="4" y="0"/>
                      </a:moveTo>
                      <a:lnTo>
                        <a:pt x="0" y="0"/>
                      </a:lnTo>
                      <a:lnTo>
                        <a:pt x="0" y="76"/>
                      </a:lnTo>
                      <a:lnTo>
                        <a:pt x="4" y="76"/>
                      </a:lnTo>
                      <a:lnTo>
                        <a:pt x="4" y="0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29" name="Freeform 199"/>
                <p:cNvSpPr>
                  <a:spLocks/>
                </p:cNvSpPr>
                <p:nvPr/>
              </p:nvSpPr>
              <p:spPr bwMode="auto">
                <a:xfrm>
                  <a:off x="-2803" y="2809"/>
                  <a:ext cx="5" cy="2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30" name="Freeform 200"/>
                <p:cNvSpPr>
                  <a:spLocks/>
                </p:cNvSpPr>
                <p:nvPr/>
              </p:nvSpPr>
              <p:spPr bwMode="auto">
                <a:xfrm>
                  <a:off x="-2810" y="3276"/>
                  <a:ext cx="4" cy="2"/>
                </a:xfrm>
                <a:custGeom>
                  <a:avLst/>
                  <a:gdLst/>
                  <a:ahLst/>
                  <a:cxnLst>
                    <a:cxn ang="0">
                      <a:pos x="4" y="0"/>
                    </a:cxn>
                    <a:cxn ang="0">
                      <a:pos x="0" y="0"/>
                    </a:cxn>
                    <a:cxn ang="0">
                      <a:pos x="0" y="2"/>
                    </a:cxn>
                    <a:cxn ang="0">
                      <a:pos x="4" y="2"/>
                    </a:cxn>
                    <a:cxn ang="0">
                      <a:pos x="4" y="0"/>
                    </a:cxn>
                    <a:cxn ang="0">
                      <a:pos x="4" y="0"/>
                    </a:cxn>
                  </a:cxnLst>
                  <a:rect l="0" t="0" r="r" b="b"/>
                  <a:pathLst>
                    <a:path w="4" h="2">
                      <a:moveTo>
                        <a:pt x="4" y="0"/>
                      </a:moveTo>
                      <a:lnTo>
                        <a:pt x="0" y="0"/>
                      </a:lnTo>
                      <a:lnTo>
                        <a:pt x="0" y="2"/>
                      </a:lnTo>
                      <a:lnTo>
                        <a:pt x="4" y="2"/>
                      </a:lnTo>
                      <a:lnTo>
                        <a:pt x="4" y="0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31" name="Freeform 201"/>
                <p:cNvSpPr>
                  <a:spLocks/>
                </p:cNvSpPr>
                <p:nvPr/>
              </p:nvSpPr>
              <p:spPr bwMode="auto">
                <a:xfrm>
                  <a:off x="-2810" y="3356"/>
                  <a:ext cx="4" cy="71"/>
                </a:xfrm>
                <a:custGeom>
                  <a:avLst/>
                  <a:gdLst/>
                  <a:ahLst/>
                  <a:cxnLst>
                    <a:cxn ang="0">
                      <a:pos x="4" y="0"/>
                    </a:cxn>
                    <a:cxn ang="0">
                      <a:pos x="0" y="0"/>
                    </a:cxn>
                    <a:cxn ang="0">
                      <a:pos x="0" y="71"/>
                    </a:cxn>
                    <a:cxn ang="0">
                      <a:pos x="4" y="71"/>
                    </a:cxn>
                    <a:cxn ang="0">
                      <a:pos x="4" y="0"/>
                    </a:cxn>
                    <a:cxn ang="0">
                      <a:pos x="4" y="0"/>
                    </a:cxn>
                  </a:cxnLst>
                  <a:rect l="0" t="0" r="r" b="b"/>
                  <a:pathLst>
                    <a:path w="4" h="71">
                      <a:moveTo>
                        <a:pt x="4" y="0"/>
                      </a:moveTo>
                      <a:lnTo>
                        <a:pt x="0" y="0"/>
                      </a:lnTo>
                      <a:lnTo>
                        <a:pt x="0" y="71"/>
                      </a:lnTo>
                      <a:lnTo>
                        <a:pt x="4" y="71"/>
                      </a:lnTo>
                      <a:lnTo>
                        <a:pt x="4" y="0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32" name="Freeform 202"/>
                <p:cNvSpPr>
                  <a:spLocks/>
                </p:cNvSpPr>
                <p:nvPr/>
              </p:nvSpPr>
              <p:spPr bwMode="auto">
                <a:xfrm>
                  <a:off x="-2810" y="3354"/>
                  <a:ext cx="4" cy="2"/>
                </a:xfrm>
                <a:custGeom>
                  <a:avLst/>
                  <a:gdLst/>
                  <a:ahLst/>
                  <a:cxnLst>
                    <a:cxn ang="0">
                      <a:pos x="4" y="0"/>
                    </a:cxn>
                    <a:cxn ang="0">
                      <a:pos x="0" y="0"/>
                    </a:cxn>
                    <a:cxn ang="0">
                      <a:pos x="0" y="2"/>
                    </a:cxn>
                    <a:cxn ang="0">
                      <a:pos x="4" y="2"/>
                    </a:cxn>
                    <a:cxn ang="0">
                      <a:pos x="4" y="0"/>
                    </a:cxn>
                    <a:cxn ang="0">
                      <a:pos x="4" y="0"/>
                    </a:cxn>
                  </a:cxnLst>
                  <a:rect l="0" t="0" r="r" b="b"/>
                  <a:pathLst>
                    <a:path w="4" h="2">
                      <a:moveTo>
                        <a:pt x="4" y="0"/>
                      </a:moveTo>
                      <a:lnTo>
                        <a:pt x="0" y="0"/>
                      </a:lnTo>
                      <a:lnTo>
                        <a:pt x="0" y="2"/>
                      </a:lnTo>
                      <a:lnTo>
                        <a:pt x="4" y="2"/>
                      </a:lnTo>
                      <a:lnTo>
                        <a:pt x="4" y="0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33" name="Freeform 203"/>
                <p:cNvSpPr>
                  <a:spLocks/>
                </p:cNvSpPr>
                <p:nvPr/>
              </p:nvSpPr>
              <p:spPr bwMode="auto">
                <a:xfrm>
                  <a:off x="-2806" y="2498"/>
                  <a:ext cx="5" cy="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34" name="Freeform 204"/>
                <p:cNvSpPr>
                  <a:spLocks/>
                </p:cNvSpPr>
                <p:nvPr/>
              </p:nvSpPr>
              <p:spPr bwMode="auto">
                <a:xfrm>
                  <a:off x="-2824" y="2256"/>
                  <a:ext cx="4" cy="3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41" name="Freeform 206"/>
              <p:cNvSpPr>
                <a:spLocks/>
              </p:cNvSpPr>
              <p:nvPr/>
            </p:nvSpPr>
            <p:spPr bwMode="auto">
              <a:xfrm>
                <a:off x="-4870447" y="2416173"/>
                <a:ext cx="349249" cy="36830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"/>
                  </a:cxn>
                  <a:cxn ang="0">
                    <a:pos x="1" y="2"/>
                  </a:cxn>
                  <a:cxn ang="0">
                    <a:pos x="91" y="98"/>
                  </a:cxn>
                  <a:cxn ang="0">
                    <a:pos x="93" y="98"/>
                  </a:cxn>
                  <a:cxn ang="0">
                    <a:pos x="71" y="68"/>
                  </a:cxn>
                  <a:cxn ang="0">
                    <a:pos x="70" y="68"/>
                  </a:cxn>
                  <a:cxn ang="0">
                    <a:pos x="70" y="68"/>
                  </a:cxn>
                  <a:cxn ang="0">
                    <a:pos x="0" y="0"/>
                  </a:cxn>
                </a:cxnLst>
                <a:rect l="0" t="0" r="r" b="b"/>
                <a:pathLst>
                  <a:path w="93" h="98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2"/>
                      <a:pt x="1" y="2"/>
                    </a:cubicBezTo>
                    <a:cubicBezTo>
                      <a:pt x="9" y="6"/>
                      <a:pt x="41" y="26"/>
                      <a:pt x="91" y="98"/>
                    </a:cubicBezTo>
                    <a:cubicBezTo>
                      <a:pt x="93" y="98"/>
                      <a:pt x="93" y="98"/>
                      <a:pt x="93" y="98"/>
                    </a:cubicBezTo>
                    <a:cubicBezTo>
                      <a:pt x="85" y="87"/>
                      <a:pt x="77" y="77"/>
                      <a:pt x="71" y="68"/>
                    </a:cubicBezTo>
                    <a:cubicBezTo>
                      <a:pt x="70" y="68"/>
                      <a:pt x="70" y="68"/>
                      <a:pt x="70" y="68"/>
                    </a:cubicBezTo>
                    <a:cubicBezTo>
                      <a:pt x="70" y="68"/>
                      <a:pt x="70" y="68"/>
                      <a:pt x="70" y="68"/>
                    </a:cubicBezTo>
                    <a:cubicBezTo>
                      <a:pt x="26" y="11"/>
                      <a:pt x="0" y="1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2" name="Freeform 207"/>
              <p:cNvSpPr>
                <a:spLocks/>
              </p:cNvSpPr>
              <p:nvPr/>
            </p:nvSpPr>
            <p:spPr bwMode="auto">
              <a:xfrm>
                <a:off x="-4608511" y="2671760"/>
                <a:ext cx="4762" cy="158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0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3" name="Freeform 208"/>
              <p:cNvSpPr>
                <a:spLocks/>
              </p:cNvSpPr>
              <p:nvPr/>
            </p:nvSpPr>
            <p:spPr bwMode="auto">
              <a:xfrm>
                <a:off x="-4818061" y="2419348"/>
                <a:ext cx="481013" cy="365125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1"/>
                  </a:cxn>
                  <a:cxn ang="0">
                    <a:pos x="3" y="1"/>
                  </a:cxn>
                  <a:cxn ang="0">
                    <a:pos x="102" y="66"/>
                  </a:cxn>
                  <a:cxn ang="0">
                    <a:pos x="103" y="66"/>
                  </a:cxn>
                  <a:cxn ang="0">
                    <a:pos x="103" y="67"/>
                  </a:cxn>
                  <a:cxn ang="0">
                    <a:pos x="103" y="67"/>
                  </a:cxn>
                  <a:cxn ang="0">
                    <a:pos x="127" y="97"/>
                  </a:cxn>
                  <a:cxn ang="0">
                    <a:pos x="128" y="97"/>
                  </a:cxn>
                  <a:cxn ang="0">
                    <a:pos x="1" y="0"/>
                  </a:cxn>
                </a:cxnLst>
                <a:rect l="0" t="0" r="r" b="b"/>
                <a:pathLst>
                  <a:path w="128" h="97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3" y="1"/>
                    </a:cubicBezTo>
                    <a:cubicBezTo>
                      <a:pt x="15" y="4"/>
                      <a:pt x="57" y="19"/>
                      <a:pt x="102" y="66"/>
                    </a:cubicBezTo>
                    <a:cubicBezTo>
                      <a:pt x="103" y="66"/>
                      <a:pt x="103" y="66"/>
                      <a:pt x="103" y="66"/>
                    </a:cubicBezTo>
                    <a:cubicBezTo>
                      <a:pt x="103" y="67"/>
                      <a:pt x="103" y="67"/>
                      <a:pt x="103" y="67"/>
                    </a:cubicBezTo>
                    <a:cubicBezTo>
                      <a:pt x="103" y="67"/>
                      <a:pt x="103" y="67"/>
                      <a:pt x="103" y="67"/>
                    </a:cubicBezTo>
                    <a:cubicBezTo>
                      <a:pt x="111" y="76"/>
                      <a:pt x="119" y="86"/>
                      <a:pt x="127" y="97"/>
                    </a:cubicBezTo>
                    <a:cubicBezTo>
                      <a:pt x="128" y="97"/>
                      <a:pt x="128" y="97"/>
                      <a:pt x="128" y="97"/>
                    </a:cubicBezTo>
                    <a:cubicBezTo>
                      <a:pt x="68" y="13"/>
                      <a:pt x="1" y="0"/>
                      <a:pt x="1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4" name="Freeform 209"/>
              <p:cNvSpPr>
                <a:spLocks/>
              </p:cNvSpPr>
              <p:nvPr/>
            </p:nvSpPr>
            <p:spPr bwMode="auto">
              <a:xfrm>
                <a:off x="-4435474" y="2668584"/>
                <a:ext cx="4762" cy="3175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0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5" name="Freeform 210"/>
              <p:cNvSpPr>
                <a:spLocks noEditPoints="1"/>
              </p:cNvSpPr>
              <p:nvPr/>
            </p:nvSpPr>
            <p:spPr bwMode="auto">
              <a:xfrm>
                <a:off x="-2679699" y="3152772"/>
                <a:ext cx="71438" cy="428625"/>
              </a:xfrm>
              <a:custGeom>
                <a:avLst/>
                <a:gdLst/>
                <a:ahLst/>
                <a:cxnLst>
                  <a:cxn ang="0">
                    <a:pos x="17" y="101"/>
                  </a:cxn>
                  <a:cxn ang="0">
                    <a:pos x="15" y="101"/>
                  </a:cxn>
                  <a:cxn ang="0">
                    <a:pos x="16" y="110"/>
                  </a:cxn>
                  <a:cxn ang="0">
                    <a:pos x="16" y="110"/>
                  </a:cxn>
                  <a:cxn ang="0">
                    <a:pos x="16" y="110"/>
                  </a:cxn>
                  <a:cxn ang="0">
                    <a:pos x="17" y="114"/>
                  </a:cxn>
                  <a:cxn ang="0">
                    <a:pos x="19" y="114"/>
                  </a:cxn>
                  <a:cxn ang="0">
                    <a:pos x="18" y="109"/>
                  </a:cxn>
                  <a:cxn ang="0">
                    <a:pos x="18" y="109"/>
                  </a:cxn>
                  <a:cxn ang="0">
                    <a:pos x="17" y="101"/>
                  </a:cxn>
                  <a:cxn ang="0">
                    <a:pos x="2" y="0"/>
                  </a:cxn>
                  <a:cxn ang="0">
                    <a:pos x="0" y="0"/>
                  </a:cxn>
                  <a:cxn ang="0">
                    <a:pos x="15" y="100"/>
                  </a:cxn>
                  <a:cxn ang="0">
                    <a:pos x="17" y="100"/>
                  </a:cxn>
                  <a:cxn ang="0">
                    <a:pos x="2" y="0"/>
                  </a:cxn>
                </a:cxnLst>
                <a:rect l="0" t="0" r="r" b="b"/>
                <a:pathLst>
                  <a:path w="19" h="114">
                    <a:moveTo>
                      <a:pt x="17" y="101"/>
                    </a:moveTo>
                    <a:cubicBezTo>
                      <a:pt x="15" y="101"/>
                      <a:pt x="15" y="101"/>
                      <a:pt x="15" y="101"/>
                    </a:cubicBezTo>
                    <a:cubicBezTo>
                      <a:pt x="16" y="104"/>
                      <a:pt x="16" y="107"/>
                      <a:pt x="16" y="110"/>
                    </a:cubicBezTo>
                    <a:cubicBezTo>
                      <a:pt x="16" y="110"/>
                      <a:pt x="16" y="110"/>
                      <a:pt x="16" y="110"/>
                    </a:cubicBezTo>
                    <a:cubicBezTo>
                      <a:pt x="16" y="110"/>
                      <a:pt x="16" y="110"/>
                      <a:pt x="16" y="110"/>
                    </a:cubicBezTo>
                    <a:cubicBezTo>
                      <a:pt x="16" y="110"/>
                      <a:pt x="16" y="111"/>
                      <a:pt x="17" y="114"/>
                    </a:cubicBezTo>
                    <a:cubicBezTo>
                      <a:pt x="19" y="114"/>
                      <a:pt x="19" y="114"/>
                      <a:pt x="19" y="114"/>
                    </a:cubicBezTo>
                    <a:cubicBezTo>
                      <a:pt x="18" y="111"/>
                      <a:pt x="18" y="109"/>
                      <a:pt x="18" y="109"/>
                    </a:cubicBezTo>
                    <a:cubicBezTo>
                      <a:pt x="18" y="109"/>
                      <a:pt x="18" y="109"/>
                      <a:pt x="18" y="109"/>
                    </a:cubicBezTo>
                    <a:cubicBezTo>
                      <a:pt x="18" y="106"/>
                      <a:pt x="18" y="104"/>
                      <a:pt x="17" y="101"/>
                    </a:cubicBezTo>
                    <a:moveTo>
                      <a:pt x="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6" y="29"/>
                      <a:pt x="11" y="62"/>
                      <a:pt x="15" y="100"/>
                    </a:cubicBezTo>
                    <a:cubicBezTo>
                      <a:pt x="17" y="100"/>
                      <a:pt x="17" y="100"/>
                      <a:pt x="17" y="100"/>
                    </a:cubicBezTo>
                    <a:cubicBezTo>
                      <a:pt x="13" y="62"/>
                      <a:pt x="8" y="29"/>
                      <a:pt x="2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6" name="Freeform 211"/>
              <p:cNvSpPr>
                <a:spLocks/>
              </p:cNvSpPr>
              <p:nvPr/>
            </p:nvSpPr>
            <p:spPr bwMode="auto">
              <a:xfrm>
                <a:off x="-2624136" y="3529009"/>
                <a:ext cx="7937" cy="4762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7" name="Freeform 212"/>
              <p:cNvSpPr>
                <a:spLocks noEditPoints="1"/>
              </p:cNvSpPr>
              <p:nvPr/>
            </p:nvSpPr>
            <p:spPr bwMode="auto">
              <a:xfrm>
                <a:off x="-2811462" y="3586159"/>
                <a:ext cx="233364" cy="1614486"/>
              </a:xfrm>
              <a:custGeom>
                <a:avLst/>
                <a:gdLst/>
                <a:ahLst/>
                <a:cxnLst>
                  <a:cxn ang="0">
                    <a:pos x="31" y="343"/>
                  </a:cxn>
                  <a:cxn ang="0">
                    <a:pos x="29" y="343"/>
                  </a:cxn>
                  <a:cxn ang="0">
                    <a:pos x="0" y="429"/>
                  </a:cxn>
                  <a:cxn ang="0">
                    <a:pos x="2" y="429"/>
                  </a:cxn>
                  <a:cxn ang="0">
                    <a:pos x="31" y="343"/>
                  </a:cxn>
                  <a:cxn ang="0">
                    <a:pos x="55" y="233"/>
                  </a:cxn>
                  <a:cxn ang="0">
                    <a:pos x="53" y="233"/>
                  </a:cxn>
                  <a:cxn ang="0">
                    <a:pos x="52" y="239"/>
                  </a:cxn>
                  <a:cxn ang="0">
                    <a:pos x="29" y="342"/>
                  </a:cxn>
                  <a:cxn ang="0">
                    <a:pos x="29" y="342"/>
                  </a:cxn>
                  <a:cxn ang="0">
                    <a:pos x="31" y="342"/>
                  </a:cxn>
                  <a:cxn ang="0">
                    <a:pos x="55" y="233"/>
                  </a:cxn>
                  <a:cxn ang="0">
                    <a:pos x="61" y="102"/>
                  </a:cxn>
                  <a:cxn ang="0">
                    <a:pos x="59" y="102"/>
                  </a:cxn>
                  <a:cxn ang="0">
                    <a:pos x="60" y="129"/>
                  </a:cxn>
                  <a:cxn ang="0">
                    <a:pos x="54" y="231"/>
                  </a:cxn>
                  <a:cxn ang="0">
                    <a:pos x="54" y="231"/>
                  </a:cxn>
                  <a:cxn ang="0">
                    <a:pos x="54" y="232"/>
                  </a:cxn>
                  <a:cxn ang="0">
                    <a:pos x="56" y="232"/>
                  </a:cxn>
                  <a:cxn ang="0">
                    <a:pos x="56" y="231"/>
                  </a:cxn>
                  <a:cxn ang="0">
                    <a:pos x="56" y="231"/>
                  </a:cxn>
                  <a:cxn ang="0">
                    <a:pos x="62" y="129"/>
                  </a:cxn>
                  <a:cxn ang="0">
                    <a:pos x="61" y="102"/>
                  </a:cxn>
                  <a:cxn ang="0">
                    <a:pos x="54" y="0"/>
                  </a:cxn>
                  <a:cxn ang="0">
                    <a:pos x="52" y="0"/>
                  </a:cxn>
                  <a:cxn ang="0">
                    <a:pos x="53" y="5"/>
                  </a:cxn>
                  <a:cxn ang="0">
                    <a:pos x="59" y="101"/>
                  </a:cxn>
                  <a:cxn ang="0">
                    <a:pos x="61" y="101"/>
                  </a:cxn>
                  <a:cxn ang="0">
                    <a:pos x="54" y="0"/>
                  </a:cxn>
                </a:cxnLst>
                <a:rect l="0" t="0" r="r" b="b"/>
                <a:pathLst>
                  <a:path w="62" h="429">
                    <a:moveTo>
                      <a:pt x="31" y="343"/>
                    </a:moveTo>
                    <a:cubicBezTo>
                      <a:pt x="29" y="343"/>
                      <a:pt x="29" y="343"/>
                      <a:pt x="29" y="343"/>
                    </a:cubicBezTo>
                    <a:cubicBezTo>
                      <a:pt x="18" y="386"/>
                      <a:pt x="8" y="411"/>
                      <a:pt x="0" y="429"/>
                    </a:cubicBezTo>
                    <a:cubicBezTo>
                      <a:pt x="2" y="429"/>
                      <a:pt x="2" y="429"/>
                      <a:pt x="2" y="429"/>
                    </a:cubicBezTo>
                    <a:cubicBezTo>
                      <a:pt x="10" y="411"/>
                      <a:pt x="20" y="385"/>
                      <a:pt x="31" y="343"/>
                    </a:cubicBezTo>
                    <a:moveTo>
                      <a:pt x="55" y="233"/>
                    </a:moveTo>
                    <a:cubicBezTo>
                      <a:pt x="53" y="233"/>
                      <a:pt x="53" y="233"/>
                      <a:pt x="53" y="233"/>
                    </a:cubicBezTo>
                    <a:cubicBezTo>
                      <a:pt x="53" y="234"/>
                      <a:pt x="53" y="236"/>
                      <a:pt x="52" y="239"/>
                    </a:cubicBezTo>
                    <a:cubicBezTo>
                      <a:pt x="50" y="254"/>
                      <a:pt x="42" y="290"/>
                      <a:pt x="29" y="342"/>
                    </a:cubicBezTo>
                    <a:cubicBezTo>
                      <a:pt x="29" y="342"/>
                      <a:pt x="29" y="342"/>
                      <a:pt x="29" y="342"/>
                    </a:cubicBezTo>
                    <a:cubicBezTo>
                      <a:pt x="31" y="342"/>
                      <a:pt x="31" y="342"/>
                      <a:pt x="31" y="342"/>
                    </a:cubicBezTo>
                    <a:cubicBezTo>
                      <a:pt x="46" y="282"/>
                      <a:pt x="54" y="242"/>
                      <a:pt x="55" y="233"/>
                    </a:cubicBezTo>
                    <a:moveTo>
                      <a:pt x="61" y="102"/>
                    </a:moveTo>
                    <a:cubicBezTo>
                      <a:pt x="59" y="102"/>
                      <a:pt x="59" y="102"/>
                      <a:pt x="59" y="102"/>
                    </a:cubicBezTo>
                    <a:cubicBezTo>
                      <a:pt x="60" y="111"/>
                      <a:pt x="60" y="119"/>
                      <a:pt x="60" y="129"/>
                    </a:cubicBezTo>
                    <a:cubicBezTo>
                      <a:pt x="60" y="161"/>
                      <a:pt x="58" y="196"/>
                      <a:pt x="54" y="231"/>
                    </a:cubicBezTo>
                    <a:cubicBezTo>
                      <a:pt x="54" y="231"/>
                      <a:pt x="54" y="231"/>
                      <a:pt x="54" y="231"/>
                    </a:cubicBezTo>
                    <a:cubicBezTo>
                      <a:pt x="54" y="231"/>
                      <a:pt x="54" y="231"/>
                      <a:pt x="54" y="232"/>
                    </a:cubicBezTo>
                    <a:cubicBezTo>
                      <a:pt x="56" y="232"/>
                      <a:pt x="56" y="232"/>
                      <a:pt x="56" y="232"/>
                    </a:cubicBezTo>
                    <a:cubicBezTo>
                      <a:pt x="56" y="231"/>
                      <a:pt x="56" y="231"/>
                      <a:pt x="56" y="231"/>
                    </a:cubicBezTo>
                    <a:cubicBezTo>
                      <a:pt x="56" y="231"/>
                      <a:pt x="56" y="231"/>
                      <a:pt x="56" y="231"/>
                    </a:cubicBezTo>
                    <a:cubicBezTo>
                      <a:pt x="60" y="196"/>
                      <a:pt x="62" y="161"/>
                      <a:pt x="62" y="129"/>
                    </a:cubicBezTo>
                    <a:cubicBezTo>
                      <a:pt x="62" y="119"/>
                      <a:pt x="62" y="111"/>
                      <a:pt x="61" y="102"/>
                    </a:cubicBezTo>
                    <a:moveTo>
                      <a:pt x="54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52" y="1"/>
                      <a:pt x="52" y="3"/>
                      <a:pt x="53" y="5"/>
                    </a:cubicBezTo>
                    <a:cubicBezTo>
                      <a:pt x="55" y="22"/>
                      <a:pt x="58" y="57"/>
                      <a:pt x="59" y="101"/>
                    </a:cubicBezTo>
                    <a:cubicBezTo>
                      <a:pt x="61" y="101"/>
                      <a:pt x="61" y="101"/>
                      <a:pt x="61" y="101"/>
                    </a:cubicBezTo>
                    <a:cubicBezTo>
                      <a:pt x="60" y="51"/>
                      <a:pt x="56" y="13"/>
                      <a:pt x="54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8" name="Freeform 213"/>
              <p:cNvSpPr>
                <a:spLocks/>
              </p:cNvSpPr>
              <p:nvPr/>
            </p:nvSpPr>
            <p:spPr bwMode="auto">
              <a:xfrm>
                <a:off x="-2703512" y="4872033"/>
                <a:ext cx="7937" cy="4762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2" y="0"/>
                  </a:cxn>
                  <a:cxn ang="0">
                    <a:pos x="2" y="0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9" name="Freeform 214"/>
              <p:cNvSpPr>
                <a:spLocks noEditPoints="1"/>
              </p:cNvSpPr>
              <p:nvPr/>
            </p:nvSpPr>
            <p:spPr bwMode="auto">
              <a:xfrm>
                <a:off x="-2954336" y="2419348"/>
                <a:ext cx="280987" cy="2954335"/>
              </a:xfrm>
              <a:custGeom>
                <a:avLst/>
                <a:gdLst/>
                <a:ahLst/>
                <a:cxnLst>
                  <a:cxn ang="0">
                    <a:pos x="39" y="740"/>
                  </a:cxn>
                  <a:cxn ang="0">
                    <a:pos x="37" y="740"/>
                  </a:cxn>
                  <a:cxn ang="0">
                    <a:pos x="19" y="774"/>
                  </a:cxn>
                  <a:cxn ang="0">
                    <a:pos x="19" y="774"/>
                  </a:cxn>
                  <a:cxn ang="0">
                    <a:pos x="15" y="784"/>
                  </a:cxn>
                  <a:cxn ang="0">
                    <a:pos x="16" y="785"/>
                  </a:cxn>
                  <a:cxn ang="0">
                    <a:pos x="21" y="775"/>
                  </a:cxn>
                  <a:cxn ang="0">
                    <a:pos x="21" y="775"/>
                  </a:cxn>
                  <a:cxn ang="0">
                    <a:pos x="22" y="773"/>
                  </a:cxn>
                  <a:cxn ang="0">
                    <a:pos x="21" y="773"/>
                  </a:cxn>
                  <a:cxn ang="0">
                    <a:pos x="21" y="772"/>
                  </a:cxn>
                  <a:cxn ang="0">
                    <a:pos x="22" y="772"/>
                  </a:cxn>
                  <a:cxn ang="0">
                    <a:pos x="39" y="740"/>
                  </a:cxn>
                  <a:cxn ang="0">
                    <a:pos x="49" y="98"/>
                  </a:cxn>
                  <a:cxn ang="0">
                    <a:pos x="47" y="98"/>
                  </a:cxn>
                  <a:cxn ang="0">
                    <a:pos x="73" y="194"/>
                  </a:cxn>
                  <a:cxn ang="0">
                    <a:pos x="75" y="194"/>
                  </a:cxn>
                  <a:cxn ang="0">
                    <a:pos x="49" y="98"/>
                  </a:cxn>
                  <a:cxn ang="0">
                    <a:pos x="1" y="0"/>
                  </a:cxn>
                  <a:cxn ang="0">
                    <a:pos x="0" y="1"/>
                  </a:cxn>
                  <a:cxn ang="0">
                    <a:pos x="1" y="2"/>
                  </a:cxn>
                  <a:cxn ang="0">
                    <a:pos x="47" y="97"/>
                  </a:cxn>
                  <a:cxn ang="0">
                    <a:pos x="49" y="97"/>
                  </a:cxn>
                  <a:cxn ang="0">
                    <a:pos x="1" y="0"/>
                  </a:cxn>
                </a:cxnLst>
                <a:rect l="0" t="0" r="r" b="b"/>
                <a:pathLst>
                  <a:path w="75" h="785">
                    <a:moveTo>
                      <a:pt x="39" y="740"/>
                    </a:moveTo>
                    <a:cubicBezTo>
                      <a:pt x="37" y="740"/>
                      <a:pt x="37" y="740"/>
                      <a:pt x="37" y="740"/>
                    </a:cubicBezTo>
                    <a:cubicBezTo>
                      <a:pt x="30" y="755"/>
                      <a:pt x="24" y="764"/>
                      <a:pt x="19" y="774"/>
                    </a:cubicBezTo>
                    <a:cubicBezTo>
                      <a:pt x="19" y="774"/>
                      <a:pt x="19" y="774"/>
                      <a:pt x="19" y="774"/>
                    </a:cubicBezTo>
                    <a:cubicBezTo>
                      <a:pt x="15" y="784"/>
                      <a:pt x="15" y="784"/>
                      <a:pt x="15" y="784"/>
                    </a:cubicBezTo>
                    <a:cubicBezTo>
                      <a:pt x="16" y="785"/>
                      <a:pt x="16" y="785"/>
                      <a:pt x="16" y="785"/>
                    </a:cubicBezTo>
                    <a:cubicBezTo>
                      <a:pt x="21" y="775"/>
                      <a:pt x="21" y="775"/>
                      <a:pt x="21" y="775"/>
                    </a:cubicBezTo>
                    <a:cubicBezTo>
                      <a:pt x="21" y="775"/>
                      <a:pt x="21" y="775"/>
                      <a:pt x="21" y="775"/>
                    </a:cubicBezTo>
                    <a:cubicBezTo>
                      <a:pt x="21" y="774"/>
                      <a:pt x="21" y="774"/>
                      <a:pt x="22" y="773"/>
                    </a:cubicBezTo>
                    <a:cubicBezTo>
                      <a:pt x="21" y="773"/>
                      <a:pt x="21" y="773"/>
                      <a:pt x="21" y="773"/>
                    </a:cubicBezTo>
                    <a:cubicBezTo>
                      <a:pt x="21" y="772"/>
                      <a:pt x="21" y="772"/>
                      <a:pt x="21" y="772"/>
                    </a:cubicBezTo>
                    <a:cubicBezTo>
                      <a:pt x="22" y="772"/>
                      <a:pt x="22" y="772"/>
                      <a:pt x="22" y="772"/>
                    </a:cubicBezTo>
                    <a:cubicBezTo>
                      <a:pt x="27" y="763"/>
                      <a:pt x="33" y="754"/>
                      <a:pt x="39" y="740"/>
                    </a:cubicBezTo>
                    <a:moveTo>
                      <a:pt x="49" y="98"/>
                    </a:moveTo>
                    <a:cubicBezTo>
                      <a:pt x="47" y="98"/>
                      <a:pt x="47" y="98"/>
                      <a:pt x="47" y="98"/>
                    </a:cubicBezTo>
                    <a:cubicBezTo>
                      <a:pt x="56" y="124"/>
                      <a:pt x="65" y="156"/>
                      <a:pt x="73" y="194"/>
                    </a:cubicBezTo>
                    <a:cubicBezTo>
                      <a:pt x="75" y="194"/>
                      <a:pt x="75" y="194"/>
                      <a:pt x="75" y="194"/>
                    </a:cubicBezTo>
                    <a:cubicBezTo>
                      <a:pt x="67" y="156"/>
                      <a:pt x="58" y="124"/>
                      <a:pt x="49" y="98"/>
                    </a:cubicBezTo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2"/>
                    </a:cubicBezTo>
                    <a:cubicBezTo>
                      <a:pt x="5" y="7"/>
                      <a:pt x="26" y="36"/>
                      <a:pt x="47" y="97"/>
                    </a:cubicBezTo>
                    <a:cubicBezTo>
                      <a:pt x="49" y="97"/>
                      <a:pt x="49" y="97"/>
                      <a:pt x="49" y="97"/>
                    </a:cubicBezTo>
                    <a:cubicBezTo>
                      <a:pt x="25" y="28"/>
                      <a:pt x="1" y="0"/>
                      <a:pt x="1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0" name="Freeform 215"/>
              <p:cNvSpPr>
                <a:spLocks/>
              </p:cNvSpPr>
              <p:nvPr/>
            </p:nvSpPr>
            <p:spPr bwMode="auto">
              <a:xfrm>
                <a:off x="-2778124" y="2784471"/>
                <a:ext cx="7937" cy="3175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1" name="Freeform 216"/>
              <p:cNvSpPr>
                <a:spLocks/>
              </p:cNvSpPr>
              <p:nvPr/>
            </p:nvSpPr>
            <p:spPr bwMode="auto">
              <a:xfrm>
                <a:off x="-2613024" y="4459284"/>
                <a:ext cx="11114" cy="3175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" y="0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1"/>
                      <a:pt x="0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3" y="1"/>
                      <a:pt x="3" y="0"/>
                      <a:pt x="3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2" name="Freeform 217"/>
              <p:cNvSpPr>
                <a:spLocks/>
              </p:cNvSpPr>
              <p:nvPr/>
            </p:nvSpPr>
            <p:spPr bwMode="auto">
              <a:xfrm>
                <a:off x="-2816223" y="5200645"/>
                <a:ext cx="12700" cy="3175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" y="0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3" y="1"/>
                      <a:pt x="3" y="0"/>
                      <a:pt x="3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3" name="Freeform 218"/>
              <p:cNvSpPr>
                <a:spLocks/>
              </p:cNvSpPr>
              <p:nvPr/>
            </p:nvSpPr>
            <p:spPr bwMode="auto">
              <a:xfrm>
                <a:off x="-2874962" y="5324470"/>
                <a:ext cx="3175" cy="3175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4" name="Freeform 219"/>
              <p:cNvSpPr>
                <a:spLocks/>
              </p:cNvSpPr>
              <p:nvPr/>
            </p:nvSpPr>
            <p:spPr bwMode="auto">
              <a:xfrm>
                <a:off x="-2590798" y="3965572"/>
                <a:ext cx="7937" cy="4762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5" name="Freeform 220"/>
              <p:cNvSpPr>
                <a:spLocks/>
              </p:cNvSpPr>
              <p:nvPr/>
            </p:nvSpPr>
            <p:spPr bwMode="auto">
              <a:xfrm>
                <a:off x="-2616199" y="3581397"/>
                <a:ext cx="7937" cy="4762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6" name="Freeform 221"/>
              <p:cNvSpPr>
                <a:spLocks/>
              </p:cNvSpPr>
              <p:nvPr/>
            </p:nvSpPr>
            <p:spPr bwMode="auto">
              <a:xfrm>
                <a:off x="-5802311" y="3149597"/>
                <a:ext cx="11114" cy="3175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2" y="1"/>
                  </a:cxn>
                  <a:cxn ang="0">
                    <a:pos x="2" y="0"/>
                  </a:cxn>
                  <a:cxn ang="0">
                    <a:pos x="2" y="0"/>
                  </a:cxn>
                  <a:cxn ang="0">
                    <a:pos x="3" y="0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3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7" name="Freeform 222"/>
              <p:cNvSpPr>
                <a:spLocks/>
              </p:cNvSpPr>
              <p:nvPr/>
            </p:nvSpPr>
            <p:spPr bwMode="auto">
              <a:xfrm>
                <a:off x="-5565772" y="3149597"/>
                <a:ext cx="7937" cy="3175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8" name="Freeform 223"/>
              <p:cNvSpPr>
                <a:spLocks/>
              </p:cNvSpPr>
              <p:nvPr/>
            </p:nvSpPr>
            <p:spPr bwMode="auto">
              <a:xfrm>
                <a:off x="-5326061" y="3149597"/>
                <a:ext cx="7937" cy="3175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9" name="Freeform 224"/>
              <p:cNvSpPr>
                <a:spLocks/>
              </p:cNvSpPr>
              <p:nvPr/>
            </p:nvSpPr>
            <p:spPr bwMode="auto">
              <a:xfrm>
                <a:off x="-5081586" y="3149597"/>
                <a:ext cx="4762" cy="317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2"/>
                  </a:cxn>
                  <a:cxn ang="0">
                    <a:pos x="3" y="2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3" h="2">
                    <a:moveTo>
                      <a:pt x="0" y="0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3" y="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0" name="Freeform 225"/>
              <p:cNvSpPr>
                <a:spLocks/>
              </p:cNvSpPr>
              <p:nvPr/>
            </p:nvSpPr>
            <p:spPr bwMode="auto">
              <a:xfrm>
                <a:off x="-4837111" y="3149597"/>
                <a:ext cx="7937" cy="3175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1" name="Freeform 226"/>
              <p:cNvSpPr>
                <a:spLocks/>
              </p:cNvSpPr>
              <p:nvPr/>
            </p:nvSpPr>
            <p:spPr bwMode="auto">
              <a:xfrm>
                <a:off x="-4608511" y="3149597"/>
                <a:ext cx="7937" cy="3175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2" name="Freeform 227"/>
              <p:cNvSpPr>
                <a:spLocks/>
              </p:cNvSpPr>
              <p:nvPr/>
            </p:nvSpPr>
            <p:spPr bwMode="auto">
              <a:xfrm>
                <a:off x="-1955799" y="3149597"/>
                <a:ext cx="7937" cy="3175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3" name="Freeform 228"/>
              <p:cNvSpPr>
                <a:spLocks/>
              </p:cNvSpPr>
              <p:nvPr/>
            </p:nvSpPr>
            <p:spPr bwMode="auto">
              <a:xfrm>
                <a:off x="-3641723" y="3149597"/>
                <a:ext cx="6350" cy="3175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4" name="Freeform 229"/>
              <p:cNvSpPr>
                <a:spLocks/>
              </p:cNvSpPr>
              <p:nvPr/>
            </p:nvSpPr>
            <p:spPr bwMode="auto">
              <a:xfrm>
                <a:off x="-3421062" y="3149597"/>
                <a:ext cx="11114" cy="3175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" y="0"/>
                  </a:cxn>
                  <a:cxn ang="0">
                    <a:pos x="0" y="1"/>
                  </a:cxn>
                  <a:cxn ang="0">
                    <a:pos x="3" y="1"/>
                  </a:cxn>
                  <a:cxn ang="0">
                    <a:pos x="3" y="0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0"/>
                      <a:pt x="3" y="0"/>
                      <a:pt x="3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5" name="Freeform 230"/>
              <p:cNvSpPr>
                <a:spLocks/>
              </p:cNvSpPr>
              <p:nvPr/>
            </p:nvSpPr>
            <p:spPr bwMode="auto">
              <a:xfrm>
                <a:off x="-3171824" y="3149597"/>
                <a:ext cx="6350" cy="3175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0"/>
                  </a:cxn>
                  <a:cxn ang="0">
                    <a:pos x="0" y="2"/>
                  </a:cxn>
                  <a:cxn ang="0">
                    <a:pos x="4" y="2"/>
                  </a:cxn>
                  <a:cxn ang="0">
                    <a:pos x="4" y="0"/>
                  </a:cxn>
                  <a:cxn ang="0">
                    <a:pos x="4" y="0"/>
                  </a:cxn>
                </a:cxnLst>
                <a:rect l="0" t="0" r="r" b="b"/>
                <a:pathLst>
                  <a:path w="4" h="2">
                    <a:moveTo>
                      <a:pt x="4" y="0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4" y="2"/>
                    </a:lnTo>
                    <a:lnTo>
                      <a:pt x="4" y="0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6" name="Freeform 231"/>
              <p:cNvSpPr>
                <a:spLocks/>
              </p:cNvSpPr>
              <p:nvPr/>
            </p:nvSpPr>
            <p:spPr bwMode="auto">
              <a:xfrm>
                <a:off x="-2920998" y="3149597"/>
                <a:ext cx="7937" cy="3175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7" name="Freeform 232"/>
              <p:cNvSpPr>
                <a:spLocks/>
              </p:cNvSpPr>
              <p:nvPr/>
            </p:nvSpPr>
            <p:spPr bwMode="auto">
              <a:xfrm>
                <a:off x="-2398712" y="3149597"/>
                <a:ext cx="4762" cy="3175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8" name="Freeform 233"/>
              <p:cNvSpPr>
                <a:spLocks/>
              </p:cNvSpPr>
              <p:nvPr/>
            </p:nvSpPr>
            <p:spPr bwMode="auto">
              <a:xfrm>
                <a:off x="-2187574" y="3149597"/>
                <a:ext cx="11114" cy="3175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0"/>
                  </a:cxn>
                  <a:cxn ang="0">
                    <a:pos x="1" y="1"/>
                  </a:cxn>
                  <a:cxn ang="0">
                    <a:pos x="3" y="1"/>
                  </a:cxn>
                  <a:cxn ang="0">
                    <a:pos x="3" y="0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0"/>
                      <a:pt x="3" y="0"/>
                      <a:pt x="3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69" name="Freeform 234"/>
              <p:cNvSpPr>
                <a:spLocks/>
              </p:cNvSpPr>
              <p:nvPr/>
            </p:nvSpPr>
            <p:spPr bwMode="auto">
              <a:xfrm>
                <a:off x="-1516062" y="3149597"/>
                <a:ext cx="11114" cy="3175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1">
                    <a:moveTo>
                      <a:pt x="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0"/>
                      <a:pt x="2" y="0"/>
                      <a:pt x="2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70" name="Freeform 235"/>
              <p:cNvSpPr>
                <a:spLocks/>
              </p:cNvSpPr>
              <p:nvPr/>
            </p:nvSpPr>
            <p:spPr bwMode="auto">
              <a:xfrm>
                <a:off x="-1747838" y="3149597"/>
                <a:ext cx="11114" cy="3175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0"/>
                  </a:cxn>
                  <a:cxn ang="0">
                    <a:pos x="1" y="1"/>
                  </a:cxn>
                  <a:cxn ang="0">
                    <a:pos x="3" y="1"/>
                  </a:cxn>
                  <a:cxn ang="0">
                    <a:pos x="3" y="0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0"/>
                      <a:pt x="3" y="0"/>
                      <a:pt x="3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71" name="Freeform 236"/>
              <p:cNvSpPr>
                <a:spLocks/>
              </p:cNvSpPr>
              <p:nvPr/>
            </p:nvSpPr>
            <p:spPr bwMode="auto">
              <a:xfrm>
                <a:off x="-2679699" y="3149597"/>
                <a:ext cx="6350" cy="3175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72" name="Freeform 237"/>
              <p:cNvSpPr>
                <a:spLocks noEditPoints="1"/>
              </p:cNvSpPr>
              <p:nvPr/>
            </p:nvSpPr>
            <p:spPr bwMode="auto">
              <a:xfrm>
                <a:off x="-6346822" y="2366960"/>
                <a:ext cx="5613397" cy="3281360"/>
              </a:xfrm>
              <a:custGeom>
                <a:avLst/>
                <a:gdLst/>
                <a:ahLst/>
                <a:cxnLst>
                  <a:cxn ang="0">
                    <a:pos x="215" y="38"/>
                  </a:cxn>
                  <a:cxn ang="0">
                    <a:pos x="535" y="111"/>
                  </a:cxn>
                  <a:cxn ang="0">
                    <a:pos x="485" y="112"/>
                  </a:cxn>
                  <a:cxn ang="0">
                    <a:pos x="527" y="211"/>
                  </a:cxn>
                  <a:cxn ang="0">
                    <a:pos x="575" y="331"/>
                  </a:cxn>
                  <a:cxn ang="0">
                    <a:pos x="605" y="324"/>
                  </a:cxn>
                  <a:cxn ang="0">
                    <a:pos x="651" y="221"/>
                  </a:cxn>
                  <a:cxn ang="0">
                    <a:pos x="704" y="118"/>
                  </a:cxn>
                  <a:cxn ang="0">
                    <a:pos x="688" y="109"/>
                  </a:cxn>
                  <a:cxn ang="0">
                    <a:pos x="894" y="6"/>
                  </a:cxn>
                  <a:cxn ang="0">
                    <a:pos x="1266" y="104"/>
                  </a:cxn>
                  <a:cxn ang="0">
                    <a:pos x="1344" y="208"/>
                  </a:cxn>
                  <a:cxn ang="0">
                    <a:pos x="1450" y="323"/>
                  </a:cxn>
                  <a:cxn ang="0">
                    <a:pos x="1492" y="475"/>
                  </a:cxn>
                  <a:cxn ang="0">
                    <a:pos x="1467" y="667"/>
                  </a:cxn>
                  <a:cxn ang="0">
                    <a:pos x="1428" y="807"/>
                  </a:cxn>
                  <a:cxn ang="0">
                    <a:pos x="1219" y="787"/>
                  </a:cxn>
                  <a:cxn ang="0">
                    <a:pos x="1138" y="666"/>
                  </a:cxn>
                  <a:cxn ang="0">
                    <a:pos x="1104" y="556"/>
                  </a:cxn>
                  <a:cxn ang="0">
                    <a:pos x="1085" y="446"/>
                  </a:cxn>
                  <a:cxn ang="0">
                    <a:pos x="1057" y="579"/>
                  </a:cxn>
                  <a:cxn ang="0">
                    <a:pos x="1023" y="667"/>
                  </a:cxn>
                  <a:cxn ang="0">
                    <a:pos x="958" y="787"/>
                  </a:cxn>
                  <a:cxn ang="0">
                    <a:pos x="749" y="787"/>
                  </a:cxn>
                  <a:cxn ang="0">
                    <a:pos x="712" y="667"/>
                  </a:cxn>
                  <a:cxn ang="0">
                    <a:pos x="679" y="557"/>
                  </a:cxn>
                  <a:cxn ang="0">
                    <a:pos x="669" y="459"/>
                  </a:cxn>
                  <a:cxn ang="0">
                    <a:pos x="625" y="668"/>
                  </a:cxn>
                  <a:cxn ang="0">
                    <a:pos x="584" y="786"/>
                  </a:cxn>
                  <a:cxn ang="0">
                    <a:pos x="502" y="863"/>
                  </a:cxn>
                  <a:cxn ang="0">
                    <a:pos x="417" y="787"/>
                  </a:cxn>
                  <a:cxn ang="0">
                    <a:pos x="403" y="753"/>
                  </a:cxn>
                  <a:cxn ang="0">
                    <a:pos x="353" y="578"/>
                  </a:cxn>
                  <a:cxn ang="0">
                    <a:pos x="339" y="435"/>
                  </a:cxn>
                  <a:cxn ang="0">
                    <a:pos x="319" y="557"/>
                  </a:cxn>
                  <a:cxn ang="0">
                    <a:pos x="270" y="668"/>
                  </a:cxn>
                  <a:cxn ang="0">
                    <a:pos x="214" y="785"/>
                  </a:cxn>
                  <a:cxn ang="0">
                    <a:pos x="46" y="785"/>
                  </a:cxn>
                  <a:cxn ang="0">
                    <a:pos x="28" y="667"/>
                  </a:cxn>
                  <a:cxn ang="0">
                    <a:pos x="10" y="574"/>
                  </a:cxn>
                  <a:cxn ang="0">
                    <a:pos x="1" y="452"/>
                  </a:cxn>
                  <a:cxn ang="0">
                    <a:pos x="23" y="324"/>
                  </a:cxn>
                  <a:cxn ang="0">
                    <a:pos x="29" y="309"/>
                  </a:cxn>
                  <a:cxn ang="0">
                    <a:pos x="84" y="209"/>
                  </a:cxn>
                  <a:cxn ang="0">
                    <a:pos x="162" y="81"/>
                  </a:cxn>
                  <a:cxn ang="0">
                    <a:pos x="214" y="36"/>
                  </a:cxn>
                  <a:cxn ang="0">
                    <a:pos x="23" y="318"/>
                  </a:cxn>
                  <a:cxn ang="0">
                    <a:pos x="38" y="769"/>
                  </a:cxn>
                  <a:cxn ang="0">
                    <a:pos x="273" y="667"/>
                  </a:cxn>
                  <a:cxn ang="0">
                    <a:pos x="464" y="848"/>
                  </a:cxn>
                  <a:cxn ang="0">
                    <a:pos x="590" y="776"/>
                  </a:cxn>
                  <a:cxn ang="0">
                    <a:pos x="899" y="852"/>
                  </a:cxn>
                  <a:cxn ang="0">
                    <a:pos x="1345" y="872"/>
                  </a:cxn>
                  <a:cxn ang="0">
                    <a:pos x="1474" y="366"/>
                  </a:cxn>
                  <a:cxn ang="0">
                    <a:pos x="1236" y="87"/>
                  </a:cxn>
                  <a:cxn ang="0">
                    <a:pos x="742" y="53"/>
                  </a:cxn>
                  <a:cxn ang="0">
                    <a:pos x="577" y="331"/>
                  </a:cxn>
                </a:cxnLst>
                <a:rect l="0" t="0" r="r" b="b"/>
                <a:pathLst>
                  <a:path w="1494" h="872">
                    <a:moveTo>
                      <a:pt x="484" y="111"/>
                    </a:moveTo>
                    <a:cubicBezTo>
                      <a:pt x="484" y="111"/>
                      <a:pt x="484" y="111"/>
                      <a:pt x="484" y="111"/>
                    </a:cubicBezTo>
                    <a:cubicBezTo>
                      <a:pt x="485" y="111"/>
                      <a:pt x="485" y="111"/>
                      <a:pt x="485" y="111"/>
                    </a:cubicBezTo>
                    <a:cubicBezTo>
                      <a:pt x="485" y="111"/>
                      <a:pt x="485" y="111"/>
                      <a:pt x="484" y="111"/>
                    </a:cubicBezTo>
                    <a:cubicBezTo>
                      <a:pt x="484" y="111"/>
                      <a:pt x="484" y="111"/>
                      <a:pt x="484" y="111"/>
                    </a:cubicBezTo>
                    <a:moveTo>
                      <a:pt x="165" y="78"/>
                    </a:moveTo>
                    <a:cubicBezTo>
                      <a:pt x="166" y="78"/>
                      <a:pt x="169" y="75"/>
                      <a:pt x="173" y="71"/>
                    </a:cubicBezTo>
                    <a:cubicBezTo>
                      <a:pt x="175" y="69"/>
                      <a:pt x="178" y="67"/>
                      <a:pt x="180" y="65"/>
                    </a:cubicBezTo>
                    <a:cubicBezTo>
                      <a:pt x="191" y="56"/>
                      <a:pt x="205" y="44"/>
                      <a:pt x="215" y="38"/>
                    </a:cubicBezTo>
                    <a:cubicBezTo>
                      <a:pt x="224" y="33"/>
                      <a:pt x="240" y="25"/>
                      <a:pt x="255" y="18"/>
                    </a:cubicBezTo>
                    <a:cubicBezTo>
                      <a:pt x="271" y="12"/>
                      <a:pt x="286" y="6"/>
                      <a:pt x="292" y="5"/>
                    </a:cubicBezTo>
                    <a:cubicBezTo>
                      <a:pt x="299" y="4"/>
                      <a:pt x="312" y="1"/>
                      <a:pt x="331" y="1"/>
                    </a:cubicBezTo>
                    <a:cubicBezTo>
                      <a:pt x="347" y="1"/>
                      <a:pt x="367" y="3"/>
                      <a:pt x="390" y="8"/>
                    </a:cubicBezTo>
                    <a:cubicBezTo>
                      <a:pt x="429" y="17"/>
                      <a:pt x="474" y="38"/>
                      <a:pt x="501" y="55"/>
                    </a:cubicBezTo>
                    <a:cubicBezTo>
                      <a:pt x="509" y="60"/>
                      <a:pt x="525" y="74"/>
                      <a:pt x="539" y="88"/>
                    </a:cubicBezTo>
                    <a:cubicBezTo>
                      <a:pt x="546" y="94"/>
                      <a:pt x="553" y="100"/>
                      <a:pt x="558" y="105"/>
                    </a:cubicBezTo>
                    <a:cubicBezTo>
                      <a:pt x="561" y="107"/>
                      <a:pt x="563" y="109"/>
                      <a:pt x="564" y="111"/>
                    </a:cubicBezTo>
                    <a:cubicBezTo>
                      <a:pt x="535" y="111"/>
                      <a:pt x="535" y="111"/>
                      <a:pt x="535" y="111"/>
                    </a:cubicBezTo>
                    <a:cubicBezTo>
                      <a:pt x="535" y="111"/>
                      <a:pt x="535" y="111"/>
                      <a:pt x="535" y="111"/>
                    </a:cubicBezTo>
                    <a:cubicBezTo>
                      <a:pt x="534" y="112"/>
                      <a:pt x="534" y="112"/>
                      <a:pt x="534" y="112"/>
                    </a:cubicBezTo>
                    <a:cubicBezTo>
                      <a:pt x="534" y="111"/>
                      <a:pt x="534" y="111"/>
                      <a:pt x="534" y="111"/>
                    </a:cubicBezTo>
                    <a:cubicBezTo>
                      <a:pt x="486" y="111"/>
                      <a:pt x="486" y="111"/>
                      <a:pt x="486" y="111"/>
                    </a:cubicBezTo>
                    <a:cubicBezTo>
                      <a:pt x="486" y="111"/>
                      <a:pt x="486" y="111"/>
                      <a:pt x="486" y="111"/>
                    </a:cubicBezTo>
                    <a:cubicBezTo>
                      <a:pt x="486" y="112"/>
                      <a:pt x="486" y="112"/>
                      <a:pt x="486" y="112"/>
                    </a:cubicBezTo>
                    <a:cubicBezTo>
                      <a:pt x="486" y="112"/>
                      <a:pt x="486" y="112"/>
                      <a:pt x="486" y="112"/>
                    </a:cubicBezTo>
                    <a:cubicBezTo>
                      <a:pt x="485" y="112"/>
                      <a:pt x="485" y="112"/>
                      <a:pt x="485" y="112"/>
                    </a:cubicBezTo>
                    <a:cubicBezTo>
                      <a:pt x="485" y="112"/>
                      <a:pt x="485" y="112"/>
                      <a:pt x="485" y="112"/>
                    </a:cubicBezTo>
                    <a:cubicBezTo>
                      <a:pt x="485" y="112"/>
                      <a:pt x="487" y="116"/>
                      <a:pt x="490" y="122"/>
                    </a:cubicBezTo>
                    <a:cubicBezTo>
                      <a:pt x="499" y="140"/>
                      <a:pt x="517" y="179"/>
                      <a:pt x="525" y="208"/>
                    </a:cubicBezTo>
                    <a:cubicBezTo>
                      <a:pt x="525" y="208"/>
                      <a:pt x="525" y="208"/>
                      <a:pt x="525" y="208"/>
                    </a:cubicBezTo>
                    <a:cubicBezTo>
                      <a:pt x="525" y="209"/>
                      <a:pt x="525" y="209"/>
                      <a:pt x="525" y="209"/>
                    </a:cubicBezTo>
                    <a:cubicBezTo>
                      <a:pt x="525" y="209"/>
                      <a:pt x="525" y="209"/>
                      <a:pt x="525" y="209"/>
                    </a:cubicBezTo>
                    <a:cubicBezTo>
                      <a:pt x="525" y="209"/>
                      <a:pt x="525" y="209"/>
                      <a:pt x="525" y="209"/>
                    </a:cubicBezTo>
                    <a:cubicBezTo>
                      <a:pt x="525" y="209"/>
                      <a:pt x="525" y="209"/>
                      <a:pt x="525" y="209"/>
                    </a:cubicBezTo>
                    <a:cubicBezTo>
                      <a:pt x="525" y="209"/>
                      <a:pt x="525" y="209"/>
                      <a:pt x="525" y="209"/>
                    </a:cubicBezTo>
                    <a:cubicBezTo>
                      <a:pt x="525" y="209"/>
                      <a:pt x="526" y="210"/>
                      <a:pt x="527" y="211"/>
                    </a:cubicBezTo>
                    <a:cubicBezTo>
                      <a:pt x="533" y="220"/>
                      <a:pt x="556" y="254"/>
                      <a:pt x="570" y="309"/>
                    </a:cubicBezTo>
                    <a:cubicBezTo>
                      <a:pt x="571" y="309"/>
                      <a:pt x="571" y="309"/>
                      <a:pt x="571" y="309"/>
                    </a:cubicBezTo>
                    <a:cubicBezTo>
                      <a:pt x="571" y="310"/>
                      <a:pt x="571" y="310"/>
                      <a:pt x="571" y="310"/>
                    </a:cubicBezTo>
                    <a:cubicBezTo>
                      <a:pt x="570" y="310"/>
                      <a:pt x="570" y="310"/>
                      <a:pt x="570" y="310"/>
                    </a:cubicBezTo>
                    <a:cubicBezTo>
                      <a:pt x="571" y="314"/>
                      <a:pt x="572" y="318"/>
                      <a:pt x="573" y="323"/>
                    </a:cubicBezTo>
                    <a:cubicBezTo>
                      <a:pt x="574" y="323"/>
                      <a:pt x="574" y="323"/>
                      <a:pt x="574" y="323"/>
                    </a:cubicBezTo>
                    <a:cubicBezTo>
                      <a:pt x="574" y="324"/>
                      <a:pt x="574" y="324"/>
                      <a:pt x="574" y="324"/>
                    </a:cubicBezTo>
                    <a:cubicBezTo>
                      <a:pt x="573" y="324"/>
                      <a:pt x="573" y="324"/>
                      <a:pt x="573" y="324"/>
                    </a:cubicBezTo>
                    <a:cubicBezTo>
                      <a:pt x="574" y="326"/>
                      <a:pt x="574" y="329"/>
                      <a:pt x="575" y="331"/>
                    </a:cubicBezTo>
                    <a:cubicBezTo>
                      <a:pt x="575" y="331"/>
                      <a:pt x="575" y="333"/>
                      <a:pt x="576" y="337"/>
                    </a:cubicBezTo>
                    <a:cubicBezTo>
                      <a:pt x="579" y="349"/>
                      <a:pt x="584" y="376"/>
                      <a:pt x="587" y="402"/>
                    </a:cubicBezTo>
                    <a:cubicBezTo>
                      <a:pt x="587" y="402"/>
                      <a:pt x="587" y="402"/>
                      <a:pt x="587" y="402"/>
                    </a:cubicBezTo>
                    <a:cubicBezTo>
                      <a:pt x="588" y="406"/>
                      <a:pt x="588" y="406"/>
                      <a:pt x="588" y="406"/>
                    </a:cubicBezTo>
                    <a:cubicBezTo>
                      <a:pt x="588" y="406"/>
                      <a:pt x="588" y="406"/>
                      <a:pt x="588" y="406"/>
                    </a:cubicBezTo>
                    <a:cubicBezTo>
                      <a:pt x="590" y="405"/>
                      <a:pt x="590" y="405"/>
                      <a:pt x="590" y="405"/>
                    </a:cubicBezTo>
                    <a:cubicBezTo>
                      <a:pt x="590" y="405"/>
                      <a:pt x="590" y="405"/>
                      <a:pt x="590" y="405"/>
                    </a:cubicBezTo>
                    <a:cubicBezTo>
                      <a:pt x="592" y="385"/>
                      <a:pt x="592" y="385"/>
                      <a:pt x="592" y="385"/>
                    </a:cubicBezTo>
                    <a:cubicBezTo>
                      <a:pt x="595" y="363"/>
                      <a:pt x="600" y="342"/>
                      <a:pt x="605" y="324"/>
                    </a:cubicBezTo>
                    <a:cubicBezTo>
                      <a:pt x="604" y="324"/>
                      <a:pt x="604" y="324"/>
                      <a:pt x="604" y="324"/>
                    </a:cubicBezTo>
                    <a:cubicBezTo>
                      <a:pt x="604" y="323"/>
                      <a:pt x="604" y="323"/>
                      <a:pt x="604" y="323"/>
                    </a:cubicBezTo>
                    <a:cubicBezTo>
                      <a:pt x="605" y="323"/>
                      <a:pt x="605" y="323"/>
                      <a:pt x="605" y="323"/>
                    </a:cubicBezTo>
                    <a:cubicBezTo>
                      <a:pt x="606" y="318"/>
                      <a:pt x="608" y="314"/>
                      <a:pt x="609" y="310"/>
                    </a:cubicBezTo>
                    <a:cubicBezTo>
                      <a:pt x="608" y="310"/>
                      <a:pt x="608" y="310"/>
                      <a:pt x="608" y="310"/>
                    </a:cubicBezTo>
                    <a:cubicBezTo>
                      <a:pt x="608" y="309"/>
                      <a:pt x="608" y="309"/>
                      <a:pt x="608" y="309"/>
                    </a:cubicBezTo>
                    <a:cubicBezTo>
                      <a:pt x="609" y="309"/>
                      <a:pt x="609" y="309"/>
                      <a:pt x="609" y="309"/>
                    </a:cubicBezTo>
                    <a:cubicBezTo>
                      <a:pt x="616" y="288"/>
                      <a:pt x="624" y="271"/>
                      <a:pt x="631" y="256"/>
                    </a:cubicBezTo>
                    <a:cubicBezTo>
                      <a:pt x="639" y="241"/>
                      <a:pt x="646" y="229"/>
                      <a:pt x="651" y="221"/>
                    </a:cubicBezTo>
                    <a:cubicBezTo>
                      <a:pt x="654" y="217"/>
                      <a:pt x="656" y="214"/>
                      <a:pt x="657" y="212"/>
                    </a:cubicBezTo>
                    <a:cubicBezTo>
                      <a:pt x="659" y="210"/>
                      <a:pt x="660" y="209"/>
                      <a:pt x="660" y="209"/>
                    </a:cubicBezTo>
                    <a:cubicBezTo>
                      <a:pt x="660" y="209"/>
                      <a:pt x="660" y="209"/>
                      <a:pt x="660" y="209"/>
                    </a:cubicBezTo>
                    <a:cubicBezTo>
                      <a:pt x="660" y="209"/>
                      <a:pt x="660" y="209"/>
                      <a:pt x="660" y="209"/>
                    </a:cubicBezTo>
                    <a:cubicBezTo>
                      <a:pt x="659" y="209"/>
                      <a:pt x="659" y="209"/>
                      <a:pt x="659" y="209"/>
                    </a:cubicBezTo>
                    <a:cubicBezTo>
                      <a:pt x="659" y="208"/>
                      <a:pt x="659" y="208"/>
                      <a:pt x="659" y="208"/>
                    </a:cubicBezTo>
                    <a:cubicBezTo>
                      <a:pt x="660" y="208"/>
                      <a:pt x="660" y="208"/>
                      <a:pt x="660" y="208"/>
                    </a:cubicBezTo>
                    <a:cubicBezTo>
                      <a:pt x="670" y="174"/>
                      <a:pt x="682" y="151"/>
                      <a:pt x="692" y="135"/>
                    </a:cubicBezTo>
                    <a:cubicBezTo>
                      <a:pt x="696" y="127"/>
                      <a:pt x="701" y="121"/>
                      <a:pt x="704" y="118"/>
                    </a:cubicBezTo>
                    <a:cubicBezTo>
                      <a:pt x="705" y="116"/>
                      <a:pt x="706" y="114"/>
                      <a:pt x="707" y="114"/>
                    </a:cubicBezTo>
                    <a:cubicBezTo>
                      <a:pt x="708" y="113"/>
                      <a:pt x="708" y="112"/>
                      <a:pt x="708" y="112"/>
                    </a:cubicBezTo>
                    <a:cubicBezTo>
                      <a:pt x="708" y="112"/>
                      <a:pt x="708" y="112"/>
                      <a:pt x="708" y="112"/>
                    </a:cubicBezTo>
                    <a:cubicBezTo>
                      <a:pt x="707" y="112"/>
                      <a:pt x="707" y="112"/>
                      <a:pt x="707" y="112"/>
                    </a:cubicBezTo>
                    <a:cubicBezTo>
                      <a:pt x="707" y="111"/>
                      <a:pt x="707" y="111"/>
                      <a:pt x="707" y="111"/>
                    </a:cubicBezTo>
                    <a:cubicBezTo>
                      <a:pt x="709" y="111"/>
                      <a:pt x="709" y="111"/>
                      <a:pt x="709" y="111"/>
                    </a:cubicBezTo>
                    <a:cubicBezTo>
                      <a:pt x="710" y="111"/>
                      <a:pt x="710" y="111"/>
                      <a:pt x="710" y="111"/>
                    </a:cubicBezTo>
                    <a:cubicBezTo>
                      <a:pt x="687" y="110"/>
                      <a:pt x="687" y="110"/>
                      <a:pt x="687" y="110"/>
                    </a:cubicBezTo>
                    <a:cubicBezTo>
                      <a:pt x="687" y="110"/>
                      <a:pt x="687" y="110"/>
                      <a:pt x="688" y="109"/>
                    </a:cubicBezTo>
                    <a:cubicBezTo>
                      <a:pt x="689" y="107"/>
                      <a:pt x="691" y="105"/>
                      <a:pt x="694" y="102"/>
                    </a:cubicBezTo>
                    <a:cubicBezTo>
                      <a:pt x="698" y="96"/>
                      <a:pt x="704" y="89"/>
                      <a:pt x="712" y="81"/>
                    </a:cubicBezTo>
                    <a:cubicBezTo>
                      <a:pt x="712" y="81"/>
                      <a:pt x="712" y="81"/>
                      <a:pt x="712" y="81"/>
                    </a:cubicBezTo>
                    <a:cubicBezTo>
                      <a:pt x="712" y="80"/>
                      <a:pt x="712" y="80"/>
                      <a:pt x="712" y="80"/>
                    </a:cubicBezTo>
                    <a:cubicBezTo>
                      <a:pt x="713" y="80"/>
                      <a:pt x="713" y="80"/>
                      <a:pt x="713" y="80"/>
                    </a:cubicBezTo>
                    <a:cubicBezTo>
                      <a:pt x="721" y="72"/>
                      <a:pt x="731" y="63"/>
                      <a:pt x="743" y="55"/>
                    </a:cubicBezTo>
                    <a:cubicBezTo>
                      <a:pt x="758" y="43"/>
                      <a:pt x="775" y="33"/>
                      <a:pt x="795" y="24"/>
                    </a:cubicBezTo>
                    <a:cubicBezTo>
                      <a:pt x="820" y="13"/>
                      <a:pt x="849" y="5"/>
                      <a:pt x="881" y="5"/>
                    </a:cubicBezTo>
                    <a:cubicBezTo>
                      <a:pt x="885" y="5"/>
                      <a:pt x="890" y="6"/>
                      <a:pt x="894" y="6"/>
                    </a:cubicBezTo>
                    <a:cubicBezTo>
                      <a:pt x="894" y="6"/>
                      <a:pt x="894" y="6"/>
                      <a:pt x="894" y="6"/>
                    </a:cubicBezTo>
                    <a:cubicBezTo>
                      <a:pt x="894" y="6"/>
                      <a:pt x="894" y="6"/>
                      <a:pt x="894" y="6"/>
                    </a:cubicBezTo>
                    <a:cubicBezTo>
                      <a:pt x="894" y="6"/>
                      <a:pt x="896" y="6"/>
                      <a:pt x="900" y="6"/>
                    </a:cubicBezTo>
                    <a:cubicBezTo>
                      <a:pt x="918" y="6"/>
                      <a:pt x="971" y="7"/>
                      <a:pt x="1029" y="19"/>
                    </a:cubicBezTo>
                    <a:cubicBezTo>
                      <a:pt x="1083" y="31"/>
                      <a:pt x="1129" y="40"/>
                      <a:pt x="1203" y="73"/>
                    </a:cubicBezTo>
                    <a:cubicBezTo>
                      <a:pt x="1207" y="75"/>
                      <a:pt x="1210" y="76"/>
                      <a:pt x="1214" y="78"/>
                    </a:cubicBezTo>
                    <a:cubicBezTo>
                      <a:pt x="1217" y="80"/>
                      <a:pt x="1221" y="81"/>
                      <a:pt x="1225" y="83"/>
                    </a:cubicBezTo>
                    <a:cubicBezTo>
                      <a:pt x="1228" y="85"/>
                      <a:pt x="1232" y="87"/>
                      <a:pt x="1235" y="88"/>
                    </a:cubicBezTo>
                    <a:cubicBezTo>
                      <a:pt x="1245" y="93"/>
                      <a:pt x="1255" y="98"/>
                      <a:pt x="1266" y="104"/>
                    </a:cubicBezTo>
                    <a:cubicBezTo>
                      <a:pt x="1274" y="109"/>
                      <a:pt x="1283" y="113"/>
                      <a:pt x="1292" y="118"/>
                    </a:cubicBezTo>
                    <a:cubicBezTo>
                      <a:pt x="1292" y="118"/>
                      <a:pt x="1294" y="120"/>
                      <a:pt x="1299" y="122"/>
                    </a:cubicBezTo>
                    <a:cubicBezTo>
                      <a:pt x="1303" y="125"/>
                      <a:pt x="1309" y="129"/>
                      <a:pt x="1317" y="134"/>
                    </a:cubicBezTo>
                    <a:cubicBezTo>
                      <a:pt x="1318" y="135"/>
                      <a:pt x="1319" y="136"/>
                      <a:pt x="1321" y="137"/>
                    </a:cubicBezTo>
                    <a:cubicBezTo>
                      <a:pt x="1322" y="138"/>
                      <a:pt x="1324" y="139"/>
                      <a:pt x="1325" y="140"/>
                    </a:cubicBezTo>
                    <a:cubicBezTo>
                      <a:pt x="1349" y="156"/>
                      <a:pt x="1380" y="179"/>
                      <a:pt x="1404" y="207"/>
                    </a:cubicBezTo>
                    <a:cubicBezTo>
                      <a:pt x="1344" y="207"/>
                      <a:pt x="1344" y="207"/>
                      <a:pt x="1344" y="207"/>
                    </a:cubicBezTo>
                    <a:cubicBezTo>
                      <a:pt x="1344" y="207"/>
                      <a:pt x="1344" y="208"/>
                      <a:pt x="1345" y="208"/>
                    </a:cubicBezTo>
                    <a:cubicBezTo>
                      <a:pt x="1344" y="208"/>
                      <a:pt x="1344" y="208"/>
                      <a:pt x="1344" y="208"/>
                    </a:cubicBezTo>
                    <a:cubicBezTo>
                      <a:pt x="1344" y="209"/>
                      <a:pt x="1344" y="209"/>
                      <a:pt x="1344" y="209"/>
                    </a:cubicBezTo>
                    <a:cubicBezTo>
                      <a:pt x="1343" y="209"/>
                      <a:pt x="1343" y="209"/>
                      <a:pt x="1343" y="209"/>
                    </a:cubicBezTo>
                    <a:cubicBezTo>
                      <a:pt x="1344" y="209"/>
                      <a:pt x="1344" y="209"/>
                      <a:pt x="1344" y="209"/>
                    </a:cubicBezTo>
                    <a:cubicBezTo>
                      <a:pt x="1344" y="209"/>
                      <a:pt x="1345" y="210"/>
                      <a:pt x="1348" y="212"/>
                    </a:cubicBezTo>
                    <a:cubicBezTo>
                      <a:pt x="1362" y="224"/>
                      <a:pt x="1407" y="263"/>
                      <a:pt x="1440" y="309"/>
                    </a:cubicBezTo>
                    <a:cubicBezTo>
                      <a:pt x="1442" y="309"/>
                      <a:pt x="1442" y="309"/>
                      <a:pt x="1442" y="309"/>
                    </a:cubicBezTo>
                    <a:cubicBezTo>
                      <a:pt x="1442" y="310"/>
                      <a:pt x="1442" y="310"/>
                      <a:pt x="1442" y="310"/>
                    </a:cubicBezTo>
                    <a:cubicBezTo>
                      <a:pt x="1441" y="310"/>
                      <a:pt x="1441" y="310"/>
                      <a:pt x="1441" y="310"/>
                    </a:cubicBezTo>
                    <a:cubicBezTo>
                      <a:pt x="1444" y="314"/>
                      <a:pt x="1447" y="318"/>
                      <a:pt x="1450" y="323"/>
                    </a:cubicBezTo>
                    <a:cubicBezTo>
                      <a:pt x="1451" y="323"/>
                      <a:pt x="1451" y="323"/>
                      <a:pt x="1451" y="323"/>
                    </a:cubicBezTo>
                    <a:cubicBezTo>
                      <a:pt x="1451" y="324"/>
                      <a:pt x="1451" y="324"/>
                      <a:pt x="1451" y="324"/>
                    </a:cubicBezTo>
                    <a:cubicBezTo>
                      <a:pt x="1450" y="324"/>
                      <a:pt x="1450" y="324"/>
                      <a:pt x="1450" y="324"/>
                    </a:cubicBezTo>
                    <a:cubicBezTo>
                      <a:pt x="1459" y="338"/>
                      <a:pt x="1467" y="352"/>
                      <a:pt x="1472" y="367"/>
                    </a:cubicBezTo>
                    <a:cubicBezTo>
                      <a:pt x="1480" y="388"/>
                      <a:pt x="1485" y="407"/>
                      <a:pt x="1488" y="425"/>
                    </a:cubicBezTo>
                    <a:cubicBezTo>
                      <a:pt x="1489" y="425"/>
                      <a:pt x="1489" y="425"/>
                      <a:pt x="1489" y="425"/>
                    </a:cubicBezTo>
                    <a:cubicBezTo>
                      <a:pt x="1489" y="426"/>
                      <a:pt x="1489" y="426"/>
                      <a:pt x="1489" y="426"/>
                    </a:cubicBezTo>
                    <a:cubicBezTo>
                      <a:pt x="1488" y="426"/>
                      <a:pt x="1488" y="426"/>
                      <a:pt x="1488" y="426"/>
                    </a:cubicBezTo>
                    <a:cubicBezTo>
                      <a:pt x="1491" y="442"/>
                      <a:pt x="1492" y="458"/>
                      <a:pt x="1492" y="475"/>
                    </a:cubicBezTo>
                    <a:cubicBezTo>
                      <a:pt x="1492" y="498"/>
                      <a:pt x="1490" y="524"/>
                      <a:pt x="1485" y="556"/>
                    </a:cubicBezTo>
                    <a:cubicBezTo>
                      <a:pt x="1486" y="556"/>
                      <a:pt x="1486" y="556"/>
                      <a:pt x="1486" y="556"/>
                    </a:cubicBezTo>
                    <a:cubicBezTo>
                      <a:pt x="1486" y="557"/>
                      <a:pt x="1486" y="557"/>
                      <a:pt x="1486" y="557"/>
                    </a:cubicBezTo>
                    <a:cubicBezTo>
                      <a:pt x="1485" y="557"/>
                      <a:pt x="1485" y="557"/>
                      <a:pt x="1485" y="557"/>
                    </a:cubicBezTo>
                    <a:cubicBezTo>
                      <a:pt x="1483" y="574"/>
                      <a:pt x="1480" y="593"/>
                      <a:pt x="1477" y="614"/>
                    </a:cubicBezTo>
                    <a:cubicBezTo>
                      <a:pt x="1474" y="632"/>
                      <a:pt x="1470" y="650"/>
                      <a:pt x="1467" y="666"/>
                    </a:cubicBezTo>
                    <a:cubicBezTo>
                      <a:pt x="1468" y="666"/>
                      <a:pt x="1468" y="666"/>
                      <a:pt x="1468" y="666"/>
                    </a:cubicBezTo>
                    <a:cubicBezTo>
                      <a:pt x="1468" y="667"/>
                      <a:pt x="1468" y="667"/>
                      <a:pt x="1468" y="667"/>
                    </a:cubicBezTo>
                    <a:cubicBezTo>
                      <a:pt x="1467" y="667"/>
                      <a:pt x="1467" y="667"/>
                      <a:pt x="1467" y="667"/>
                    </a:cubicBezTo>
                    <a:cubicBezTo>
                      <a:pt x="1460" y="703"/>
                      <a:pt x="1453" y="732"/>
                      <a:pt x="1447" y="753"/>
                    </a:cubicBezTo>
                    <a:cubicBezTo>
                      <a:pt x="1447" y="753"/>
                      <a:pt x="1447" y="753"/>
                      <a:pt x="1447" y="753"/>
                    </a:cubicBezTo>
                    <a:cubicBezTo>
                      <a:pt x="1447" y="754"/>
                      <a:pt x="1447" y="754"/>
                      <a:pt x="1447" y="754"/>
                    </a:cubicBezTo>
                    <a:cubicBezTo>
                      <a:pt x="1446" y="754"/>
                      <a:pt x="1446" y="754"/>
                      <a:pt x="1446" y="754"/>
                    </a:cubicBezTo>
                    <a:cubicBezTo>
                      <a:pt x="1446" y="756"/>
                      <a:pt x="1445" y="759"/>
                      <a:pt x="1444" y="761"/>
                    </a:cubicBezTo>
                    <a:cubicBezTo>
                      <a:pt x="1440" y="777"/>
                      <a:pt x="1436" y="788"/>
                      <a:pt x="1433" y="796"/>
                    </a:cubicBezTo>
                    <a:cubicBezTo>
                      <a:pt x="1431" y="799"/>
                      <a:pt x="1430" y="802"/>
                      <a:pt x="1429" y="804"/>
                    </a:cubicBezTo>
                    <a:cubicBezTo>
                      <a:pt x="1429" y="806"/>
                      <a:pt x="1428" y="807"/>
                      <a:pt x="1428" y="807"/>
                    </a:cubicBezTo>
                    <a:cubicBezTo>
                      <a:pt x="1428" y="807"/>
                      <a:pt x="1428" y="807"/>
                      <a:pt x="1428" y="807"/>
                    </a:cubicBezTo>
                    <a:cubicBezTo>
                      <a:pt x="1428" y="807"/>
                      <a:pt x="1428" y="807"/>
                      <a:pt x="1428" y="807"/>
                    </a:cubicBezTo>
                    <a:cubicBezTo>
                      <a:pt x="1428" y="807"/>
                      <a:pt x="1428" y="808"/>
                      <a:pt x="1427" y="809"/>
                    </a:cubicBezTo>
                    <a:cubicBezTo>
                      <a:pt x="1425" y="814"/>
                      <a:pt x="1419" y="828"/>
                      <a:pt x="1411" y="840"/>
                    </a:cubicBezTo>
                    <a:cubicBezTo>
                      <a:pt x="1403" y="853"/>
                      <a:pt x="1392" y="864"/>
                      <a:pt x="1381" y="867"/>
                    </a:cubicBezTo>
                    <a:cubicBezTo>
                      <a:pt x="1374" y="869"/>
                      <a:pt x="1365" y="870"/>
                      <a:pt x="1355" y="870"/>
                    </a:cubicBezTo>
                    <a:cubicBezTo>
                      <a:pt x="1330" y="870"/>
                      <a:pt x="1296" y="860"/>
                      <a:pt x="1250" y="816"/>
                    </a:cubicBezTo>
                    <a:cubicBezTo>
                      <a:pt x="1243" y="809"/>
                      <a:pt x="1236" y="803"/>
                      <a:pt x="1230" y="797"/>
                    </a:cubicBezTo>
                    <a:cubicBezTo>
                      <a:pt x="1227" y="793"/>
                      <a:pt x="1224" y="790"/>
                      <a:pt x="1221" y="787"/>
                    </a:cubicBezTo>
                    <a:cubicBezTo>
                      <a:pt x="1219" y="787"/>
                      <a:pt x="1219" y="787"/>
                      <a:pt x="1219" y="787"/>
                    </a:cubicBezTo>
                    <a:cubicBezTo>
                      <a:pt x="1219" y="786"/>
                      <a:pt x="1219" y="786"/>
                      <a:pt x="1219" y="786"/>
                    </a:cubicBezTo>
                    <a:cubicBezTo>
                      <a:pt x="1220" y="786"/>
                      <a:pt x="1220" y="786"/>
                      <a:pt x="1220" y="786"/>
                    </a:cubicBezTo>
                    <a:cubicBezTo>
                      <a:pt x="1209" y="775"/>
                      <a:pt x="1199" y="765"/>
                      <a:pt x="1191" y="754"/>
                    </a:cubicBezTo>
                    <a:cubicBezTo>
                      <a:pt x="1189" y="754"/>
                      <a:pt x="1189" y="754"/>
                      <a:pt x="1189" y="754"/>
                    </a:cubicBezTo>
                    <a:cubicBezTo>
                      <a:pt x="1189" y="753"/>
                      <a:pt x="1189" y="753"/>
                      <a:pt x="1189" y="753"/>
                    </a:cubicBezTo>
                    <a:cubicBezTo>
                      <a:pt x="1190" y="753"/>
                      <a:pt x="1190" y="753"/>
                      <a:pt x="1190" y="753"/>
                    </a:cubicBezTo>
                    <a:cubicBezTo>
                      <a:pt x="1169" y="726"/>
                      <a:pt x="1154" y="700"/>
                      <a:pt x="1139" y="667"/>
                    </a:cubicBezTo>
                    <a:cubicBezTo>
                      <a:pt x="1138" y="667"/>
                      <a:pt x="1138" y="667"/>
                      <a:pt x="1138" y="667"/>
                    </a:cubicBezTo>
                    <a:cubicBezTo>
                      <a:pt x="1138" y="666"/>
                      <a:pt x="1138" y="666"/>
                      <a:pt x="1138" y="666"/>
                    </a:cubicBezTo>
                    <a:cubicBezTo>
                      <a:pt x="1139" y="666"/>
                      <a:pt x="1139" y="666"/>
                      <a:pt x="1139" y="666"/>
                    </a:cubicBezTo>
                    <a:cubicBezTo>
                      <a:pt x="1137" y="662"/>
                      <a:pt x="1135" y="658"/>
                      <a:pt x="1133" y="654"/>
                    </a:cubicBezTo>
                    <a:cubicBezTo>
                      <a:pt x="1124" y="632"/>
                      <a:pt x="1116" y="606"/>
                      <a:pt x="1110" y="579"/>
                    </a:cubicBezTo>
                    <a:cubicBezTo>
                      <a:pt x="1110" y="579"/>
                      <a:pt x="1110" y="579"/>
                      <a:pt x="1110" y="579"/>
                    </a:cubicBezTo>
                    <a:cubicBezTo>
                      <a:pt x="1110" y="578"/>
                      <a:pt x="1110" y="578"/>
                      <a:pt x="1110" y="578"/>
                    </a:cubicBezTo>
                    <a:cubicBezTo>
                      <a:pt x="1110" y="578"/>
                      <a:pt x="1110" y="578"/>
                      <a:pt x="1110" y="578"/>
                    </a:cubicBezTo>
                    <a:cubicBezTo>
                      <a:pt x="1108" y="571"/>
                      <a:pt x="1107" y="564"/>
                      <a:pt x="1105" y="557"/>
                    </a:cubicBezTo>
                    <a:cubicBezTo>
                      <a:pt x="1104" y="557"/>
                      <a:pt x="1104" y="557"/>
                      <a:pt x="1104" y="557"/>
                    </a:cubicBezTo>
                    <a:cubicBezTo>
                      <a:pt x="1104" y="556"/>
                      <a:pt x="1104" y="556"/>
                      <a:pt x="1104" y="556"/>
                    </a:cubicBezTo>
                    <a:cubicBezTo>
                      <a:pt x="1105" y="556"/>
                      <a:pt x="1105" y="556"/>
                      <a:pt x="1105" y="556"/>
                    </a:cubicBezTo>
                    <a:cubicBezTo>
                      <a:pt x="1102" y="544"/>
                      <a:pt x="1100" y="532"/>
                      <a:pt x="1098" y="521"/>
                    </a:cubicBezTo>
                    <a:cubicBezTo>
                      <a:pt x="1094" y="500"/>
                      <a:pt x="1091" y="481"/>
                      <a:pt x="1090" y="467"/>
                    </a:cubicBezTo>
                    <a:cubicBezTo>
                      <a:pt x="1089" y="461"/>
                      <a:pt x="1088" y="455"/>
                      <a:pt x="1087" y="452"/>
                    </a:cubicBezTo>
                    <a:cubicBezTo>
                      <a:pt x="1087" y="448"/>
                      <a:pt x="1087" y="446"/>
                      <a:pt x="1087" y="446"/>
                    </a:cubicBezTo>
                    <a:cubicBezTo>
                      <a:pt x="1086" y="446"/>
                      <a:pt x="1086" y="446"/>
                      <a:pt x="1086" y="446"/>
                    </a:cubicBezTo>
                    <a:cubicBezTo>
                      <a:pt x="1086" y="446"/>
                      <a:pt x="1086" y="446"/>
                      <a:pt x="1086" y="446"/>
                    </a:cubicBezTo>
                    <a:cubicBezTo>
                      <a:pt x="1085" y="446"/>
                      <a:pt x="1085" y="446"/>
                      <a:pt x="1085" y="446"/>
                    </a:cubicBezTo>
                    <a:cubicBezTo>
                      <a:pt x="1085" y="446"/>
                      <a:pt x="1085" y="446"/>
                      <a:pt x="1085" y="446"/>
                    </a:cubicBezTo>
                    <a:cubicBezTo>
                      <a:pt x="1085" y="446"/>
                      <a:pt x="1085" y="446"/>
                      <a:pt x="1085" y="446"/>
                    </a:cubicBezTo>
                    <a:cubicBezTo>
                      <a:pt x="1085" y="446"/>
                      <a:pt x="1085" y="447"/>
                      <a:pt x="1085" y="450"/>
                    </a:cubicBezTo>
                    <a:cubicBezTo>
                      <a:pt x="1083" y="463"/>
                      <a:pt x="1078" y="509"/>
                      <a:pt x="1065" y="556"/>
                    </a:cubicBezTo>
                    <a:cubicBezTo>
                      <a:pt x="1065" y="557"/>
                      <a:pt x="1065" y="557"/>
                      <a:pt x="1065" y="557"/>
                    </a:cubicBezTo>
                    <a:cubicBezTo>
                      <a:pt x="1064" y="557"/>
                      <a:pt x="1064" y="557"/>
                      <a:pt x="1064" y="557"/>
                    </a:cubicBezTo>
                    <a:cubicBezTo>
                      <a:pt x="1062" y="564"/>
                      <a:pt x="1060" y="571"/>
                      <a:pt x="1058" y="578"/>
                    </a:cubicBezTo>
                    <a:cubicBezTo>
                      <a:pt x="1058" y="578"/>
                      <a:pt x="1058" y="578"/>
                      <a:pt x="1058" y="578"/>
                    </a:cubicBezTo>
                    <a:cubicBezTo>
                      <a:pt x="1058" y="579"/>
                      <a:pt x="1058" y="579"/>
                      <a:pt x="1058" y="579"/>
                    </a:cubicBezTo>
                    <a:cubicBezTo>
                      <a:pt x="1057" y="579"/>
                      <a:pt x="1057" y="579"/>
                      <a:pt x="1057" y="579"/>
                    </a:cubicBezTo>
                    <a:cubicBezTo>
                      <a:pt x="1057" y="579"/>
                      <a:pt x="1057" y="579"/>
                      <a:pt x="1057" y="579"/>
                    </a:cubicBezTo>
                    <a:cubicBezTo>
                      <a:pt x="1055" y="585"/>
                      <a:pt x="1053" y="591"/>
                      <a:pt x="1050" y="597"/>
                    </a:cubicBezTo>
                    <a:cubicBezTo>
                      <a:pt x="1050" y="597"/>
                      <a:pt x="1050" y="597"/>
                      <a:pt x="1050" y="597"/>
                    </a:cubicBezTo>
                    <a:cubicBezTo>
                      <a:pt x="1050" y="597"/>
                      <a:pt x="1050" y="597"/>
                      <a:pt x="1050" y="597"/>
                    </a:cubicBezTo>
                    <a:cubicBezTo>
                      <a:pt x="1050" y="597"/>
                      <a:pt x="1050" y="599"/>
                      <a:pt x="1049" y="601"/>
                    </a:cubicBezTo>
                    <a:cubicBezTo>
                      <a:pt x="1045" y="611"/>
                      <a:pt x="1036" y="636"/>
                      <a:pt x="1023" y="666"/>
                    </a:cubicBezTo>
                    <a:cubicBezTo>
                      <a:pt x="1024" y="666"/>
                      <a:pt x="1024" y="666"/>
                      <a:pt x="1024" y="666"/>
                    </a:cubicBezTo>
                    <a:cubicBezTo>
                      <a:pt x="1024" y="667"/>
                      <a:pt x="1024" y="667"/>
                      <a:pt x="1024" y="667"/>
                    </a:cubicBezTo>
                    <a:cubicBezTo>
                      <a:pt x="1023" y="667"/>
                      <a:pt x="1023" y="667"/>
                      <a:pt x="1023" y="667"/>
                    </a:cubicBezTo>
                    <a:cubicBezTo>
                      <a:pt x="1011" y="694"/>
                      <a:pt x="996" y="725"/>
                      <a:pt x="981" y="751"/>
                    </a:cubicBezTo>
                    <a:cubicBezTo>
                      <a:pt x="980" y="751"/>
                      <a:pt x="980" y="752"/>
                      <a:pt x="979" y="753"/>
                    </a:cubicBezTo>
                    <a:cubicBezTo>
                      <a:pt x="980" y="753"/>
                      <a:pt x="980" y="753"/>
                      <a:pt x="980" y="753"/>
                    </a:cubicBezTo>
                    <a:cubicBezTo>
                      <a:pt x="980" y="754"/>
                      <a:pt x="980" y="754"/>
                      <a:pt x="980" y="754"/>
                    </a:cubicBezTo>
                    <a:cubicBezTo>
                      <a:pt x="979" y="754"/>
                      <a:pt x="979" y="754"/>
                      <a:pt x="979" y="754"/>
                    </a:cubicBezTo>
                    <a:cubicBezTo>
                      <a:pt x="971" y="766"/>
                      <a:pt x="965" y="777"/>
                      <a:pt x="958" y="786"/>
                    </a:cubicBezTo>
                    <a:cubicBezTo>
                      <a:pt x="959" y="786"/>
                      <a:pt x="959" y="786"/>
                      <a:pt x="959" y="786"/>
                    </a:cubicBezTo>
                    <a:cubicBezTo>
                      <a:pt x="959" y="787"/>
                      <a:pt x="959" y="787"/>
                      <a:pt x="959" y="787"/>
                    </a:cubicBezTo>
                    <a:cubicBezTo>
                      <a:pt x="958" y="787"/>
                      <a:pt x="958" y="787"/>
                      <a:pt x="958" y="787"/>
                    </a:cubicBezTo>
                    <a:cubicBezTo>
                      <a:pt x="953" y="795"/>
                      <a:pt x="948" y="802"/>
                      <a:pt x="944" y="808"/>
                    </a:cubicBezTo>
                    <a:cubicBezTo>
                      <a:pt x="932" y="824"/>
                      <a:pt x="920" y="837"/>
                      <a:pt x="898" y="850"/>
                    </a:cubicBezTo>
                    <a:cubicBezTo>
                      <a:pt x="886" y="858"/>
                      <a:pt x="878" y="862"/>
                      <a:pt x="871" y="865"/>
                    </a:cubicBezTo>
                    <a:cubicBezTo>
                      <a:pt x="864" y="868"/>
                      <a:pt x="859" y="869"/>
                      <a:pt x="854" y="869"/>
                    </a:cubicBezTo>
                    <a:cubicBezTo>
                      <a:pt x="854" y="869"/>
                      <a:pt x="854" y="869"/>
                      <a:pt x="854" y="869"/>
                    </a:cubicBezTo>
                    <a:cubicBezTo>
                      <a:pt x="848" y="869"/>
                      <a:pt x="841" y="867"/>
                      <a:pt x="829" y="865"/>
                    </a:cubicBezTo>
                    <a:cubicBezTo>
                      <a:pt x="804" y="860"/>
                      <a:pt x="786" y="846"/>
                      <a:pt x="769" y="821"/>
                    </a:cubicBezTo>
                    <a:cubicBezTo>
                      <a:pt x="767" y="818"/>
                      <a:pt x="765" y="815"/>
                      <a:pt x="763" y="813"/>
                    </a:cubicBezTo>
                    <a:cubicBezTo>
                      <a:pt x="759" y="805"/>
                      <a:pt x="754" y="797"/>
                      <a:pt x="749" y="787"/>
                    </a:cubicBezTo>
                    <a:cubicBezTo>
                      <a:pt x="748" y="787"/>
                      <a:pt x="748" y="787"/>
                      <a:pt x="748" y="787"/>
                    </a:cubicBezTo>
                    <a:cubicBezTo>
                      <a:pt x="748" y="786"/>
                      <a:pt x="748" y="786"/>
                      <a:pt x="748" y="786"/>
                    </a:cubicBezTo>
                    <a:cubicBezTo>
                      <a:pt x="748" y="786"/>
                      <a:pt x="748" y="786"/>
                      <a:pt x="748" y="786"/>
                    </a:cubicBezTo>
                    <a:cubicBezTo>
                      <a:pt x="743" y="777"/>
                      <a:pt x="739" y="766"/>
                      <a:pt x="734" y="754"/>
                    </a:cubicBezTo>
                    <a:cubicBezTo>
                      <a:pt x="733" y="754"/>
                      <a:pt x="733" y="754"/>
                      <a:pt x="733" y="754"/>
                    </a:cubicBezTo>
                    <a:cubicBezTo>
                      <a:pt x="733" y="753"/>
                      <a:pt x="733" y="753"/>
                      <a:pt x="733" y="753"/>
                    </a:cubicBezTo>
                    <a:cubicBezTo>
                      <a:pt x="734" y="753"/>
                      <a:pt x="734" y="753"/>
                      <a:pt x="734" y="753"/>
                    </a:cubicBezTo>
                    <a:cubicBezTo>
                      <a:pt x="724" y="728"/>
                      <a:pt x="716" y="699"/>
                      <a:pt x="713" y="667"/>
                    </a:cubicBezTo>
                    <a:cubicBezTo>
                      <a:pt x="712" y="667"/>
                      <a:pt x="712" y="667"/>
                      <a:pt x="712" y="667"/>
                    </a:cubicBezTo>
                    <a:cubicBezTo>
                      <a:pt x="712" y="666"/>
                      <a:pt x="712" y="666"/>
                      <a:pt x="712" y="666"/>
                    </a:cubicBezTo>
                    <a:cubicBezTo>
                      <a:pt x="713" y="666"/>
                      <a:pt x="713" y="666"/>
                      <a:pt x="713" y="666"/>
                    </a:cubicBezTo>
                    <a:cubicBezTo>
                      <a:pt x="713" y="666"/>
                      <a:pt x="712" y="666"/>
                      <a:pt x="712" y="665"/>
                    </a:cubicBezTo>
                    <a:cubicBezTo>
                      <a:pt x="710" y="662"/>
                      <a:pt x="695" y="638"/>
                      <a:pt x="684" y="579"/>
                    </a:cubicBezTo>
                    <a:cubicBezTo>
                      <a:pt x="683" y="579"/>
                      <a:pt x="683" y="579"/>
                      <a:pt x="683" y="579"/>
                    </a:cubicBezTo>
                    <a:cubicBezTo>
                      <a:pt x="683" y="578"/>
                      <a:pt x="683" y="578"/>
                      <a:pt x="683" y="578"/>
                    </a:cubicBezTo>
                    <a:cubicBezTo>
                      <a:pt x="684" y="578"/>
                      <a:pt x="684" y="578"/>
                      <a:pt x="684" y="578"/>
                    </a:cubicBezTo>
                    <a:cubicBezTo>
                      <a:pt x="682" y="571"/>
                      <a:pt x="681" y="565"/>
                      <a:pt x="680" y="557"/>
                    </a:cubicBezTo>
                    <a:cubicBezTo>
                      <a:pt x="679" y="557"/>
                      <a:pt x="679" y="557"/>
                      <a:pt x="679" y="557"/>
                    </a:cubicBezTo>
                    <a:cubicBezTo>
                      <a:pt x="679" y="556"/>
                      <a:pt x="679" y="556"/>
                      <a:pt x="679" y="556"/>
                    </a:cubicBezTo>
                    <a:cubicBezTo>
                      <a:pt x="680" y="556"/>
                      <a:pt x="680" y="556"/>
                      <a:pt x="680" y="556"/>
                    </a:cubicBezTo>
                    <a:cubicBezTo>
                      <a:pt x="676" y="530"/>
                      <a:pt x="673" y="497"/>
                      <a:pt x="671" y="459"/>
                    </a:cubicBezTo>
                    <a:cubicBezTo>
                      <a:pt x="671" y="458"/>
                      <a:pt x="671" y="458"/>
                      <a:pt x="671" y="458"/>
                    </a:cubicBezTo>
                    <a:cubicBezTo>
                      <a:pt x="671" y="458"/>
                      <a:pt x="671" y="458"/>
                      <a:pt x="671" y="458"/>
                    </a:cubicBezTo>
                    <a:cubicBezTo>
                      <a:pt x="671" y="458"/>
                      <a:pt x="671" y="458"/>
                      <a:pt x="671" y="458"/>
                    </a:cubicBezTo>
                    <a:cubicBezTo>
                      <a:pt x="670" y="458"/>
                      <a:pt x="670" y="458"/>
                      <a:pt x="670" y="458"/>
                    </a:cubicBezTo>
                    <a:cubicBezTo>
                      <a:pt x="669" y="458"/>
                      <a:pt x="669" y="458"/>
                      <a:pt x="669" y="458"/>
                    </a:cubicBezTo>
                    <a:cubicBezTo>
                      <a:pt x="669" y="459"/>
                      <a:pt x="669" y="459"/>
                      <a:pt x="669" y="459"/>
                    </a:cubicBezTo>
                    <a:cubicBezTo>
                      <a:pt x="669" y="467"/>
                      <a:pt x="668" y="505"/>
                      <a:pt x="658" y="556"/>
                    </a:cubicBezTo>
                    <a:cubicBezTo>
                      <a:pt x="659" y="556"/>
                      <a:pt x="659" y="556"/>
                      <a:pt x="659" y="556"/>
                    </a:cubicBezTo>
                    <a:cubicBezTo>
                      <a:pt x="659" y="557"/>
                      <a:pt x="659" y="557"/>
                      <a:pt x="659" y="557"/>
                    </a:cubicBezTo>
                    <a:cubicBezTo>
                      <a:pt x="658" y="557"/>
                      <a:pt x="658" y="557"/>
                      <a:pt x="658" y="557"/>
                    </a:cubicBezTo>
                    <a:cubicBezTo>
                      <a:pt x="652" y="590"/>
                      <a:pt x="642" y="627"/>
                      <a:pt x="625" y="666"/>
                    </a:cubicBezTo>
                    <a:cubicBezTo>
                      <a:pt x="626" y="666"/>
                      <a:pt x="626" y="666"/>
                      <a:pt x="626" y="666"/>
                    </a:cubicBezTo>
                    <a:cubicBezTo>
                      <a:pt x="626" y="667"/>
                      <a:pt x="626" y="667"/>
                      <a:pt x="626" y="667"/>
                    </a:cubicBezTo>
                    <a:cubicBezTo>
                      <a:pt x="625" y="667"/>
                      <a:pt x="625" y="667"/>
                      <a:pt x="625" y="667"/>
                    </a:cubicBezTo>
                    <a:cubicBezTo>
                      <a:pt x="625" y="668"/>
                      <a:pt x="625" y="668"/>
                      <a:pt x="625" y="668"/>
                    </a:cubicBezTo>
                    <a:cubicBezTo>
                      <a:pt x="624" y="676"/>
                      <a:pt x="619" y="708"/>
                      <a:pt x="598" y="753"/>
                    </a:cubicBezTo>
                    <a:cubicBezTo>
                      <a:pt x="599" y="753"/>
                      <a:pt x="599" y="753"/>
                      <a:pt x="599" y="753"/>
                    </a:cubicBezTo>
                    <a:cubicBezTo>
                      <a:pt x="599" y="754"/>
                      <a:pt x="599" y="754"/>
                      <a:pt x="599" y="754"/>
                    </a:cubicBezTo>
                    <a:cubicBezTo>
                      <a:pt x="598" y="754"/>
                      <a:pt x="598" y="754"/>
                      <a:pt x="598" y="754"/>
                    </a:cubicBezTo>
                    <a:cubicBezTo>
                      <a:pt x="595" y="761"/>
                      <a:pt x="592" y="768"/>
                      <a:pt x="588" y="776"/>
                    </a:cubicBezTo>
                    <a:cubicBezTo>
                      <a:pt x="588" y="776"/>
                      <a:pt x="588" y="776"/>
                      <a:pt x="588" y="776"/>
                    </a:cubicBezTo>
                    <a:cubicBezTo>
                      <a:pt x="584" y="786"/>
                      <a:pt x="584" y="786"/>
                      <a:pt x="584" y="786"/>
                    </a:cubicBezTo>
                    <a:cubicBezTo>
                      <a:pt x="584" y="786"/>
                      <a:pt x="584" y="786"/>
                      <a:pt x="584" y="786"/>
                    </a:cubicBezTo>
                    <a:cubicBezTo>
                      <a:pt x="584" y="786"/>
                      <a:pt x="584" y="786"/>
                      <a:pt x="584" y="786"/>
                    </a:cubicBezTo>
                    <a:cubicBezTo>
                      <a:pt x="584" y="786"/>
                      <a:pt x="584" y="786"/>
                      <a:pt x="584" y="786"/>
                    </a:cubicBezTo>
                    <a:cubicBezTo>
                      <a:pt x="584" y="787"/>
                      <a:pt x="584" y="787"/>
                      <a:pt x="584" y="787"/>
                    </a:cubicBezTo>
                    <a:cubicBezTo>
                      <a:pt x="583" y="787"/>
                      <a:pt x="583" y="787"/>
                      <a:pt x="583" y="787"/>
                    </a:cubicBezTo>
                    <a:cubicBezTo>
                      <a:pt x="580" y="798"/>
                      <a:pt x="576" y="804"/>
                      <a:pt x="570" y="815"/>
                    </a:cubicBezTo>
                    <a:cubicBezTo>
                      <a:pt x="562" y="826"/>
                      <a:pt x="554" y="837"/>
                      <a:pt x="549" y="843"/>
                    </a:cubicBezTo>
                    <a:cubicBezTo>
                      <a:pt x="546" y="847"/>
                      <a:pt x="541" y="851"/>
                      <a:pt x="536" y="854"/>
                    </a:cubicBezTo>
                    <a:cubicBezTo>
                      <a:pt x="528" y="859"/>
                      <a:pt x="518" y="863"/>
                      <a:pt x="506" y="863"/>
                    </a:cubicBezTo>
                    <a:cubicBezTo>
                      <a:pt x="505" y="863"/>
                      <a:pt x="504" y="863"/>
                      <a:pt x="503" y="863"/>
                    </a:cubicBezTo>
                    <a:cubicBezTo>
                      <a:pt x="502" y="863"/>
                      <a:pt x="502" y="863"/>
                      <a:pt x="502" y="863"/>
                    </a:cubicBezTo>
                    <a:cubicBezTo>
                      <a:pt x="491" y="863"/>
                      <a:pt x="481" y="859"/>
                      <a:pt x="475" y="854"/>
                    </a:cubicBezTo>
                    <a:cubicBezTo>
                      <a:pt x="472" y="852"/>
                      <a:pt x="469" y="850"/>
                      <a:pt x="468" y="849"/>
                    </a:cubicBezTo>
                    <a:cubicBezTo>
                      <a:pt x="467" y="848"/>
                      <a:pt x="466" y="847"/>
                      <a:pt x="466" y="847"/>
                    </a:cubicBezTo>
                    <a:cubicBezTo>
                      <a:pt x="465" y="846"/>
                      <a:pt x="465" y="846"/>
                      <a:pt x="465" y="846"/>
                    </a:cubicBezTo>
                    <a:cubicBezTo>
                      <a:pt x="465" y="846"/>
                      <a:pt x="465" y="846"/>
                      <a:pt x="465" y="846"/>
                    </a:cubicBezTo>
                    <a:cubicBezTo>
                      <a:pt x="465" y="846"/>
                      <a:pt x="465" y="846"/>
                      <a:pt x="465" y="846"/>
                    </a:cubicBezTo>
                    <a:cubicBezTo>
                      <a:pt x="450" y="834"/>
                      <a:pt x="437" y="818"/>
                      <a:pt x="427" y="803"/>
                    </a:cubicBezTo>
                    <a:cubicBezTo>
                      <a:pt x="424" y="798"/>
                      <a:pt x="421" y="792"/>
                      <a:pt x="418" y="787"/>
                    </a:cubicBezTo>
                    <a:cubicBezTo>
                      <a:pt x="417" y="787"/>
                      <a:pt x="417" y="787"/>
                      <a:pt x="417" y="787"/>
                    </a:cubicBezTo>
                    <a:cubicBezTo>
                      <a:pt x="417" y="786"/>
                      <a:pt x="417" y="786"/>
                      <a:pt x="417" y="786"/>
                    </a:cubicBezTo>
                    <a:cubicBezTo>
                      <a:pt x="417" y="786"/>
                      <a:pt x="417" y="786"/>
                      <a:pt x="417" y="786"/>
                    </a:cubicBezTo>
                    <a:cubicBezTo>
                      <a:pt x="414" y="781"/>
                      <a:pt x="412" y="776"/>
                      <a:pt x="410" y="772"/>
                    </a:cubicBezTo>
                    <a:cubicBezTo>
                      <a:pt x="408" y="768"/>
                      <a:pt x="407" y="764"/>
                      <a:pt x="406" y="762"/>
                    </a:cubicBezTo>
                    <a:cubicBezTo>
                      <a:pt x="405" y="759"/>
                      <a:pt x="404" y="758"/>
                      <a:pt x="404" y="758"/>
                    </a:cubicBezTo>
                    <a:cubicBezTo>
                      <a:pt x="404" y="758"/>
                      <a:pt x="404" y="757"/>
                      <a:pt x="403" y="754"/>
                    </a:cubicBezTo>
                    <a:cubicBezTo>
                      <a:pt x="402" y="754"/>
                      <a:pt x="402" y="754"/>
                      <a:pt x="402" y="754"/>
                    </a:cubicBezTo>
                    <a:cubicBezTo>
                      <a:pt x="402" y="753"/>
                      <a:pt x="402" y="753"/>
                      <a:pt x="402" y="753"/>
                    </a:cubicBezTo>
                    <a:cubicBezTo>
                      <a:pt x="403" y="753"/>
                      <a:pt x="403" y="753"/>
                      <a:pt x="403" y="753"/>
                    </a:cubicBezTo>
                    <a:cubicBezTo>
                      <a:pt x="402" y="752"/>
                      <a:pt x="402" y="752"/>
                      <a:pt x="402" y="751"/>
                    </a:cubicBezTo>
                    <a:cubicBezTo>
                      <a:pt x="397" y="737"/>
                      <a:pt x="387" y="704"/>
                      <a:pt x="383" y="667"/>
                    </a:cubicBezTo>
                    <a:cubicBezTo>
                      <a:pt x="382" y="667"/>
                      <a:pt x="382" y="667"/>
                      <a:pt x="382" y="667"/>
                    </a:cubicBezTo>
                    <a:cubicBezTo>
                      <a:pt x="382" y="666"/>
                      <a:pt x="382" y="666"/>
                      <a:pt x="382" y="666"/>
                    </a:cubicBezTo>
                    <a:cubicBezTo>
                      <a:pt x="382" y="666"/>
                      <a:pt x="382" y="666"/>
                      <a:pt x="382" y="666"/>
                    </a:cubicBezTo>
                    <a:cubicBezTo>
                      <a:pt x="382" y="666"/>
                      <a:pt x="382" y="665"/>
                      <a:pt x="381" y="663"/>
                    </a:cubicBezTo>
                    <a:cubicBezTo>
                      <a:pt x="377" y="653"/>
                      <a:pt x="363" y="619"/>
                      <a:pt x="355" y="579"/>
                    </a:cubicBezTo>
                    <a:cubicBezTo>
                      <a:pt x="353" y="579"/>
                      <a:pt x="353" y="579"/>
                      <a:pt x="353" y="579"/>
                    </a:cubicBezTo>
                    <a:cubicBezTo>
                      <a:pt x="353" y="578"/>
                      <a:pt x="353" y="578"/>
                      <a:pt x="353" y="578"/>
                    </a:cubicBezTo>
                    <a:cubicBezTo>
                      <a:pt x="354" y="578"/>
                      <a:pt x="354" y="578"/>
                      <a:pt x="354" y="578"/>
                    </a:cubicBezTo>
                    <a:cubicBezTo>
                      <a:pt x="353" y="571"/>
                      <a:pt x="351" y="564"/>
                      <a:pt x="350" y="557"/>
                    </a:cubicBezTo>
                    <a:cubicBezTo>
                      <a:pt x="349" y="557"/>
                      <a:pt x="349" y="557"/>
                      <a:pt x="349" y="557"/>
                    </a:cubicBezTo>
                    <a:cubicBezTo>
                      <a:pt x="349" y="556"/>
                      <a:pt x="349" y="556"/>
                      <a:pt x="349" y="556"/>
                    </a:cubicBezTo>
                    <a:cubicBezTo>
                      <a:pt x="350" y="556"/>
                      <a:pt x="350" y="556"/>
                      <a:pt x="350" y="556"/>
                    </a:cubicBezTo>
                    <a:cubicBezTo>
                      <a:pt x="350" y="552"/>
                      <a:pt x="349" y="548"/>
                      <a:pt x="349" y="543"/>
                    </a:cubicBezTo>
                    <a:cubicBezTo>
                      <a:pt x="345" y="513"/>
                      <a:pt x="343" y="486"/>
                      <a:pt x="342" y="466"/>
                    </a:cubicBezTo>
                    <a:cubicBezTo>
                      <a:pt x="341" y="457"/>
                      <a:pt x="340" y="449"/>
                      <a:pt x="340" y="443"/>
                    </a:cubicBezTo>
                    <a:cubicBezTo>
                      <a:pt x="339" y="438"/>
                      <a:pt x="339" y="435"/>
                      <a:pt x="339" y="435"/>
                    </a:cubicBezTo>
                    <a:cubicBezTo>
                      <a:pt x="339" y="435"/>
                      <a:pt x="339" y="435"/>
                      <a:pt x="339" y="435"/>
                    </a:cubicBezTo>
                    <a:cubicBezTo>
                      <a:pt x="339" y="435"/>
                      <a:pt x="339" y="435"/>
                      <a:pt x="339" y="435"/>
                    </a:cubicBezTo>
                    <a:cubicBezTo>
                      <a:pt x="338" y="435"/>
                      <a:pt x="338" y="435"/>
                      <a:pt x="338" y="435"/>
                    </a:cubicBezTo>
                    <a:cubicBezTo>
                      <a:pt x="338" y="435"/>
                      <a:pt x="338" y="435"/>
                      <a:pt x="338" y="435"/>
                    </a:cubicBezTo>
                    <a:cubicBezTo>
                      <a:pt x="337" y="435"/>
                      <a:pt x="337" y="435"/>
                      <a:pt x="337" y="435"/>
                    </a:cubicBezTo>
                    <a:cubicBezTo>
                      <a:pt x="337" y="435"/>
                      <a:pt x="337" y="440"/>
                      <a:pt x="336" y="449"/>
                    </a:cubicBezTo>
                    <a:cubicBezTo>
                      <a:pt x="335" y="473"/>
                      <a:pt x="330" y="524"/>
                      <a:pt x="319" y="556"/>
                    </a:cubicBezTo>
                    <a:cubicBezTo>
                      <a:pt x="319" y="556"/>
                      <a:pt x="319" y="556"/>
                      <a:pt x="319" y="556"/>
                    </a:cubicBezTo>
                    <a:cubicBezTo>
                      <a:pt x="319" y="557"/>
                      <a:pt x="319" y="557"/>
                      <a:pt x="319" y="557"/>
                    </a:cubicBezTo>
                    <a:cubicBezTo>
                      <a:pt x="318" y="557"/>
                      <a:pt x="318" y="557"/>
                      <a:pt x="318" y="557"/>
                    </a:cubicBezTo>
                    <a:cubicBezTo>
                      <a:pt x="318" y="559"/>
                      <a:pt x="317" y="561"/>
                      <a:pt x="316" y="562"/>
                    </a:cubicBezTo>
                    <a:cubicBezTo>
                      <a:pt x="308" y="583"/>
                      <a:pt x="296" y="609"/>
                      <a:pt x="287" y="630"/>
                    </a:cubicBezTo>
                    <a:cubicBezTo>
                      <a:pt x="282" y="640"/>
                      <a:pt x="278" y="649"/>
                      <a:pt x="275" y="656"/>
                    </a:cubicBezTo>
                    <a:cubicBezTo>
                      <a:pt x="273" y="662"/>
                      <a:pt x="271" y="666"/>
                      <a:pt x="271" y="666"/>
                    </a:cubicBezTo>
                    <a:cubicBezTo>
                      <a:pt x="272" y="666"/>
                      <a:pt x="272" y="666"/>
                      <a:pt x="272" y="666"/>
                    </a:cubicBezTo>
                    <a:cubicBezTo>
                      <a:pt x="272" y="667"/>
                      <a:pt x="272" y="667"/>
                      <a:pt x="272" y="667"/>
                    </a:cubicBezTo>
                    <a:cubicBezTo>
                      <a:pt x="270" y="667"/>
                      <a:pt x="270" y="667"/>
                      <a:pt x="270" y="667"/>
                    </a:cubicBezTo>
                    <a:cubicBezTo>
                      <a:pt x="270" y="668"/>
                      <a:pt x="270" y="668"/>
                      <a:pt x="270" y="668"/>
                    </a:cubicBezTo>
                    <a:cubicBezTo>
                      <a:pt x="268" y="677"/>
                      <a:pt x="259" y="712"/>
                      <a:pt x="234" y="753"/>
                    </a:cubicBezTo>
                    <a:cubicBezTo>
                      <a:pt x="235" y="753"/>
                      <a:pt x="235" y="753"/>
                      <a:pt x="235" y="753"/>
                    </a:cubicBezTo>
                    <a:cubicBezTo>
                      <a:pt x="235" y="754"/>
                      <a:pt x="235" y="754"/>
                      <a:pt x="235" y="754"/>
                    </a:cubicBezTo>
                    <a:cubicBezTo>
                      <a:pt x="234" y="754"/>
                      <a:pt x="234" y="754"/>
                      <a:pt x="234" y="754"/>
                    </a:cubicBezTo>
                    <a:cubicBezTo>
                      <a:pt x="232" y="757"/>
                      <a:pt x="230" y="759"/>
                      <a:pt x="229" y="762"/>
                    </a:cubicBezTo>
                    <a:cubicBezTo>
                      <a:pt x="223" y="771"/>
                      <a:pt x="218" y="778"/>
                      <a:pt x="214" y="785"/>
                    </a:cubicBezTo>
                    <a:cubicBezTo>
                      <a:pt x="214" y="785"/>
                      <a:pt x="214" y="785"/>
                      <a:pt x="214" y="785"/>
                    </a:cubicBezTo>
                    <a:cubicBezTo>
                      <a:pt x="214" y="785"/>
                      <a:pt x="214" y="785"/>
                      <a:pt x="214" y="785"/>
                    </a:cubicBezTo>
                    <a:cubicBezTo>
                      <a:pt x="214" y="785"/>
                      <a:pt x="214" y="785"/>
                      <a:pt x="214" y="785"/>
                    </a:cubicBezTo>
                    <a:cubicBezTo>
                      <a:pt x="210" y="791"/>
                      <a:pt x="206" y="796"/>
                      <a:pt x="203" y="800"/>
                    </a:cubicBezTo>
                    <a:cubicBezTo>
                      <a:pt x="189" y="821"/>
                      <a:pt x="181" y="828"/>
                      <a:pt x="170" y="836"/>
                    </a:cubicBezTo>
                    <a:cubicBezTo>
                      <a:pt x="162" y="841"/>
                      <a:pt x="150" y="849"/>
                      <a:pt x="136" y="854"/>
                    </a:cubicBezTo>
                    <a:cubicBezTo>
                      <a:pt x="127" y="857"/>
                      <a:pt x="117" y="860"/>
                      <a:pt x="108" y="860"/>
                    </a:cubicBezTo>
                    <a:cubicBezTo>
                      <a:pt x="104" y="860"/>
                      <a:pt x="100" y="859"/>
                      <a:pt x="96" y="858"/>
                    </a:cubicBezTo>
                    <a:cubicBezTo>
                      <a:pt x="83" y="855"/>
                      <a:pt x="72" y="844"/>
                      <a:pt x="64" y="830"/>
                    </a:cubicBezTo>
                    <a:cubicBezTo>
                      <a:pt x="55" y="816"/>
                      <a:pt x="50" y="799"/>
                      <a:pt x="47" y="785"/>
                    </a:cubicBezTo>
                    <a:cubicBezTo>
                      <a:pt x="46" y="785"/>
                      <a:pt x="46" y="785"/>
                      <a:pt x="46" y="785"/>
                    </a:cubicBezTo>
                    <a:cubicBezTo>
                      <a:pt x="46" y="785"/>
                      <a:pt x="46" y="785"/>
                      <a:pt x="46" y="785"/>
                    </a:cubicBezTo>
                    <a:cubicBezTo>
                      <a:pt x="47" y="785"/>
                      <a:pt x="47" y="785"/>
                      <a:pt x="47" y="785"/>
                    </a:cubicBezTo>
                    <a:cubicBezTo>
                      <a:pt x="47" y="784"/>
                      <a:pt x="47" y="784"/>
                      <a:pt x="47" y="784"/>
                    </a:cubicBezTo>
                    <a:cubicBezTo>
                      <a:pt x="46" y="784"/>
                      <a:pt x="46" y="784"/>
                      <a:pt x="46" y="784"/>
                    </a:cubicBezTo>
                    <a:cubicBezTo>
                      <a:pt x="46" y="784"/>
                      <a:pt x="42" y="780"/>
                      <a:pt x="38" y="764"/>
                    </a:cubicBezTo>
                    <a:cubicBezTo>
                      <a:pt x="38" y="761"/>
                      <a:pt x="37" y="758"/>
                      <a:pt x="36" y="754"/>
                    </a:cubicBezTo>
                    <a:cubicBezTo>
                      <a:pt x="36" y="754"/>
                      <a:pt x="36" y="754"/>
                      <a:pt x="36" y="754"/>
                    </a:cubicBezTo>
                    <a:cubicBezTo>
                      <a:pt x="36" y="753"/>
                      <a:pt x="36" y="753"/>
                      <a:pt x="36" y="753"/>
                    </a:cubicBezTo>
                    <a:cubicBezTo>
                      <a:pt x="36" y="753"/>
                      <a:pt x="36" y="753"/>
                      <a:pt x="36" y="753"/>
                    </a:cubicBezTo>
                    <a:cubicBezTo>
                      <a:pt x="33" y="736"/>
                      <a:pt x="30" y="709"/>
                      <a:pt x="28" y="667"/>
                    </a:cubicBezTo>
                    <a:cubicBezTo>
                      <a:pt x="27" y="667"/>
                      <a:pt x="27" y="667"/>
                      <a:pt x="27" y="667"/>
                    </a:cubicBezTo>
                    <a:cubicBezTo>
                      <a:pt x="27" y="666"/>
                      <a:pt x="27" y="666"/>
                      <a:pt x="27" y="666"/>
                    </a:cubicBezTo>
                    <a:cubicBezTo>
                      <a:pt x="28" y="666"/>
                      <a:pt x="28" y="666"/>
                      <a:pt x="28" y="666"/>
                    </a:cubicBezTo>
                    <a:cubicBezTo>
                      <a:pt x="28" y="665"/>
                      <a:pt x="27" y="663"/>
                      <a:pt x="26" y="659"/>
                    </a:cubicBezTo>
                    <a:cubicBezTo>
                      <a:pt x="23" y="646"/>
                      <a:pt x="16" y="616"/>
                      <a:pt x="11" y="579"/>
                    </a:cubicBezTo>
                    <a:cubicBezTo>
                      <a:pt x="10" y="579"/>
                      <a:pt x="10" y="579"/>
                      <a:pt x="10" y="579"/>
                    </a:cubicBezTo>
                    <a:cubicBezTo>
                      <a:pt x="10" y="578"/>
                      <a:pt x="10" y="578"/>
                      <a:pt x="10" y="578"/>
                    </a:cubicBezTo>
                    <a:cubicBezTo>
                      <a:pt x="10" y="578"/>
                      <a:pt x="10" y="578"/>
                      <a:pt x="10" y="578"/>
                    </a:cubicBezTo>
                    <a:cubicBezTo>
                      <a:pt x="10" y="577"/>
                      <a:pt x="10" y="576"/>
                      <a:pt x="10" y="574"/>
                    </a:cubicBezTo>
                    <a:cubicBezTo>
                      <a:pt x="10" y="574"/>
                      <a:pt x="10" y="574"/>
                      <a:pt x="10" y="574"/>
                    </a:cubicBezTo>
                    <a:cubicBezTo>
                      <a:pt x="9" y="557"/>
                      <a:pt x="9" y="557"/>
                      <a:pt x="9" y="557"/>
                    </a:cubicBezTo>
                    <a:cubicBezTo>
                      <a:pt x="8" y="557"/>
                      <a:pt x="8" y="557"/>
                      <a:pt x="8" y="557"/>
                    </a:cubicBezTo>
                    <a:cubicBezTo>
                      <a:pt x="8" y="556"/>
                      <a:pt x="8" y="556"/>
                      <a:pt x="8" y="556"/>
                    </a:cubicBezTo>
                    <a:cubicBezTo>
                      <a:pt x="9" y="556"/>
                      <a:pt x="9" y="556"/>
                      <a:pt x="9" y="556"/>
                    </a:cubicBezTo>
                    <a:cubicBezTo>
                      <a:pt x="8" y="551"/>
                      <a:pt x="8" y="551"/>
                      <a:pt x="8" y="551"/>
                    </a:cubicBezTo>
                    <a:cubicBezTo>
                      <a:pt x="8" y="551"/>
                      <a:pt x="8" y="551"/>
                      <a:pt x="8" y="551"/>
                    </a:cubicBezTo>
                    <a:cubicBezTo>
                      <a:pt x="8" y="551"/>
                      <a:pt x="8" y="548"/>
                      <a:pt x="7" y="543"/>
                    </a:cubicBezTo>
                    <a:cubicBezTo>
                      <a:pt x="5" y="526"/>
                      <a:pt x="1" y="488"/>
                      <a:pt x="1" y="452"/>
                    </a:cubicBezTo>
                    <a:cubicBezTo>
                      <a:pt x="1" y="445"/>
                      <a:pt x="1" y="439"/>
                      <a:pt x="1" y="432"/>
                    </a:cubicBezTo>
                    <a:cubicBezTo>
                      <a:pt x="1" y="432"/>
                      <a:pt x="1" y="432"/>
                      <a:pt x="1" y="432"/>
                    </a:cubicBezTo>
                    <a:cubicBezTo>
                      <a:pt x="2" y="430"/>
                      <a:pt x="2" y="428"/>
                      <a:pt x="2" y="426"/>
                    </a:cubicBezTo>
                    <a:cubicBezTo>
                      <a:pt x="1" y="426"/>
                      <a:pt x="1" y="426"/>
                      <a:pt x="1" y="426"/>
                    </a:cubicBezTo>
                    <a:cubicBezTo>
                      <a:pt x="1" y="425"/>
                      <a:pt x="1" y="425"/>
                      <a:pt x="1" y="425"/>
                    </a:cubicBezTo>
                    <a:cubicBezTo>
                      <a:pt x="2" y="425"/>
                      <a:pt x="2" y="425"/>
                      <a:pt x="2" y="425"/>
                    </a:cubicBezTo>
                    <a:cubicBezTo>
                      <a:pt x="4" y="400"/>
                      <a:pt x="9" y="375"/>
                      <a:pt x="14" y="355"/>
                    </a:cubicBezTo>
                    <a:cubicBezTo>
                      <a:pt x="17" y="345"/>
                      <a:pt x="19" y="336"/>
                      <a:pt x="21" y="329"/>
                    </a:cubicBezTo>
                    <a:cubicBezTo>
                      <a:pt x="22" y="327"/>
                      <a:pt x="23" y="325"/>
                      <a:pt x="23" y="324"/>
                    </a:cubicBezTo>
                    <a:cubicBezTo>
                      <a:pt x="22" y="324"/>
                      <a:pt x="22" y="324"/>
                      <a:pt x="22" y="324"/>
                    </a:cubicBezTo>
                    <a:cubicBezTo>
                      <a:pt x="22" y="323"/>
                      <a:pt x="22" y="323"/>
                      <a:pt x="22" y="323"/>
                    </a:cubicBezTo>
                    <a:cubicBezTo>
                      <a:pt x="23" y="323"/>
                      <a:pt x="23" y="323"/>
                      <a:pt x="23" y="323"/>
                    </a:cubicBezTo>
                    <a:cubicBezTo>
                      <a:pt x="24" y="321"/>
                      <a:pt x="24" y="319"/>
                      <a:pt x="25" y="319"/>
                    </a:cubicBezTo>
                    <a:cubicBezTo>
                      <a:pt x="25" y="319"/>
                      <a:pt x="25" y="319"/>
                      <a:pt x="25" y="319"/>
                    </a:cubicBezTo>
                    <a:cubicBezTo>
                      <a:pt x="26" y="316"/>
                      <a:pt x="27" y="313"/>
                      <a:pt x="28" y="310"/>
                    </a:cubicBezTo>
                    <a:cubicBezTo>
                      <a:pt x="27" y="310"/>
                      <a:pt x="27" y="310"/>
                      <a:pt x="27" y="310"/>
                    </a:cubicBezTo>
                    <a:cubicBezTo>
                      <a:pt x="27" y="309"/>
                      <a:pt x="27" y="309"/>
                      <a:pt x="27" y="309"/>
                    </a:cubicBezTo>
                    <a:cubicBezTo>
                      <a:pt x="29" y="309"/>
                      <a:pt x="29" y="309"/>
                      <a:pt x="29" y="309"/>
                    </a:cubicBezTo>
                    <a:cubicBezTo>
                      <a:pt x="30" y="306"/>
                      <a:pt x="31" y="303"/>
                      <a:pt x="32" y="300"/>
                    </a:cubicBezTo>
                    <a:cubicBezTo>
                      <a:pt x="51" y="258"/>
                      <a:pt x="64" y="235"/>
                      <a:pt x="72" y="223"/>
                    </a:cubicBezTo>
                    <a:cubicBezTo>
                      <a:pt x="76" y="217"/>
                      <a:pt x="79" y="213"/>
                      <a:pt x="81" y="211"/>
                    </a:cubicBezTo>
                    <a:cubicBezTo>
                      <a:pt x="82" y="210"/>
                      <a:pt x="83" y="210"/>
                      <a:pt x="83" y="209"/>
                    </a:cubicBezTo>
                    <a:cubicBezTo>
                      <a:pt x="84" y="209"/>
                      <a:pt x="84" y="209"/>
                      <a:pt x="84" y="209"/>
                    </a:cubicBezTo>
                    <a:cubicBezTo>
                      <a:pt x="84" y="209"/>
                      <a:pt x="84" y="209"/>
                      <a:pt x="84" y="209"/>
                    </a:cubicBezTo>
                    <a:cubicBezTo>
                      <a:pt x="84" y="209"/>
                      <a:pt x="84" y="209"/>
                      <a:pt x="84" y="209"/>
                    </a:cubicBezTo>
                    <a:cubicBezTo>
                      <a:pt x="84" y="209"/>
                      <a:pt x="84" y="209"/>
                      <a:pt x="84" y="209"/>
                    </a:cubicBezTo>
                    <a:cubicBezTo>
                      <a:pt x="84" y="209"/>
                      <a:pt x="84" y="209"/>
                      <a:pt x="84" y="209"/>
                    </a:cubicBezTo>
                    <a:cubicBezTo>
                      <a:pt x="83" y="209"/>
                      <a:pt x="83" y="209"/>
                      <a:pt x="83" y="209"/>
                    </a:cubicBezTo>
                    <a:cubicBezTo>
                      <a:pt x="83" y="208"/>
                      <a:pt x="83" y="208"/>
                      <a:pt x="83" y="208"/>
                    </a:cubicBezTo>
                    <a:cubicBezTo>
                      <a:pt x="85" y="208"/>
                      <a:pt x="85" y="208"/>
                      <a:pt x="85" y="208"/>
                    </a:cubicBezTo>
                    <a:cubicBezTo>
                      <a:pt x="85" y="207"/>
                      <a:pt x="85" y="206"/>
                      <a:pt x="86" y="205"/>
                    </a:cubicBezTo>
                    <a:cubicBezTo>
                      <a:pt x="90" y="194"/>
                      <a:pt x="106" y="154"/>
                      <a:pt x="137" y="112"/>
                    </a:cubicBezTo>
                    <a:cubicBezTo>
                      <a:pt x="136" y="112"/>
                      <a:pt x="136" y="112"/>
                      <a:pt x="136" y="112"/>
                    </a:cubicBezTo>
                    <a:cubicBezTo>
                      <a:pt x="136" y="111"/>
                      <a:pt x="136" y="111"/>
                      <a:pt x="136" y="111"/>
                    </a:cubicBezTo>
                    <a:cubicBezTo>
                      <a:pt x="137" y="111"/>
                      <a:pt x="137" y="111"/>
                      <a:pt x="137" y="111"/>
                    </a:cubicBezTo>
                    <a:cubicBezTo>
                      <a:pt x="145" y="101"/>
                      <a:pt x="153" y="91"/>
                      <a:pt x="162" y="81"/>
                    </a:cubicBezTo>
                    <a:cubicBezTo>
                      <a:pt x="162" y="81"/>
                      <a:pt x="162" y="81"/>
                      <a:pt x="162" y="81"/>
                    </a:cubicBezTo>
                    <a:cubicBezTo>
                      <a:pt x="162" y="80"/>
                      <a:pt x="162" y="80"/>
                      <a:pt x="162" y="80"/>
                    </a:cubicBezTo>
                    <a:cubicBezTo>
                      <a:pt x="163" y="80"/>
                      <a:pt x="163" y="80"/>
                      <a:pt x="163" y="80"/>
                    </a:cubicBezTo>
                    <a:cubicBezTo>
                      <a:pt x="164" y="80"/>
                      <a:pt x="165" y="79"/>
                      <a:pt x="165" y="78"/>
                    </a:cubicBezTo>
                    <a:moveTo>
                      <a:pt x="347" y="0"/>
                    </a:moveTo>
                    <a:cubicBezTo>
                      <a:pt x="315" y="0"/>
                      <a:pt x="315" y="0"/>
                      <a:pt x="315" y="0"/>
                    </a:cubicBezTo>
                    <a:cubicBezTo>
                      <a:pt x="304" y="1"/>
                      <a:pt x="296" y="2"/>
                      <a:pt x="291" y="3"/>
                    </a:cubicBezTo>
                    <a:cubicBezTo>
                      <a:pt x="285" y="4"/>
                      <a:pt x="270" y="10"/>
                      <a:pt x="255" y="16"/>
                    </a:cubicBezTo>
                    <a:cubicBezTo>
                      <a:pt x="239" y="23"/>
                      <a:pt x="223" y="31"/>
                      <a:pt x="214" y="36"/>
                    </a:cubicBezTo>
                    <a:cubicBezTo>
                      <a:pt x="204" y="43"/>
                      <a:pt x="190" y="54"/>
                      <a:pt x="179" y="63"/>
                    </a:cubicBezTo>
                    <a:cubicBezTo>
                      <a:pt x="177" y="65"/>
                      <a:pt x="174" y="68"/>
                      <a:pt x="172" y="69"/>
                    </a:cubicBezTo>
                    <a:cubicBezTo>
                      <a:pt x="167" y="74"/>
                      <a:pt x="164" y="76"/>
                      <a:pt x="164" y="76"/>
                    </a:cubicBezTo>
                    <a:cubicBezTo>
                      <a:pt x="164" y="76"/>
                      <a:pt x="164" y="76"/>
                      <a:pt x="164" y="76"/>
                    </a:cubicBezTo>
                    <a:cubicBezTo>
                      <a:pt x="164" y="76"/>
                      <a:pt x="164" y="76"/>
                      <a:pt x="164" y="76"/>
                    </a:cubicBezTo>
                    <a:cubicBezTo>
                      <a:pt x="108" y="134"/>
                      <a:pt x="85" y="202"/>
                      <a:pt x="83" y="207"/>
                    </a:cubicBezTo>
                    <a:cubicBezTo>
                      <a:pt x="81" y="208"/>
                      <a:pt x="78" y="211"/>
                      <a:pt x="70" y="222"/>
                    </a:cubicBezTo>
                    <a:cubicBezTo>
                      <a:pt x="62" y="234"/>
                      <a:pt x="49" y="257"/>
                      <a:pt x="30" y="299"/>
                    </a:cubicBezTo>
                    <a:cubicBezTo>
                      <a:pt x="28" y="306"/>
                      <a:pt x="25" y="312"/>
                      <a:pt x="23" y="318"/>
                    </a:cubicBezTo>
                    <a:cubicBezTo>
                      <a:pt x="23" y="318"/>
                      <a:pt x="23" y="318"/>
                      <a:pt x="23" y="318"/>
                    </a:cubicBezTo>
                    <a:cubicBezTo>
                      <a:pt x="23" y="318"/>
                      <a:pt x="3" y="377"/>
                      <a:pt x="0" y="430"/>
                    </a:cubicBezTo>
                    <a:cubicBezTo>
                      <a:pt x="0" y="476"/>
                      <a:pt x="0" y="476"/>
                      <a:pt x="0" y="476"/>
                    </a:cubicBezTo>
                    <a:cubicBezTo>
                      <a:pt x="1" y="516"/>
                      <a:pt x="6" y="551"/>
                      <a:pt x="6" y="551"/>
                    </a:cubicBezTo>
                    <a:cubicBezTo>
                      <a:pt x="6" y="551"/>
                      <a:pt x="6" y="551"/>
                      <a:pt x="6" y="551"/>
                    </a:cubicBezTo>
                    <a:cubicBezTo>
                      <a:pt x="8" y="575"/>
                      <a:pt x="8" y="575"/>
                      <a:pt x="8" y="575"/>
                    </a:cubicBezTo>
                    <a:cubicBezTo>
                      <a:pt x="8" y="575"/>
                      <a:pt x="8" y="575"/>
                      <a:pt x="8" y="575"/>
                    </a:cubicBezTo>
                    <a:cubicBezTo>
                      <a:pt x="15" y="626"/>
                      <a:pt x="25" y="664"/>
                      <a:pt x="26" y="667"/>
                    </a:cubicBezTo>
                    <a:cubicBezTo>
                      <a:pt x="29" y="724"/>
                      <a:pt x="33" y="753"/>
                      <a:pt x="38" y="769"/>
                    </a:cubicBezTo>
                    <a:cubicBezTo>
                      <a:pt x="41" y="782"/>
                      <a:pt x="44" y="785"/>
                      <a:pt x="45" y="786"/>
                    </a:cubicBezTo>
                    <a:cubicBezTo>
                      <a:pt x="48" y="800"/>
                      <a:pt x="54" y="817"/>
                      <a:pt x="62" y="831"/>
                    </a:cubicBezTo>
                    <a:cubicBezTo>
                      <a:pt x="71" y="845"/>
                      <a:pt x="82" y="857"/>
                      <a:pt x="96" y="860"/>
                    </a:cubicBezTo>
                    <a:cubicBezTo>
                      <a:pt x="100" y="861"/>
                      <a:pt x="104" y="862"/>
                      <a:pt x="108" y="862"/>
                    </a:cubicBezTo>
                    <a:cubicBezTo>
                      <a:pt x="118" y="862"/>
                      <a:pt x="128" y="859"/>
                      <a:pt x="137" y="855"/>
                    </a:cubicBezTo>
                    <a:cubicBezTo>
                      <a:pt x="151" y="850"/>
                      <a:pt x="163" y="843"/>
                      <a:pt x="171" y="837"/>
                    </a:cubicBezTo>
                    <a:cubicBezTo>
                      <a:pt x="182" y="830"/>
                      <a:pt x="190" y="822"/>
                      <a:pt x="205" y="802"/>
                    </a:cubicBezTo>
                    <a:cubicBezTo>
                      <a:pt x="212" y="792"/>
                      <a:pt x="220" y="780"/>
                      <a:pt x="230" y="763"/>
                    </a:cubicBezTo>
                    <a:cubicBezTo>
                      <a:pt x="263" y="713"/>
                      <a:pt x="272" y="669"/>
                      <a:pt x="273" y="667"/>
                    </a:cubicBezTo>
                    <a:cubicBezTo>
                      <a:pt x="274" y="664"/>
                      <a:pt x="301" y="604"/>
                      <a:pt x="318" y="563"/>
                    </a:cubicBezTo>
                    <a:cubicBezTo>
                      <a:pt x="327" y="542"/>
                      <a:pt x="332" y="510"/>
                      <a:pt x="335" y="483"/>
                    </a:cubicBezTo>
                    <a:cubicBezTo>
                      <a:pt x="337" y="470"/>
                      <a:pt x="338" y="459"/>
                      <a:pt x="338" y="450"/>
                    </a:cubicBezTo>
                    <a:cubicBezTo>
                      <a:pt x="340" y="469"/>
                      <a:pt x="342" y="504"/>
                      <a:pt x="347" y="544"/>
                    </a:cubicBezTo>
                    <a:cubicBezTo>
                      <a:pt x="353" y="602"/>
                      <a:pt x="379" y="663"/>
                      <a:pt x="381" y="667"/>
                    </a:cubicBezTo>
                    <a:cubicBezTo>
                      <a:pt x="386" y="716"/>
                      <a:pt x="402" y="757"/>
                      <a:pt x="402" y="759"/>
                    </a:cubicBezTo>
                    <a:cubicBezTo>
                      <a:pt x="402" y="759"/>
                      <a:pt x="402" y="759"/>
                      <a:pt x="402" y="759"/>
                    </a:cubicBezTo>
                    <a:cubicBezTo>
                      <a:pt x="402" y="759"/>
                      <a:pt x="410" y="780"/>
                      <a:pt x="426" y="805"/>
                    </a:cubicBezTo>
                    <a:cubicBezTo>
                      <a:pt x="435" y="819"/>
                      <a:pt x="448" y="835"/>
                      <a:pt x="464" y="848"/>
                    </a:cubicBezTo>
                    <a:cubicBezTo>
                      <a:pt x="465" y="849"/>
                      <a:pt x="479" y="865"/>
                      <a:pt x="502" y="865"/>
                    </a:cubicBezTo>
                    <a:cubicBezTo>
                      <a:pt x="503" y="865"/>
                      <a:pt x="503" y="865"/>
                      <a:pt x="503" y="865"/>
                    </a:cubicBezTo>
                    <a:cubicBezTo>
                      <a:pt x="504" y="865"/>
                      <a:pt x="505" y="865"/>
                      <a:pt x="506" y="865"/>
                    </a:cubicBezTo>
                    <a:cubicBezTo>
                      <a:pt x="519" y="865"/>
                      <a:pt x="529" y="861"/>
                      <a:pt x="537" y="856"/>
                    </a:cubicBezTo>
                    <a:cubicBezTo>
                      <a:pt x="542" y="853"/>
                      <a:pt x="547" y="848"/>
                      <a:pt x="551" y="844"/>
                    </a:cubicBezTo>
                    <a:cubicBezTo>
                      <a:pt x="556" y="838"/>
                      <a:pt x="564" y="828"/>
                      <a:pt x="571" y="816"/>
                    </a:cubicBezTo>
                    <a:cubicBezTo>
                      <a:pt x="578" y="805"/>
                      <a:pt x="583" y="798"/>
                      <a:pt x="586" y="786"/>
                    </a:cubicBezTo>
                    <a:cubicBezTo>
                      <a:pt x="586" y="786"/>
                      <a:pt x="586" y="786"/>
                      <a:pt x="586" y="786"/>
                    </a:cubicBezTo>
                    <a:cubicBezTo>
                      <a:pt x="590" y="776"/>
                      <a:pt x="590" y="776"/>
                      <a:pt x="590" y="776"/>
                    </a:cubicBezTo>
                    <a:cubicBezTo>
                      <a:pt x="622" y="713"/>
                      <a:pt x="627" y="669"/>
                      <a:pt x="627" y="667"/>
                    </a:cubicBezTo>
                    <a:cubicBezTo>
                      <a:pt x="659" y="590"/>
                      <a:pt x="668" y="517"/>
                      <a:pt x="670" y="481"/>
                    </a:cubicBezTo>
                    <a:cubicBezTo>
                      <a:pt x="679" y="617"/>
                      <a:pt x="708" y="663"/>
                      <a:pt x="711" y="667"/>
                    </a:cubicBezTo>
                    <a:cubicBezTo>
                      <a:pt x="716" y="730"/>
                      <a:pt x="742" y="783"/>
                      <a:pt x="762" y="814"/>
                    </a:cubicBezTo>
                    <a:cubicBezTo>
                      <a:pt x="763" y="817"/>
                      <a:pt x="765" y="819"/>
                      <a:pt x="767" y="822"/>
                    </a:cubicBezTo>
                    <a:cubicBezTo>
                      <a:pt x="785" y="848"/>
                      <a:pt x="803" y="862"/>
                      <a:pt x="829" y="867"/>
                    </a:cubicBezTo>
                    <a:cubicBezTo>
                      <a:pt x="840" y="869"/>
                      <a:pt x="847" y="871"/>
                      <a:pt x="854" y="871"/>
                    </a:cubicBezTo>
                    <a:cubicBezTo>
                      <a:pt x="860" y="871"/>
                      <a:pt x="865" y="870"/>
                      <a:pt x="872" y="867"/>
                    </a:cubicBezTo>
                    <a:cubicBezTo>
                      <a:pt x="879" y="864"/>
                      <a:pt x="887" y="859"/>
                      <a:pt x="899" y="852"/>
                    </a:cubicBezTo>
                    <a:cubicBezTo>
                      <a:pt x="921" y="839"/>
                      <a:pt x="934" y="825"/>
                      <a:pt x="945" y="809"/>
                    </a:cubicBezTo>
                    <a:cubicBezTo>
                      <a:pt x="957" y="794"/>
                      <a:pt x="967" y="776"/>
                      <a:pt x="982" y="752"/>
                    </a:cubicBezTo>
                    <a:cubicBezTo>
                      <a:pt x="1020" y="689"/>
                      <a:pt x="1052" y="598"/>
                      <a:pt x="1052" y="598"/>
                    </a:cubicBezTo>
                    <a:cubicBezTo>
                      <a:pt x="1052" y="598"/>
                      <a:pt x="1052" y="598"/>
                      <a:pt x="1052" y="598"/>
                    </a:cubicBezTo>
                    <a:cubicBezTo>
                      <a:pt x="1075" y="545"/>
                      <a:pt x="1083" y="480"/>
                      <a:pt x="1086" y="456"/>
                    </a:cubicBezTo>
                    <a:cubicBezTo>
                      <a:pt x="1090" y="487"/>
                      <a:pt x="1104" y="589"/>
                      <a:pt x="1132" y="655"/>
                    </a:cubicBezTo>
                    <a:cubicBezTo>
                      <a:pt x="1156" y="712"/>
                      <a:pt x="1179" y="748"/>
                      <a:pt x="1228" y="798"/>
                    </a:cubicBezTo>
                    <a:cubicBezTo>
                      <a:pt x="1235" y="804"/>
                      <a:pt x="1241" y="811"/>
                      <a:pt x="1249" y="818"/>
                    </a:cubicBezTo>
                    <a:cubicBezTo>
                      <a:pt x="1289" y="856"/>
                      <a:pt x="1321" y="869"/>
                      <a:pt x="1345" y="872"/>
                    </a:cubicBezTo>
                    <a:cubicBezTo>
                      <a:pt x="1366" y="872"/>
                      <a:pt x="1366" y="872"/>
                      <a:pt x="1366" y="872"/>
                    </a:cubicBezTo>
                    <a:cubicBezTo>
                      <a:pt x="1371" y="871"/>
                      <a:pt x="1377" y="870"/>
                      <a:pt x="1382" y="869"/>
                    </a:cubicBezTo>
                    <a:cubicBezTo>
                      <a:pt x="1396" y="866"/>
                      <a:pt x="1408" y="850"/>
                      <a:pt x="1416" y="836"/>
                    </a:cubicBezTo>
                    <a:cubicBezTo>
                      <a:pt x="1425" y="822"/>
                      <a:pt x="1430" y="808"/>
                      <a:pt x="1430" y="807"/>
                    </a:cubicBezTo>
                    <a:cubicBezTo>
                      <a:pt x="1430" y="807"/>
                      <a:pt x="1430" y="807"/>
                      <a:pt x="1430" y="807"/>
                    </a:cubicBezTo>
                    <a:cubicBezTo>
                      <a:pt x="1430" y="807"/>
                      <a:pt x="1457" y="750"/>
                      <a:pt x="1479" y="614"/>
                    </a:cubicBezTo>
                    <a:cubicBezTo>
                      <a:pt x="1487" y="564"/>
                      <a:pt x="1492" y="527"/>
                      <a:pt x="1494" y="496"/>
                    </a:cubicBezTo>
                    <a:cubicBezTo>
                      <a:pt x="1494" y="456"/>
                      <a:pt x="1494" y="456"/>
                      <a:pt x="1494" y="456"/>
                    </a:cubicBezTo>
                    <a:cubicBezTo>
                      <a:pt x="1492" y="426"/>
                      <a:pt x="1486" y="399"/>
                      <a:pt x="1474" y="366"/>
                    </a:cubicBezTo>
                    <a:cubicBezTo>
                      <a:pt x="1448" y="293"/>
                      <a:pt x="1362" y="221"/>
                      <a:pt x="1347" y="209"/>
                    </a:cubicBezTo>
                    <a:cubicBezTo>
                      <a:pt x="1409" y="209"/>
                      <a:pt x="1409" y="209"/>
                      <a:pt x="1409" y="209"/>
                    </a:cubicBezTo>
                    <a:cubicBezTo>
                      <a:pt x="1407" y="208"/>
                      <a:pt x="1407" y="208"/>
                      <a:pt x="1407" y="208"/>
                    </a:cubicBezTo>
                    <a:cubicBezTo>
                      <a:pt x="1383" y="178"/>
                      <a:pt x="1351" y="155"/>
                      <a:pt x="1327" y="138"/>
                    </a:cubicBezTo>
                    <a:cubicBezTo>
                      <a:pt x="1325" y="137"/>
                      <a:pt x="1323" y="136"/>
                      <a:pt x="1322" y="135"/>
                    </a:cubicBezTo>
                    <a:cubicBezTo>
                      <a:pt x="1320" y="134"/>
                      <a:pt x="1319" y="133"/>
                      <a:pt x="1318" y="132"/>
                    </a:cubicBezTo>
                    <a:cubicBezTo>
                      <a:pt x="1303" y="122"/>
                      <a:pt x="1293" y="117"/>
                      <a:pt x="1293" y="117"/>
                    </a:cubicBezTo>
                    <a:cubicBezTo>
                      <a:pt x="1284" y="112"/>
                      <a:pt x="1275" y="107"/>
                      <a:pt x="1267" y="102"/>
                    </a:cubicBezTo>
                    <a:cubicBezTo>
                      <a:pt x="1256" y="97"/>
                      <a:pt x="1246" y="91"/>
                      <a:pt x="1236" y="87"/>
                    </a:cubicBezTo>
                    <a:cubicBezTo>
                      <a:pt x="1233" y="85"/>
                      <a:pt x="1229" y="83"/>
                      <a:pt x="1225" y="81"/>
                    </a:cubicBezTo>
                    <a:cubicBezTo>
                      <a:pt x="1222" y="80"/>
                      <a:pt x="1218" y="78"/>
                      <a:pt x="1215" y="76"/>
                    </a:cubicBezTo>
                    <a:cubicBezTo>
                      <a:pt x="1211" y="74"/>
                      <a:pt x="1207" y="73"/>
                      <a:pt x="1204" y="71"/>
                    </a:cubicBezTo>
                    <a:cubicBezTo>
                      <a:pt x="1130" y="38"/>
                      <a:pt x="1083" y="29"/>
                      <a:pt x="1030" y="17"/>
                    </a:cubicBezTo>
                    <a:cubicBezTo>
                      <a:pt x="972" y="5"/>
                      <a:pt x="918" y="4"/>
                      <a:pt x="900" y="4"/>
                    </a:cubicBezTo>
                    <a:cubicBezTo>
                      <a:pt x="897" y="4"/>
                      <a:pt x="895" y="4"/>
                      <a:pt x="894" y="4"/>
                    </a:cubicBezTo>
                    <a:cubicBezTo>
                      <a:pt x="890" y="4"/>
                      <a:pt x="885" y="3"/>
                      <a:pt x="881" y="3"/>
                    </a:cubicBezTo>
                    <a:cubicBezTo>
                      <a:pt x="848" y="3"/>
                      <a:pt x="819" y="11"/>
                      <a:pt x="794" y="22"/>
                    </a:cubicBezTo>
                    <a:cubicBezTo>
                      <a:pt x="774" y="31"/>
                      <a:pt x="757" y="42"/>
                      <a:pt x="742" y="53"/>
                    </a:cubicBezTo>
                    <a:cubicBezTo>
                      <a:pt x="718" y="71"/>
                      <a:pt x="701" y="89"/>
                      <a:pt x="692" y="100"/>
                    </a:cubicBezTo>
                    <a:cubicBezTo>
                      <a:pt x="687" y="107"/>
                      <a:pt x="684" y="111"/>
                      <a:pt x="684" y="111"/>
                    </a:cubicBezTo>
                    <a:cubicBezTo>
                      <a:pt x="683" y="112"/>
                      <a:pt x="683" y="112"/>
                      <a:pt x="683" y="112"/>
                    </a:cubicBezTo>
                    <a:cubicBezTo>
                      <a:pt x="705" y="112"/>
                      <a:pt x="705" y="112"/>
                      <a:pt x="705" y="112"/>
                    </a:cubicBezTo>
                    <a:cubicBezTo>
                      <a:pt x="699" y="120"/>
                      <a:pt x="676" y="149"/>
                      <a:pt x="658" y="208"/>
                    </a:cubicBezTo>
                    <a:cubicBezTo>
                      <a:pt x="655" y="211"/>
                      <a:pt x="603" y="279"/>
                      <a:pt x="590" y="385"/>
                    </a:cubicBezTo>
                    <a:cubicBezTo>
                      <a:pt x="589" y="398"/>
                      <a:pt x="589" y="398"/>
                      <a:pt x="589" y="398"/>
                    </a:cubicBezTo>
                    <a:cubicBezTo>
                      <a:pt x="584" y="364"/>
                      <a:pt x="577" y="331"/>
                      <a:pt x="577" y="331"/>
                    </a:cubicBezTo>
                    <a:cubicBezTo>
                      <a:pt x="577" y="331"/>
                      <a:pt x="577" y="331"/>
                      <a:pt x="577" y="331"/>
                    </a:cubicBezTo>
                    <a:cubicBezTo>
                      <a:pt x="563" y="256"/>
                      <a:pt x="529" y="211"/>
                      <a:pt x="527" y="208"/>
                    </a:cubicBezTo>
                    <a:cubicBezTo>
                      <a:pt x="518" y="174"/>
                      <a:pt x="492" y="122"/>
                      <a:pt x="487" y="113"/>
                    </a:cubicBezTo>
                    <a:cubicBezTo>
                      <a:pt x="569" y="113"/>
                      <a:pt x="569" y="113"/>
                      <a:pt x="569" y="113"/>
                    </a:cubicBezTo>
                    <a:cubicBezTo>
                      <a:pt x="567" y="111"/>
                      <a:pt x="567" y="111"/>
                      <a:pt x="567" y="111"/>
                    </a:cubicBezTo>
                    <a:cubicBezTo>
                      <a:pt x="567" y="111"/>
                      <a:pt x="555" y="99"/>
                      <a:pt x="541" y="86"/>
                    </a:cubicBezTo>
                    <a:cubicBezTo>
                      <a:pt x="526" y="73"/>
                      <a:pt x="510" y="59"/>
                      <a:pt x="502" y="53"/>
                    </a:cubicBezTo>
                    <a:cubicBezTo>
                      <a:pt x="474" y="36"/>
                      <a:pt x="429" y="15"/>
                      <a:pt x="390" y="6"/>
                    </a:cubicBezTo>
                    <a:cubicBezTo>
                      <a:pt x="374" y="3"/>
                      <a:pt x="360" y="1"/>
                      <a:pt x="347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73" name="Freeform 238"/>
              <p:cNvSpPr>
                <a:spLocks noEditPoints="1"/>
              </p:cNvSpPr>
              <p:nvPr/>
            </p:nvSpPr>
            <p:spPr bwMode="auto">
              <a:xfrm>
                <a:off x="-4911722" y="4872033"/>
                <a:ext cx="915988" cy="476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244" y="0"/>
                  </a:cxn>
                  <a:cxn ang="0">
                    <a:pos x="243" y="0"/>
                  </a:cxn>
                  <a:cxn ang="0">
                    <a:pos x="243" y="0"/>
                  </a:cxn>
                  <a:cxn ang="0">
                    <a:pos x="243" y="0"/>
                  </a:cxn>
                  <a:cxn ang="0">
                    <a:pos x="243" y="0"/>
                  </a:cxn>
                  <a:cxn ang="0">
                    <a:pos x="243" y="1"/>
                  </a:cxn>
                  <a:cxn ang="0">
                    <a:pos x="244" y="1"/>
                  </a:cxn>
                  <a:cxn ang="0">
                    <a:pos x="244" y="0"/>
                  </a:cxn>
                </a:cxnLst>
                <a:rect l="0" t="0" r="r" b="b"/>
                <a:pathLst>
                  <a:path w="244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moveTo>
                      <a:pt x="244" y="0"/>
                    </a:moveTo>
                    <a:cubicBezTo>
                      <a:pt x="243" y="0"/>
                      <a:pt x="243" y="0"/>
                      <a:pt x="243" y="0"/>
                    </a:cubicBezTo>
                    <a:cubicBezTo>
                      <a:pt x="243" y="0"/>
                      <a:pt x="243" y="0"/>
                      <a:pt x="243" y="0"/>
                    </a:cubicBezTo>
                    <a:cubicBezTo>
                      <a:pt x="243" y="0"/>
                      <a:pt x="243" y="0"/>
                      <a:pt x="243" y="0"/>
                    </a:cubicBezTo>
                    <a:cubicBezTo>
                      <a:pt x="243" y="0"/>
                      <a:pt x="243" y="0"/>
                      <a:pt x="243" y="0"/>
                    </a:cubicBezTo>
                    <a:cubicBezTo>
                      <a:pt x="243" y="1"/>
                      <a:pt x="243" y="1"/>
                      <a:pt x="243" y="1"/>
                    </a:cubicBezTo>
                    <a:cubicBezTo>
                      <a:pt x="244" y="1"/>
                      <a:pt x="244" y="1"/>
                      <a:pt x="244" y="1"/>
                    </a:cubicBezTo>
                    <a:cubicBezTo>
                      <a:pt x="244" y="0"/>
                      <a:pt x="244" y="0"/>
                      <a:pt x="244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74" name="Freeform 239"/>
              <p:cNvSpPr>
                <a:spLocks noEditPoints="1"/>
              </p:cNvSpPr>
              <p:nvPr/>
            </p:nvSpPr>
            <p:spPr bwMode="auto">
              <a:xfrm>
                <a:off x="-3671886" y="4872033"/>
                <a:ext cx="1171574" cy="4762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312" y="0"/>
                  </a:cxn>
                  <a:cxn ang="0">
                    <a:pos x="311" y="0"/>
                  </a:cxn>
                  <a:cxn ang="0">
                    <a:pos x="311" y="1"/>
                  </a:cxn>
                  <a:cxn ang="0">
                    <a:pos x="312" y="1"/>
                  </a:cxn>
                  <a:cxn ang="0">
                    <a:pos x="312" y="0"/>
                  </a:cxn>
                </a:cxnLst>
                <a:rect l="0" t="0" r="r" b="b"/>
                <a:pathLst>
                  <a:path w="312" h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moveTo>
                      <a:pt x="312" y="0"/>
                    </a:moveTo>
                    <a:cubicBezTo>
                      <a:pt x="311" y="0"/>
                      <a:pt x="311" y="0"/>
                      <a:pt x="311" y="0"/>
                    </a:cubicBezTo>
                    <a:cubicBezTo>
                      <a:pt x="311" y="1"/>
                      <a:pt x="311" y="1"/>
                      <a:pt x="311" y="1"/>
                    </a:cubicBezTo>
                    <a:cubicBezTo>
                      <a:pt x="312" y="1"/>
                      <a:pt x="312" y="1"/>
                      <a:pt x="312" y="1"/>
                    </a:cubicBezTo>
                    <a:cubicBezTo>
                      <a:pt x="312" y="0"/>
                      <a:pt x="312" y="0"/>
                      <a:pt x="312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75" name="Freeform 240"/>
              <p:cNvSpPr>
                <a:spLocks noEditPoints="1"/>
              </p:cNvSpPr>
              <p:nvPr/>
            </p:nvSpPr>
            <p:spPr bwMode="auto">
              <a:xfrm>
                <a:off x="-2071686" y="4872033"/>
                <a:ext cx="1239838" cy="4762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330" y="0"/>
                  </a:cxn>
                  <a:cxn ang="0">
                    <a:pos x="329" y="0"/>
                  </a:cxn>
                  <a:cxn ang="0">
                    <a:pos x="329" y="1"/>
                  </a:cxn>
                  <a:cxn ang="0">
                    <a:pos x="330" y="1"/>
                  </a:cxn>
                  <a:cxn ang="0">
                    <a:pos x="330" y="0"/>
                  </a:cxn>
                </a:cxnLst>
                <a:rect l="0" t="0" r="r" b="b"/>
                <a:pathLst>
                  <a:path w="330" h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moveTo>
                      <a:pt x="330" y="0"/>
                    </a:moveTo>
                    <a:cubicBezTo>
                      <a:pt x="329" y="0"/>
                      <a:pt x="329" y="0"/>
                      <a:pt x="329" y="0"/>
                    </a:cubicBezTo>
                    <a:cubicBezTo>
                      <a:pt x="329" y="1"/>
                      <a:pt x="329" y="1"/>
                      <a:pt x="329" y="1"/>
                    </a:cubicBezTo>
                    <a:cubicBezTo>
                      <a:pt x="330" y="1"/>
                      <a:pt x="330" y="1"/>
                      <a:pt x="330" y="1"/>
                    </a:cubicBezTo>
                    <a:cubicBezTo>
                      <a:pt x="330" y="0"/>
                      <a:pt x="330" y="0"/>
                      <a:pt x="330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76" name="Freeform 241"/>
              <p:cNvSpPr>
                <a:spLocks noEditPoints="1"/>
              </p:cNvSpPr>
              <p:nvPr/>
            </p:nvSpPr>
            <p:spPr bwMode="auto">
              <a:xfrm>
                <a:off x="-6246811" y="4872033"/>
                <a:ext cx="920750" cy="4762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245" y="0"/>
                  </a:cxn>
                  <a:cxn ang="0">
                    <a:pos x="244" y="0"/>
                  </a:cxn>
                  <a:cxn ang="0">
                    <a:pos x="244" y="0"/>
                  </a:cxn>
                  <a:cxn ang="0">
                    <a:pos x="244" y="0"/>
                  </a:cxn>
                  <a:cxn ang="0">
                    <a:pos x="244" y="0"/>
                  </a:cxn>
                  <a:cxn ang="0">
                    <a:pos x="243" y="1"/>
                  </a:cxn>
                  <a:cxn ang="0">
                    <a:pos x="245" y="1"/>
                  </a:cxn>
                  <a:cxn ang="0">
                    <a:pos x="245" y="0"/>
                  </a:cxn>
                </a:cxnLst>
                <a:rect l="0" t="0" r="r" b="b"/>
                <a:pathLst>
                  <a:path w="245" h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moveTo>
                      <a:pt x="245" y="0"/>
                    </a:moveTo>
                    <a:cubicBezTo>
                      <a:pt x="244" y="0"/>
                      <a:pt x="244" y="0"/>
                      <a:pt x="244" y="0"/>
                    </a:cubicBezTo>
                    <a:cubicBezTo>
                      <a:pt x="244" y="0"/>
                      <a:pt x="244" y="0"/>
                      <a:pt x="244" y="0"/>
                    </a:cubicBezTo>
                    <a:cubicBezTo>
                      <a:pt x="244" y="0"/>
                      <a:pt x="244" y="0"/>
                      <a:pt x="244" y="0"/>
                    </a:cubicBezTo>
                    <a:cubicBezTo>
                      <a:pt x="244" y="0"/>
                      <a:pt x="244" y="0"/>
                      <a:pt x="244" y="0"/>
                    </a:cubicBezTo>
                    <a:cubicBezTo>
                      <a:pt x="244" y="0"/>
                      <a:pt x="244" y="0"/>
                      <a:pt x="243" y="1"/>
                    </a:cubicBezTo>
                    <a:cubicBezTo>
                      <a:pt x="245" y="1"/>
                      <a:pt x="245" y="1"/>
                      <a:pt x="245" y="1"/>
                    </a:cubicBezTo>
                    <a:cubicBezTo>
                      <a:pt x="245" y="0"/>
                      <a:pt x="245" y="0"/>
                      <a:pt x="245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77" name="Freeform 242"/>
              <p:cNvSpPr>
                <a:spLocks/>
              </p:cNvSpPr>
              <p:nvPr/>
            </p:nvSpPr>
            <p:spPr bwMode="auto">
              <a:xfrm>
                <a:off x="-5021261" y="4541833"/>
                <a:ext cx="7937" cy="3175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1" y="0"/>
                  </a:cxn>
                </a:cxnLst>
                <a:rect l="0" t="0" r="r" b="b"/>
                <a:pathLst>
                  <a:path w="2" h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1"/>
                      <a:pt x="1" y="0"/>
                      <a:pt x="1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78" name="Freeform 243"/>
              <p:cNvSpPr>
                <a:spLocks noEditPoints="1"/>
              </p:cNvSpPr>
              <p:nvPr/>
            </p:nvSpPr>
            <p:spPr bwMode="auto">
              <a:xfrm>
                <a:off x="-3781423" y="4541833"/>
                <a:ext cx="1409699" cy="3175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375" y="0"/>
                  </a:cxn>
                  <a:cxn ang="0">
                    <a:pos x="375" y="0"/>
                  </a:cxn>
                  <a:cxn ang="0">
                    <a:pos x="374" y="1"/>
                  </a:cxn>
                  <a:cxn ang="0">
                    <a:pos x="374" y="1"/>
                  </a:cxn>
                  <a:cxn ang="0">
                    <a:pos x="375" y="1"/>
                  </a:cxn>
                  <a:cxn ang="0">
                    <a:pos x="375" y="0"/>
                  </a:cxn>
                </a:cxnLst>
                <a:rect l="0" t="0" r="r" b="b"/>
                <a:pathLst>
                  <a:path w="375" h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moveTo>
                      <a:pt x="375" y="0"/>
                    </a:move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4" y="1"/>
                    </a:cubicBezTo>
                    <a:cubicBezTo>
                      <a:pt x="374" y="1"/>
                      <a:pt x="374" y="1"/>
                      <a:pt x="374" y="1"/>
                    </a:cubicBezTo>
                    <a:cubicBezTo>
                      <a:pt x="375" y="1"/>
                      <a:pt x="375" y="1"/>
                      <a:pt x="375" y="1"/>
                    </a:cubicBezTo>
                    <a:cubicBezTo>
                      <a:pt x="375" y="0"/>
                      <a:pt x="375" y="0"/>
                      <a:pt x="375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79" name="Freeform 244"/>
              <p:cNvSpPr>
                <a:spLocks/>
              </p:cNvSpPr>
              <p:nvPr/>
            </p:nvSpPr>
            <p:spPr bwMode="auto">
              <a:xfrm>
                <a:off x="-2176461" y="4541833"/>
                <a:ext cx="1587" cy="317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0" name="Freeform 245"/>
              <p:cNvSpPr>
                <a:spLocks/>
              </p:cNvSpPr>
              <p:nvPr/>
            </p:nvSpPr>
            <p:spPr bwMode="auto">
              <a:xfrm>
                <a:off x="-6310310" y="4541833"/>
                <a:ext cx="4762" cy="317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0" y="0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1" name="Freeform 246"/>
              <p:cNvSpPr>
                <a:spLocks noEditPoints="1"/>
              </p:cNvSpPr>
              <p:nvPr/>
            </p:nvSpPr>
            <p:spPr bwMode="auto">
              <a:xfrm>
                <a:off x="-4062411" y="3529009"/>
                <a:ext cx="3133723" cy="4762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834" y="0"/>
                  </a:cxn>
                  <a:cxn ang="0">
                    <a:pos x="832" y="0"/>
                  </a:cxn>
                  <a:cxn ang="0">
                    <a:pos x="833" y="1"/>
                  </a:cxn>
                  <a:cxn ang="0">
                    <a:pos x="834" y="1"/>
                  </a:cxn>
                  <a:cxn ang="0">
                    <a:pos x="834" y="0"/>
                  </a:cxn>
                </a:cxnLst>
                <a:rect l="0" t="0" r="r" b="b"/>
                <a:pathLst>
                  <a:path w="834" h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moveTo>
                      <a:pt x="834" y="0"/>
                    </a:moveTo>
                    <a:cubicBezTo>
                      <a:pt x="832" y="0"/>
                      <a:pt x="832" y="0"/>
                      <a:pt x="832" y="0"/>
                    </a:cubicBezTo>
                    <a:cubicBezTo>
                      <a:pt x="833" y="0"/>
                      <a:pt x="833" y="0"/>
                      <a:pt x="833" y="1"/>
                    </a:cubicBezTo>
                    <a:cubicBezTo>
                      <a:pt x="834" y="1"/>
                      <a:pt x="834" y="1"/>
                      <a:pt x="834" y="1"/>
                    </a:cubicBezTo>
                    <a:cubicBezTo>
                      <a:pt x="834" y="0"/>
                      <a:pt x="834" y="0"/>
                      <a:pt x="834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2" name="Freeform 247"/>
              <p:cNvSpPr>
                <a:spLocks noEditPoints="1"/>
              </p:cNvSpPr>
              <p:nvPr/>
            </p:nvSpPr>
            <p:spPr bwMode="auto">
              <a:xfrm>
                <a:off x="-6246811" y="3529009"/>
                <a:ext cx="2044699" cy="4762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2" y="0"/>
                  </a:cxn>
                  <a:cxn ang="0">
                    <a:pos x="544" y="0"/>
                  </a:cxn>
                  <a:cxn ang="0">
                    <a:pos x="543" y="0"/>
                  </a:cxn>
                  <a:cxn ang="0">
                    <a:pos x="543" y="1"/>
                  </a:cxn>
                  <a:cxn ang="0">
                    <a:pos x="544" y="1"/>
                  </a:cxn>
                  <a:cxn ang="0">
                    <a:pos x="544" y="0"/>
                  </a:cxn>
                </a:cxnLst>
                <a:rect l="0" t="0" r="r" b="b"/>
                <a:pathLst>
                  <a:path w="544" h="1">
                    <a:moveTo>
                      <a:pt x="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2" y="0"/>
                      <a:pt x="2" y="0"/>
                    </a:cubicBezTo>
                    <a:moveTo>
                      <a:pt x="544" y="0"/>
                    </a:moveTo>
                    <a:cubicBezTo>
                      <a:pt x="543" y="0"/>
                      <a:pt x="543" y="0"/>
                      <a:pt x="543" y="0"/>
                    </a:cubicBezTo>
                    <a:cubicBezTo>
                      <a:pt x="543" y="0"/>
                      <a:pt x="543" y="0"/>
                      <a:pt x="543" y="1"/>
                    </a:cubicBezTo>
                    <a:cubicBezTo>
                      <a:pt x="544" y="1"/>
                      <a:pt x="544" y="1"/>
                      <a:pt x="544" y="1"/>
                    </a:cubicBezTo>
                    <a:cubicBezTo>
                      <a:pt x="544" y="0"/>
                      <a:pt x="544" y="0"/>
                      <a:pt x="544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3" name="Freeform 248"/>
              <p:cNvSpPr>
                <a:spLocks/>
              </p:cNvSpPr>
              <p:nvPr/>
            </p:nvSpPr>
            <p:spPr bwMode="auto">
              <a:xfrm>
                <a:off x="-3690937" y="2784472"/>
                <a:ext cx="7937" cy="3175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0" y="0"/>
                  </a:cxn>
                  <a:cxn ang="0">
                    <a:pos x="0" y="2"/>
                  </a:cxn>
                  <a:cxn ang="0">
                    <a:pos x="2" y="2"/>
                  </a:cxn>
                  <a:cxn ang="0">
                    <a:pos x="5" y="0"/>
                  </a:cxn>
                  <a:cxn ang="0">
                    <a:pos x="5" y="0"/>
                  </a:cxn>
                </a:cxnLst>
                <a:rect l="0" t="0" r="r" b="b"/>
                <a:pathLst>
                  <a:path w="5" h="2">
                    <a:moveTo>
                      <a:pt x="5" y="0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5" y="0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4" name="Freeform 249"/>
              <p:cNvSpPr>
                <a:spLocks noEditPoints="1"/>
              </p:cNvSpPr>
              <p:nvPr/>
            </p:nvSpPr>
            <p:spPr bwMode="auto">
              <a:xfrm>
                <a:off x="-5837235" y="2784472"/>
                <a:ext cx="1316037" cy="3175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349" y="0"/>
                  </a:cxn>
                  <a:cxn ang="0">
                    <a:pos x="348" y="0"/>
                  </a:cxn>
                  <a:cxn ang="0">
                    <a:pos x="349" y="1"/>
                  </a:cxn>
                  <a:cxn ang="0">
                    <a:pos x="350" y="1"/>
                  </a:cxn>
                  <a:cxn ang="0">
                    <a:pos x="350" y="1"/>
                  </a:cxn>
                  <a:cxn ang="0">
                    <a:pos x="349" y="1"/>
                  </a:cxn>
                  <a:cxn ang="0">
                    <a:pos x="349" y="0"/>
                  </a:cxn>
                </a:cxnLst>
                <a:rect l="0" t="0" r="r" b="b"/>
                <a:pathLst>
                  <a:path w="350" h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moveTo>
                      <a:pt x="349" y="0"/>
                    </a:moveTo>
                    <a:cubicBezTo>
                      <a:pt x="348" y="0"/>
                      <a:pt x="348" y="0"/>
                      <a:pt x="348" y="0"/>
                    </a:cubicBezTo>
                    <a:cubicBezTo>
                      <a:pt x="349" y="1"/>
                      <a:pt x="349" y="1"/>
                      <a:pt x="349" y="1"/>
                    </a:cubicBezTo>
                    <a:cubicBezTo>
                      <a:pt x="350" y="1"/>
                      <a:pt x="350" y="1"/>
                      <a:pt x="350" y="1"/>
                    </a:cubicBezTo>
                    <a:cubicBezTo>
                      <a:pt x="350" y="1"/>
                      <a:pt x="350" y="1"/>
                      <a:pt x="350" y="1"/>
                    </a:cubicBezTo>
                    <a:cubicBezTo>
                      <a:pt x="349" y="1"/>
                      <a:pt x="349" y="1"/>
                      <a:pt x="349" y="1"/>
                    </a:cubicBezTo>
                    <a:cubicBezTo>
                      <a:pt x="349" y="0"/>
                      <a:pt x="349" y="0"/>
                      <a:pt x="349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5" name="Freeform 250"/>
              <p:cNvSpPr>
                <a:spLocks/>
              </p:cNvSpPr>
              <p:nvPr/>
            </p:nvSpPr>
            <p:spPr bwMode="auto">
              <a:xfrm>
                <a:off x="-3671886" y="2668584"/>
                <a:ext cx="3175" cy="3175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6" name="Freeform 251"/>
              <p:cNvSpPr>
                <a:spLocks/>
              </p:cNvSpPr>
              <p:nvPr/>
            </p:nvSpPr>
            <p:spPr bwMode="auto">
              <a:xfrm>
                <a:off x="-1308099" y="3146422"/>
                <a:ext cx="6350" cy="3175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0"/>
                  </a:cxn>
                  <a:cxn ang="0">
                    <a:pos x="1" y="1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7" name="Freeform 252"/>
              <p:cNvSpPr>
                <a:spLocks/>
              </p:cNvSpPr>
              <p:nvPr/>
            </p:nvSpPr>
            <p:spPr bwMode="auto">
              <a:xfrm>
                <a:off x="-5738810" y="2668584"/>
                <a:ext cx="3175" cy="3175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1"/>
                      <a:pt x="1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8" name="Freeform 253"/>
              <p:cNvSpPr>
                <a:spLocks noEditPoints="1"/>
              </p:cNvSpPr>
              <p:nvPr/>
            </p:nvSpPr>
            <p:spPr bwMode="auto">
              <a:xfrm>
                <a:off x="-5035547" y="4459284"/>
                <a:ext cx="1163637" cy="3175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310" y="0"/>
                  </a:cxn>
                  <a:cxn ang="0">
                    <a:pos x="309" y="0"/>
                  </a:cxn>
                  <a:cxn ang="0">
                    <a:pos x="309" y="1"/>
                  </a:cxn>
                  <a:cxn ang="0">
                    <a:pos x="310" y="1"/>
                  </a:cxn>
                  <a:cxn ang="0">
                    <a:pos x="310" y="0"/>
                  </a:cxn>
                </a:cxnLst>
                <a:rect l="0" t="0" r="r" b="b"/>
                <a:pathLst>
                  <a:path w="310" h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moveTo>
                      <a:pt x="310" y="0"/>
                    </a:moveTo>
                    <a:cubicBezTo>
                      <a:pt x="309" y="0"/>
                      <a:pt x="309" y="0"/>
                      <a:pt x="309" y="0"/>
                    </a:cubicBezTo>
                    <a:cubicBezTo>
                      <a:pt x="309" y="1"/>
                      <a:pt x="309" y="1"/>
                      <a:pt x="309" y="1"/>
                    </a:cubicBezTo>
                    <a:cubicBezTo>
                      <a:pt x="310" y="1"/>
                      <a:pt x="310" y="1"/>
                      <a:pt x="310" y="1"/>
                    </a:cubicBezTo>
                    <a:cubicBezTo>
                      <a:pt x="310" y="0"/>
                      <a:pt x="310" y="0"/>
                      <a:pt x="310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9" name="Freeform 254"/>
              <p:cNvSpPr>
                <a:spLocks noEditPoints="1"/>
              </p:cNvSpPr>
              <p:nvPr/>
            </p:nvSpPr>
            <p:spPr bwMode="auto">
              <a:xfrm>
                <a:off x="-3795710" y="4459284"/>
                <a:ext cx="1449387" cy="3175"/>
              </a:xfrm>
              <a:custGeom>
                <a:avLst/>
                <a:gdLst/>
                <a:ahLst/>
                <a:cxnLst>
                  <a:cxn ang="0">
                    <a:pos x="386" y="0"/>
                  </a:cxn>
                  <a:cxn ang="0">
                    <a:pos x="385" y="1"/>
                  </a:cxn>
                  <a:cxn ang="0">
                    <a:pos x="386" y="1"/>
                  </a:cxn>
                  <a:cxn ang="0">
                    <a:pos x="386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386" h="1">
                    <a:moveTo>
                      <a:pt x="386" y="0"/>
                    </a:moveTo>
                    <a:cubicBezTo>
                      <a:pt x="385" y="1"/>
                      <a:pt x="385" y="1"/>
                      <a:pt x="385" y="1"/>
                    </a:cubicBezTo>
                    <a:cubicBezTo>
                      <a:pt x="386" y="1"/>
                      <a:pt x="386" y="1"/>
                      <a:pt x="386" y="1"/>
                    </a:cubicBezTo>
                    <a:cubicBezTo>
                      <a:pt x="386" y="0"/>
                      <a:pt x="386" y="0"/>
                      <a:pt x="386" y="0"/>
                    </a:cubicBezTo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0" name="Freeform 255"/>
              <p:cNvSpPr>
                <a:spLocks noEditPoints="1"/>
              </p:cNvSpPr>
              <p:nvPr/>
            </p:nvSpPr>
            <p:spPr bwMode="auto">
              <a:xfrm>
                <a:off x="-2198687" y="4459284"/>
                <a:ext cx="1435100" cy="3175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382" y="0"/>
                  </a:cxn>
                  <a:cxn ang="0">
                    <a:pos x="381" y="0"/>
                  </a:cxn>
                  <a:cxn ang="0">
                    <a:pos x="381" y="1"/>
                  </a:cxn>
                  <a:cxn ang="0">
                    <a:pos x="382" y="1"/>
                  </a:cxn>
                  <a:cxn ang="0">
                    <a:pos x="382" y="0"/>
                  </a:cxn>
                </a:cxnLst>
                <a:rect l="0" t="0" r="r" b="b"/>
                <a:pathLst>
                  <a:path w="382" h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moveTo>
                      <a:pt x="382" y="0"/>
                    </a:moveTo>
                    <a:cubicBezTo>
                      <a:pt x="381" y="0"/>
                      <a:pt x="381" y="0"/>
                      <a:pt x="381" y="0"/>
                    </a:cubicBezTo>
                    <a:cubicBezTo>
                      <a:pt x="381" y="1"/>
                      <a:pt x="381" y="1"/>
                      <a:pt x="381" y="1"/>
                    </a:cubicBezTo>
                    <a:cubicBezTo>
                      <a:pt x="382" y="1"/>
                      <a:pt x="382" y="1"/>
                      <a:pt x="382" y="1"/>
                    </a:cubicBezTo>
                    <a:cubicBezTo>
                      <a:pt x="382" y="0"/>
                      <a:pt x="382" y="0"/>
                      <a:pt x="382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1" name="Freeform 256"/>
              <p:cNvSpPr>
                <a:spLocks noEditPoints="1"/>
              </p:cNvSpPr>
              <p:nvPr/>
            </p:nvSpPr>
            <p:spPr bwMode="auto">
              <a:xfrm>
                <a:off x="-6316660" y="4459284"/>
                <a:ext cx="1168399" cy="3175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311" y="0"/>
                  </a:cxn>
                  <a:cxn ang="0">
                    <a:pos x="311" y="0"/>
                  </a:cxn>
                  <a:cxn ang="0">
                    <a:pos x="310" y="1"/>
                  </a:cxn>
                  <a:cxn ang="0">
                    <a:pos x="311" y="1"/>
                  </a:cxn>
                  <a:cxn ang="0">
                    <a:pos x="311" y="0"/>
                  </a:cxn>
                </a:cxnLst>
                <a:rect l="0" t="0" r="r" b="b"/>
                <a:pathLst>
                  <a:path w="311" h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moveTo>
                      <a:pt x="311" y="0"/>
                    </a:moveTo>
                    <a:cubicBezTo>
                      <a:pt x="311" y="0"/>
                      <a:pt x="311" y="0"/>
                      <a:pt x="311" y="0"/>
                    </a:cubicBezTo>
                    <a:cubicBezTo>
                      <a:pt x="311" y="0"/>
                      <a:pt x="311" y="1"/>
                      <a:pt x="310" y="1"/>
                    </a:cubicBezTo>
                    <a:cubicBezTo>
                      <a:pt x="311" y="1"/>
                      <a:pt x="311" y="1"/>
                      <a:pt x="311" y="1"/>
                    </a:cubicBezTo>
                    <a:cubicBezTo>
                      <a:pt x="311" y="0"/>
                      <a:pt x="311" y="0"/>
                      <a:pt x="311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2" name="Freeform 257"/>
              <p:cNvSpPr>
                <a:spLocks noEditPoints="1"/>
              </p:cNvSpPr>
              <p:nvPr/>
            </p:nvSpPr>
            <p:spPr bwMode="auto">
              <a:xfrm>
                <a:off x="-6211885" y="5200645"/>
                <a:ext cx="747713" cy="317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0"/>
                  </a:cxn>
                  <a:cxn ang="0">
                    <a:pos x="199" y="0"/>
                  </a:cxn>
                  <a:cxn ang="0">
                    <a:pos x="198" y="0"/>
                  </a:cxn>
                  <a:cxn ang="0">
                    <a:pos x="198" y="1"/>
                  </a:cxn>
                  <a:cxn ang="0">
                    <a:pos x="199" y="1"/>
                  </a:cxn>
                  <a:cxn ang="0">
                    <a:pos x="199" y="0"/>
                  </a:cxn>
                </a:cxnLst>
                <a:rect l="0" t="0" r="r" b="b"/>
                <a:pathLst>
                  <a:path w="199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moveTo>
                      <a:pt x="199" y="0"/>
                    </a:moveTo>
                    <a:cubicBezTo>
                      <a:pt x="198" y="0"/>
                      <a:pt x="198" y="0"/>
                      <a:pt x="198" y="0"/>
                    </a:cubicBezTo>
                    <a:cubicBezTo>
                      <a:pt x="198" y="1"/>
                      <a:pt x="198" y="1"/>
                      <a:pt x="198" y="1"/>
                    </a:cubicBezTo>
                    <a:cubicBezTo>
                      <a:pt x="199" y="1"/>
                      <a:pt x="199" y="1"/>
                      <a:pt x="199" y="1"/>
                    </a:cubicBezTo>
                    <a:cubicBezTo>
                      <a:pt x="199" y="0"/>
                      <a:pt x="199" y="0"/>
                      <a:pt x="199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3" name="Freeform 258"/>
              <p:cNvSpPr>
                <a:spLocks noEditPoints="1"/>
              </p:cNvSpPr>
              <p:nvPr/>
            </p:nvSpPr>
            <p:spPr bwMode="auto">
              <a:xfrm>
                <a:off x="-4837110" y="5200645"/>
                <a:ext cx="739774" cy="3175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197" y="0"/>
                  </a:cxn>
                  <a:cxn ang="0">
                    <a:pos x="196" y="0"/>
                  </a:cxn>
                  <a:cxn ang="0">
                    <a:pos x="196" y="1"/>
                  </a:cxn>
                  <a:cxn ang="0">
                    <a:pos x="197" y="1"/>
                  </a:cxn>
                  <a:cxn ang="0">
                    <a:pos x="197" y="0"/>
                  </a:cxn>
                </a:cxnLst>
                <a:rect l="0" t="0" r="r" b="b"/>
                <a:pathLst>
                  <a:path w="197" h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moveTo>
                      <a:pt x="197" y="0"/>
                    </a:move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"/>
                      <a:pt x="196" y="1"/>
                      <a:pt x="196" y="1"/>
                    </a:cubicBezTo>
                    <a:cubicBezTo>
                      <a:pt x="197" y="1"/>
                      <a:pt x="197" y="1"/>
                      <a:pt x="197" y="1"/>
                    </a:cubicBezTo>
                    <a:cubicBezTo>
                      <a:pt x="197" y="0"/>
                      <a:pt x="197" y="0"/>
                      <a:pt x="197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4" name="Freeform 259"/>
              <p:cNvSpPr>
                <a:spLocks noEditPoints="1"/>
              </p:cNvSpPr>
              <p:nvPr/>
            </p:nvSpPr>
            <p:spPr bwMode="auto">
              <a:xfrm>
                <a:off x="-3594098" y="5200645"/>
                <a:ext cx="928687" cy="3175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247" y="0"/>
                  </a:cxn>
                  <a:cxn ang="0">
                    <a:pos x="246" y="0"/>
                  </a:cxn>
                  <a:cxn ang="0">
                    <a:pos x="246" y="1"/>
                  </a:cxn>
                  <a:cxn ang="0">
                    <a:pos x="247" y="1"/>
                  </a:cxn>
                  <a:cxn ang="0">
                    <a:pos x="247" y="0"/>
                  </a:cxn>
                </a:cxnLst>
                <a:rect l="0" t="0" r="r" b="b"/>
                <a:pathLst>
                  <a:path w="247" h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moveTo>
                      <a:pt x="247" y="0"/>
                    </a:moveTo>
                    <a:cubicBezTo>
                      <a:pt x="246" y="0"/>
                      <a:pt x="246" y="0"/>
                      <a:pt x="246" y="0"/>
                    </a:cubicBezTo>
                    <a:cubicBezTo>
                      <a:pt x="246" y="1"/>
                      <a:pt x="246" y="1"/>
                      <a:pt x="246" y="1"/>
                    </a:cubicBezTo>
                    <a:cubicBezTo>
                      <a:pt x="247" y="1"/>
                      <a:pt x="247" y="1"/>
                      <a:pt x="247" y="1"/>
                    </a:cubicBezTo>
                    <a:cubicBezTo>
                      <a:pt x="247" y="0"/>
                      <a:pt x="247" y="0"/>
                      <a:pt x="247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5" name="Freeform 260"/>
              <p:cNvSpPr>
                <a:spLocks noEditPoints="1"/>
              </p:cNvSpPr>
              <p:nvPr/>
            </p:nvSpPr>
            <p:spPr bwMode="auto">
              <a:xfrm>
                <a:off x="-1879599" y="5200645"/>
                <a:ext cx="968374" cy="3175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1" y="0"/>
                  </a:cxn>
                  <a:cxn ang="0">
                    <a:pos x="258" y="0"/>
                  </a:cxn>
                  <a:cxn ang="0">
                    <a:pos x="258" y="0"/>
                  </a:cxn>
                  <a:cxn ang="0">
                    <a:pos x="257" y="1"/>
                  </a:cxn>
                  <a:cxn ang="0">
                    <a:pos x="258" y="1"/>
                  </a:cxn>
                  <a:cxn ang="0">
                    <a:pos x="258" y="0"/>
                  </a:cxn>
                </a:cxnLst>
                <a:rect l="0" t="0" r="r" b="b"/>
                <a:pathLst>
                  <a:path w="258" h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0"/>
                      <a:pt x="1" y="0"/>
                    </a:cubicBezTo>
                    <a:moveTo>
                      <a:pt x="258" y="0"/>
                    </a:moveTo>
                    <a:cubicBezTo>
                      <a:pt x="258" y="0"/>
                      <a:pt x="258" y="0"/>
                      <a:pt x="258" y="0"/>
                    </a:cubicBezTo>
                    <a:cubicBezTo>
                      <a:pt x="257" y="1"/>
                      <a:pt x="257" y="1"/>
                      <a:pt x="257" y="1"/>
                    </a:cubicBezTo>
                    <a:cubicBezTo>
                      <a:pt x="258" y="1"/>
                      <a:pt x="258" y="1"/>
                      <a:pt x="258" y="1"/>
                    </a:cubicBezTo>
                    <a:cubicBezTo>
                      <a:pt x="258" y="0"/>
                      <a:pt x="258" y="0"/>
                      <a:pt x="258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6" name="Freeform 261"/>
              <p:cNvSpPr>
                <a:spLocks noEditPoints="1"/>
              </p:cNvSpPr>
              <p:nvPr/>
            </p:nvSpPr>
            <p:spPr bwMode="auto">
              <a:xfrm>
                <a:off x="-6175372" y="5319708"/>
                <a:ext cx="631824" cy="158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68" y="0"/>
                  </a:cxn>
                  <a:cxn ang="0">
                    <a:pos x="168" y="0"/>
                  </a:cxn>
                  <a:cxn ang="0">
                    <a:pos x="168" y="0"/>
                  </a:cxn>
                  <a:cxn ang="0">
                    <a:pos x="168" y="0"/>
                  </a:cxn>
                  <a:cxn ang="0">
                    <a:pos x="168" y="0"/>
                  </a:cxn>
                </a:cxnLst>
                <a:rect l="0" t="0" r="r" b="b"/>
                <a:pathLst>
                  <a:path w="168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moveTo>
                      <a:pt x="168" y="0"/>
                    </a:moveTo>
                    <a:cubicBezTo>
                      <a:pt x="168" y="0"/>
                      <a:pt x="168" y="0"/>
                      <a:pt x="168" y="0"/>
                    </a:cubicBezTo>
                    <a:cubicBezTo>
                      <a:pt x="168" y="0"/>
                      <a:pt x="168" y="0"/>
                      <a:pt x="168" y="0"/>
                    </a:cubicBezTo>
                    <a:cubicBezTo>
                      <a:pt x="168" y="0"/>
                      <a:pt x="168" y="0"/>
                      <a:pt x="168" y="0"/>
                    </a:cubicBezTo>
                    <a:cubicBezTo>
                      <a:pt x="168" y="0"/>
                      <a:pt x="168" y="0"/>
                      <a:pt x="168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7" name="Freeform 262"/>
              <p:cNvSpPr>
                <a:spLocks noEditPoints="1"/>
              </p:cNvSpPr>
              <p:nvPr/>
            </p:nvSpPr>
            <p:spPr bwMode="auto">
              <a:xfrm>
                <a:off x="-4779960" y="5324470"/>
                <a:ext cx="627063" cy="317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0" y="0"/>
                  </a:cxn>
                  <a:cxn ang="0">
                    <a:pos x="167" y="0"/>
                  </a:cxn>
                  <a:cxn ang="0">
                    <a:pos x="167" y="0"/>
                  </a:cxn>
                  <a:cxn ang="0">
                    <a:pos x="166" y="1"/>
                  </a:cxn>
                  <a:cxn ang="0">
                    <a:pos x="167" y="1"/>
                  </a:cxn>
                  <a:cxn ang="0">
                    <a:pos x="167" y="0"/>
                  </a:cxn>
                </a:cxnLst>
                <a:rect l="0" t="0" r="r" b="b"/>
                <a:pathLst>
                  <a:path w="167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0" y="0"/>
                    </a:cubicBezTo>
                    <a:moveTo>
                      <a:pt x="167" y="0"/>
                    </a:moveTo>
                    <a:cubicBezTo>
                      <a:pt x="167" y="0"/>
                      <a:pt x="167" y="0"/>
                      <a:pt x="167" y="0"/>
                    </a:cubicBezTo>
                    <a:cubicBezTo>
                      <a:pt x="166" y="1"/>
                      <a:pt x="166" y="1"/>
                      <a:pt x="166" y="1"/>
                    </a:cubicBezTo>
                    <a:cubicBezTo>
                      <a:pt x="167" y="1"/>
                      <a:pt x="167" y="1"/>
                      <a:pt x="167" y="1"/>
                    </a:cubicBezTo>
                    <a:cubicBezTo>
                      <a:pt x="167" y="0"/>
                      <a:pt x="167" y="0"/>
                      <a:pt x="167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8" name="Freeform 263"/>
              <p:cNvSpPr>
                <a:spLocks noEditPoints="1"/>
              </p:cNvSpPr>
              <p:nvPr/>
            </p:nvSpPr>
            <p:spPr bwMode="auto">
              <a:xfrm>
                <a:off x="-3536948" y="5324470"/>
                <a:ext cx="792163" cy="317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0" y="0"/>
                  </a:cxn>
                  <a:cxn ang="0">
                    <a:pos x="211" y="0"/>
                  </a:cxn>
                  <a:cxn ang="0">
                    <a:pos x="210" y="0"/>
                  </a:cxn>
                  <a:cxn ang="0">
                    <a:pos x="210" y="1"/>
                  </a:cxn>
                  <a:cxn ang="0">
                    <a:pos x="211" y="1"/>
                  </a:cxn>
                  <a:cxn ang="0">
                    <a:pos x="211" y="0"/>
                  </a:cxn>
                </a:cxnLst>
                <a:rect l="0" t="0" r="r" b="b"/>
                <a:pathLst>
                  <a:path w="211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0" y="0"/>
                    </a:cubicBezTo>
                    <a:moveTo>
                      <a:pt x="211" y="0"/>
                    </a:moveTo>
                    <a:cubicBezTo>
                      <a:pt x="210" y="0"/>
                      <a:pt x="210" y="0"/>
                      <a:pt x="210" y="0"/>
                    </a:cubicBezTo>
                    <a:cubicBezTo>
                      <a:pt x="210" y="1"/>
                      <a:pt x="210" y="1"/>
                      <a:pt x="210" y="1"/>
                    </a:cubicBezTo>
                    <a:cubicBezTo>
                      <a:pt x="211" y="1"/>
                      <a:pt x="211" y="1"/>
                      <a:pt x="211" y="1"/>
                    </a:cubicBezTo>
                    <a:cubicBezTo>
                      <a:pt x="211" y="0"/>
                      <a:pt x="211" y="0"/>
                      <a:pt x="211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9" name="Freeform 264"/>
              <p:cNvSpPr>
                <a:spLocks/>
              </p:cNvSpPr>
              <p:nvPr/>
            </p:nvSpPr>
            <p:spPr bwMode="auto">
              <a:xfrm>
                <a:off x="-1766887" y="5324470"/>
                <a:ext cx="7937" cy="3175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1" y="0"/>
                  </a:cxn>
                </a:cxnLst>
                <a:rect l="0" t="0" r="r" b="b"/>
                <a:pathLst>
                  <a:path w="2" h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1"/>
                      <a:pt x="1" y="1"/>
                      <a:pt x="1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00" name="Freeform 265"/>
              <p:cNvSpPr>
                <a:spLocks noEditPoints="1"/>
              </p:cNvSpPr>
              <p:nvPr/>
            </p:nvSpPr>
            <p:spPr bwMode="auto">
              <a:xfrm>
                <a:off x="-6343647" y="3965572"/>
                <a:ext cx="5591173" cy="4762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1488" y="0"/>
                  </a:cxn>
                  <a:cxn ang="0">
                    <a:pos x="1487" y="0"/>
                  </a:cxn>
                  <a:cxn ang="0">
                    <a:pos x="1487" y="1"/>
                  </a:cxn>
                  <a:cxn ang="0">
                    <a:pos x="1488" y="1"/>
                  </a:cxn>
                  <a:cxn ang="0">
                    <a:pos x="1488" y="0"/>
                  </a:cxn>
                </a:cxnLst>
                <a:rect l="0" t="0" r="r" b="b"/>
                <a:pathLst>
                  <a:path w="1488" h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moveTo>
                      <a:pt x="1488" y="0"/>
                    </a:moveTo>
                    <a:cubicBezTo>
                      <a:pt x="1487" y="0"/>
                      <a:pt x="1487" y="0"/>
                      <a:pt x="1487" y="0"/>
                    </a:cubicBezTo>
                    <a:cubicBezTo>
                      <a:pt x="1487" y="1"/>
                      <a:pt x="1487" y="1"/>
                      <a:pt x="1487" y="1"/>
                    </a:cubicBezTo>
                    <a:cubicBezTo>
                      <a:pt x="1488" y="1"/>
                      <a:pt x="1488" y="1"/>
                      <a:pt x="1488" y="1"/>
                    </a:cubicBezTo>
                    <a:cubicBezTo>
                      <a:pt x="1488" y="0"/>
                      <a:pt x="1488" y="0"/>
                      <a:pt x="1488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01" name="Freeform 266"/>
              <p:cNvSpPr>
                <a:spLocks noEditPoints="1"/>
              </p:cNvSpPr>
              <p:nvPr/>
            </p:nvSpPr>
            <p:spPr bwMode="auto">
              <a:xfrm>
                <a:off x="-6264273" y="3581397"/>
                <a:ext cx="2073274" cy="4762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552" y="0"/>
                  </a:cxn>
                  <a:cxn ang="0">
                    <a:pos x="551" y="0"/>
                  </a:cxn>
                  <a:cxn ang="0">
                    <a:pos x="551" y="1"/>
                  </a:cxn>
                  <a:cxn ang="0">
                    <a:pos x="552" y="1"/>
                  </a:cxn>
                  <a:cxn ang="0">
                    <a:pos x="552" y="0"/>
                  </a:cxn>
                </a:cxnLst>
                <a:rect l="0" t="0" r="r" b="b"/>
                <a:pathLst>
                  <a:path w="552" h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moveTo>
                      <a:pt x="552" y="0"/>
                    </a:moveTo>
                    <a:cubicBezTo>
                      <a:pt x="551" y="0"/>
                      <a:pt x="551" y="0"/>
                      <a:pt x="551" y="0"/>
                    </a:cubicBezTo>
                    <a:cubicBezTo>
                      <a:pt x="551" y="0"/>
                      <a:pt x="551" y="0"/>
                      <a:pt x="551" y="1"/>
                    </a:cubicBezTo>
                    <a:cubicBezTo>
                      <a:pt x="552" y="1"/>
                      <a:pt x="552" y="1"/>
                      <a:pt x="552" y="1"/>
                    </a:cubicBezTo>
                    <a:cubicBezTo>
                      <a:pt x="552" y="0"/>
                      <a:pt x="552" y="0"/>
                      <a:pt x="552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02" name="Freeform 267"/>
              <p:cNvSpPr>
                <a:spLocks noEditPoints="1"/>
              </p:cNvSpPr>
              <p:nvPr/>
            </p:nvSpPr>
            <p:spPr bwMode="auto">
              <a:xfrm>
                <a:off x="-4078287" y="3581397"/>
                <a:ext cx="3182937" cy="4762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847" y="0"/>
                  </a:cxn>
                  <a:cxn ang="0">
                    <a:pos x="846" y="0"/>
                  </a:cxn>
                  <a:cxn ang="0">
                    <a:pos x="846" y="1"/>
                  </a:cxn>
                  <a:cxn ang="0">
                    <a:pos x="847" y="1"/>
                  </a:cxn>
                  <a:cxn ang="0">
                    <a:pos x="847" y="0"/>
                  </a:cxn>
                </a:cxnLst>
                <a:rect l="0" t="0" r="r" b="b"/>
                <a:pathLst>
                  <a:path w="847" h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moveTo>
                      <a:pt x="847" y="0"/>
                    </a:moveTo>
                    <a:cubicBezTo>
                      <a:pt x="846" y="0"/>
                      <a:pt x="846" y="0"/>
                      <a:pt x="846" y="0"/>
                    </a:cubicBezTo>
                    <a:cubicBezTo>
                      <a:pt x="846" y="0"/>
                      <a:pt x="846" y="0"/>
                      <a:pt x="846" y="1"/>
                    </a:cubicBezTo>
                    <a:cubicBezTo>
                      <a:pt x="847" y="1"/>
                      <a:pt x="847" y="1"/>
                      <a:pt x="847" y="1"/>
                    </a:cubicBezTo>
                    <a:cubicBezTo>
                      <a:pt x="847" y="0"/>
                      <a:pt x="847" y="0"/>
                      <a:pt x="847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03" name="Freeform 268"/>
              <p:cNvSpPr>
                <a:spLocks/>
              </p:cNvSpPr>
              <p:nvPr/>
            </p:nvSpPr>
            <p:spPr bwMode="auto">
              <a:xfrm>
                <a:off x="-3833811" y="4089396"/>
                <a:ext cx="3175" cy="158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1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04" name="Freeform 269"/>
              <p:cNvSpPr>
                <a:spLocks/>
              </p:cNvSpPr>
              <p:nvPr/>
            </p:nvSpPr>
            <p:spPr bwMode="auto">
              <a:xfrm>
                <a:off x="-2270125" y="4044946"/>
                <a:ext cx="3175" cy="158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2" y="0"/>
                  </a:cxn>
                  <a:cxn ang="0">
                    <a:pos x="2" y="0"/>
                  </a:cxn>
                  <a:cxn ang="0">
                    <a:pos x="2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05" name="Freeform 270"/>
              <p:cNvSpPr>
                <a:spLocks/>
              </p:cNvSpPr>
              <p:nvPr/>
            </p:nvSpPr>
            <p:spPr bwMode="auto">
              <a:xfrm>
                <a:off x="-1301749" y="3146422"/>
                <a:ext cx="7937" cy="3175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2" y="1"/>
                  </a:cxn>
                  <a:cxn ang="0">
                    <a:pos x="1" y="0"/>
                  </a:cxn>
                </a:cxnLst>
                <a:rect l="0" t="0" r="r" b="b"/>
                <a:pathLst>
                  <a:path w="2" h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1"/>
                      <a:pt x="1" y="0"/>
                      <a:pt x="1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06" name="Freeform 271"/>
              <p:cNvSpPr>
                <a:spLocks/>
              </p:cNvSpPr>
              <p:nvPr/>
            </p:nvSpPr>
            <p:spPr bwMode="auto">
              <a:xfrm>
                <a:off x="-4138612" y="3890960"/>
                <a:ext cx="7937" cy="3175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2" y="0"/>
                  </a:cxn>
                  <a:cxn ang="0">
                    <a:pos x="2" y="0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07" name="Freeform 272"/>
              <p:cNvSpPr>
                <a:spLocks/>
              </p:cNvSpPr>
              <p:nvPr/>
            </p:nvSpPr>
            <p:spPr bwMode="auto">
              <a:xfrm>
                <a:off x="-5076823" y="4003671"/>
                <a:ext cx="3175" cy="158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2" y="0"/>
                  </a:cxn>
                  <a:cxn ang="0">
                    <a:pos x="2" y="0"/>
                  </a:cxn>
                  <a:cxn ang="0">
                    <a:pos x="2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08" name="Freeform 273"/>
              <p:cNvSpPr>
                <a:spLocks/>
              </p:cNvSpPr>
              <p:nvPr/>
            </p:nvSpPr>
            <p:spPr bwMode="auto">
              <a:xfrm>
                <a:off x="-4529137" y="2784471"/>
                <a:ext cx="7937" cy="317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2" y="1"/>
                  </a:cxn>
                  <a:cxn ang="0">
                    <a:pos x="2" y="0"/>
                  </a:cxn>
                  <a:cxn ang="0">
                    <a:pos x="2" y="0"/>
                  </a:cxn>
                  <a:cxn ang="0">
                    <a:pos x="0" y="0"/>
                  </a:cxn>
                </a:cxnLst>
                <a:rect l="0" t="0" r="r" b="b"/>
                <a:pathLst>
                  <a:path w="2" h="1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09" name="Freeform 274"/>
              <p:cNvSpPr>
                <a:spLocks/>
              </p:cNvSpPr>
              <p:nvPr/>
            </p:nvSpPr>
            <p:spPr bwMode="auto">
              <a:xfrm>
                <a:off x="-4524373" y="2784471"/>
                <a:ext cx="3175" cy="3175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10" name="Freeform 275"/>
              <p:cNvSpPr>
                <a:spLocks/>
              </p:cNvSpPr>
              <p:nvPr/>
            </p:nvSpPr>
            <p:spPr bwMode="auto">
              <a:xfrm>
                <a:off x="-4341811" y="2784471"/>
                <a:ext cx="4762" cy="317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11" name="Freeform 276"/>
              <p:cNvSpPr>
                <a:spLocks noEditPoints="1"/>
              </p:cNvSpPr>
              <p:nvPr/>
            </p:nvSpPr>
            <p:spPr bwMode="auto">
              <a:xfrm>
                <a:off x="-6035672" y="3149597"/>
                <a:ext cx="1660524" cy="3175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442" y="0"/>
                  </a:cxn>
                  <a:cxn ang="0">
                    <a:pos x="442" y="0"/>
                  </a:cxn>
                  <a:cxn ang="0">
                    <a:pos x="442" y="1"/>
                  </a:cxn>
                  <a:cxn ang="0">
                    <a:pos x="442" y="1"/>
                  </a:cxn>
                  <a:cxn ang="0">
                    <a:pos x="442" y="0"/>
                  </a:cxn>
                </a:cxnLst>
                <a:rect l="0" t="0" r="r" b="b"/>
                <a:pathLst>
                  <a:path w="442" h="1">
                    <a:moveTo>
                      <a:pt x="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moveTo>
                      <a:pt x="442" y="0"/>
                    </a:moveTo>
                    <a:cubicBezTo>
                      <a:pt x="442" y="0"/>
                      <a:pt x="442" y="0"/>
                      <a:pt x="442" y="0"/>
                    </a:cubicBezTo>
                    <a:cubicBezTo>
                      <a:pt x="442" y="0"/>
                      <a:pt x="442" y="0"/>
                      <a:pt x="442" y="1"/>
                    </a:cubicBezTo>
                    <a:cubicBezTo>
                      <a:pt x="442" y="1"/>
                      <a:pt x="442" y="1"/>
                      <a:pt x="442" y="1"/>
                    </a:cubicBezTo>
                    <a:cubicBezTo>
                      <a:pt x="442" y="0"/>
                      <a:pt x="442" y="0"/>
                      <a:pt x="442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12" name="Freeform 277"/>
              <p:cNvSpPr>
                <a:spLocks/>
              </p:cNvSpPr>
              <p:nvPr/>
            </p:nvSpPr>
            <p:spPr bwMode="auto">
              <a:xfrm>
                <a:off x="-1304924" y="3149597"/>
                <a:ext cx="7937" cy="3175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0"/>
                  </a:cxn>
                  <a:cxn ang="0">
                    <a:pos x="1" y="1"/>
                  </a:cxn>
                  <a:cxn ang="0">
                    <a:pos x="2" y="1"/>
                  </a:cxn>
                  <a:cxn ang="0">
                    <a:pos x="2" y="0"/>
                  </a:cxn>
                  <a:cxn ang="0">
                    <a:pos x="2" y="0"/>
                  </a:cxn>
                  <a:cxn ang="0">
                    <a:pos x="1" y="0"/>
                  </a:cxn>
                </a:cxnLst>
                <a:rect l="0" t="0" r="r" b="b"/>
                <a:pathLst>
                  <a:path w="2" h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1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13" name="Freeform 278"/>
              <p:cNvSpPr>
                <a:spLocks/>
              </p:cNvSpPr>
              <p:nvPr/>
            </p:nvSpPr>
            <p:spPr bwMode="auto">
              <a:xfrm>
                <a:off x="-1301749" y="3149597"/>
                <a:ext cx="4762" cy="158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14" name="Freeform 279"/>
              <p:cNvSpPr>
                <a:spLocks/>
              </p:cNvSpPr>
              <p:nvPr/>
            </p:nvSpPr>
            <p:spPr bwMode="auto">
              <a:xfrm>
                <a:off x="-3871911" y="3149597"/>
                <a:ext cx="4762" cy="3175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1" y="0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15" name="Freeform 280"/>
              <p:cNvSpPr>
                <a:spLocks/>
              </p:cNvSpPr>
              <p:nvPr/>
            </p:nvSpPr>
            <p:spPr bwMode="auto">
              <a:xfrm>
                <a:off x="-5675310" y="2592385"/>
                <a:ext cx="1612899" cy="2509835"/>
              </a:xfrm>
              <a:custGeom>
                <a:avLst/>
                <a:gdLst/>
                <a:ahLst/>
                <a:cxnLst>
                  <a:cxn ang="0">
                    <a:pos x="104" y="6"/>
                  </a:cxn>
                  <a:cxn ang="0">
                    <a:pos x="177" y="34"/>
                  </a:cxn>
                  <a:cxn ang="0">
                    <a:pos x="216" y="87"/>
                  </a:cxn>
                  <a:cxn ang="0">
                    <a:pos x="211" y="41"/>
                  </a:cxn>
                  <a:cxn ang="0">
                    <a:pos x="238" y="57"/>
                  </a:cxn>
                  <a:cxn ang="0">
                    <a:pos x="242" y="47"/>
                  </a:cxn>
                  <a:cxn ang="0">
                    <a:pos x="276" y="86"/>
                  </a:cxn>
                  <a:cxn ang="0">
                    <a:pos x="257" y="108"/>
                  </a:cxn>
                  <a:cxn ang="0">
                    <a:pos x="269" y="119"/>
                  </a:cxn>
                  <a:cxn ang="0">
                    <a:pos x="236" y="155"/>
                  </a:cxn>
                  <a:cxn ang="0">
                    <a:pos x="229" y="230"/>
                  </a:cxn>
                  <a:cxn ang="0">
                    <a:pos x="230" y="230"/>
                  </a:cxn>
                  <a:cxn ang="0">
                    <a:pos x="225" y="221"/>
                  </a:cxn>
                  <a:cxn ang="0">
                    <a:pos x="177" y="269"/>
                  </a:cxn>
                  <a:cxn ang="0">
                    <a:pos x="201" y="277"/>
                  </a:cxn>
                  <a:cxn ang="0">
                    <a:pos x="215" y="282"/>
                  </a:cxn>
                  <a:cxn ang="0">
                    <a:pos x="225" y="313"/>
                  </a:cxn>
                  <a:cxn ang="0">
                    <a:pos x="319" y="323"/>
                  </a:cxn>
                  <a:cxn ang="0">
                    <a:pos x="378" y="381"/>
                  </a:cxn>
                  <a:cxn ang="0">
                    <a:pos x="301" y="662"/>
                  </a:cxn>
                  <a:cxn ang="0">
                    <a:pos x="303" y="663"/>
                  </a:cxn>
                  <a:cxn ang="0">
                    <a:pos x="303" y="663"/>
                  </a:cxn>
                  <a:cxn ang="0">
                    <a:pos x="250" y="346"/>
                  </a:cxn>
                  <a:cxn ang="0">
                    <a:pos x="203" y="293"/>
                  </a:cxn>
                  <a:cxn ang="0">
                    <a:pos x="112" y="200"/>
                  </a:cxn>
                  <a:cxn ang="0">
                    <a:pos x="118" y="241"/>
                  </a:cxn>
                  <a:cxn ang="0">
                    <a:pos x="117" y="239"/>
                  </a:cxn>
                  <a:cxn ang="0">
                    <a:pos x="120" y="239"/>
                  </a:cxn>
                  <a:cxn ang="0">
                    <a:pos x="63" y="48"/>
                  </a:cxn>
                  <a:cxn ang="0">
                    <a:pos x="3" y="64"/>
                  </a:cxn>
                  <a:cxn ang="0">
                    <a:pos x="5" y="65"/>
                  </a:cxn>
                  <a:cxn ang="0">
                    <a:pos x="9" y="43"/>
                  </a:cxn>
                  <a:cxn ang="0">
                    <a:pos x="6" y="35"/>
                  </a:cxn>
                  <a:cxn ang="0">
                    <a:pos x="0" y="65"/>
                  </a:cxn>
                  <a:cxn ang="0">
                    <a:pos x="66" y="52"/>
                  </a:cxn>
                  <a:cxn ang="0">
                    <a:pos x="117" y="243"/>
                  </a:cxn>
                  <a:cxn ang="0">
                    <a:pos x="110" y="201"/>
                  </a:cxn>
                  <a:cxn ang="0">
                    <a:pos x="109" y="201"/>
                  </a:cxn>
                  <a:cxn ang="0">
                    <a:pos x="129" y="238"/>
                  </a:cxn>
                  <a:cxn ang="0">
                    <a:pos x="218" y="323"/>
                  </a:cxn>
                  <a:cxn ang="0">
                    <a:pos x="237" y="397"/>
                  </a:cxn>
                  <a:cxn ang="0">
                    <a:pos x="306" y="662"/>
                  </a:cxn>
                  <a:cxn ang="0">
                    <a:pos x="378" y="377"/>
                  </a:cxn>
                  <a:cxn ang="0">
                    <a:pos x="320" y="319"/>
                  </a:cxn>
                  <a:cxn ang="0">
                    <a:pos x="229" y="311"/>
                  </a:cxn>
                  <a:cxn ang="0">
                    <a:pos x="211" y="280"/>
                  </a:cxn>
                  <a:cxn ang="0">
                    <a:pos x="192" y="260"/>
                  </a:cxn>
                  <a:cxn ang="0">
                    <a:pos x="216" y="212"/>
                  </a:cxn>
                  <a:cxn ang="0">
                    <a:pos x="233" y="219"/>
                  </a:cxn>
                  <a:cxn ang="0">
                    <a:pos x="261" y="123"/>
                  </a:cxn>
                  <a:cxn ang="0">
                    <a:pos x="254" y="105"/>
                  </a:cxn>
                  <a:cxn ang="0">
                    <a:pos x="255" y="106"/>
                  </a:cxn>
                  <a:cxn ang="0">
                    <a:pos x="242" y="43"/>
                  </a:cxn>
                  <a:cxn ang="0">
                    <a:pos x="207" y="44"/>
                  </a:cxn>
                  <a:cxn ang="0">
                    <a:pos x="213" y="88"/>
                  </a:cxn>
                  <a:cxn ang="0">
                    <a:pos x="214" y="89"/>
                  </a:cxn>
                  <a:cxn ang="0">
                    <a:pos x="177" y="47"/>
                  </a:cxn>
                  <a:cxn ang="0">
                    <a:pos x="108" y="1"/>
                  </a:cxn>
                  <a:cxn ang="0">
                    <a:pos x="38" y="6"/>
                  </a:cxn>
                </a:cxnLst>
                <a:rect l="0" t="0" r="r" b="b"/>
                <a:pathLst>
                  <a:path w="429" h="667">
                    <a:moveTo>
                      <a:pt x="38" y="6"/>
                    </a:moveTo>
                    <a:cubicBezTo>
                      <a:pt x="40" y="7"/>
                      <a:pt x="40" y="7"/>
                      <a:pt x="40" y="7"/>
                    </a:cubicBezTo>
                    <a:cubicBezTo>
                      <a:pt x="40" y="7"/>
                      <a:pt x="42" y="6"/>
                      <a:pt x="43" y="5"/>
                    </a:cubicBezTo>
                    <a:cubicBezTo>
                      <a:pt x="45" y="4"/>
                      <a:pt x="46" y="4"/>
                      <a:pt x="47" y="4"/>
                    </a:cubicBezTo>
                    <a:cubicBezTo>
                      <a:pt x="72" y="4"/>
                      <a:pt x="72" y="4"/>
                      <a:pt x="72" y="4"/>
                    </a:cubicBezTo>
                    <a:cubicBezTo>
                      <a:pt x="73" y="4"/>
                      <a:pt x="75" y="4"/>
                      <a:pt x="76" y="5"/>
                    </a:cubicBezTo>
                    <a:cubicBezTo>
                      <a:pt x="78" y="5"/>
                      <a:pt x="79" y="6"/>
                      <a:pt x="80" y="7"/>
                    </a:cubicBezTo>
                    <a:cubicBezTo>
                      <a:pt x="86" y="10"/>
                      <a:pt x="86" y="10"/>
                      <a:pt x="86" y="10"/>
                    </a:cubicBezTo>
                    <a:cubicBezTo>
                      <a:pt x="87" y="11"/>
                      <a:pt x="89" y="12"/>
                      <a:pt x="91" y="12"/>
                    </a:cubicBezTo>
                    <a:cubicBezTo>
                      <a:pt x="93" y="12"/>
                      <a:pt x="95" y="11"/>
                      <a:pt x="97" y="10"/>
                    </a:cubicBezTo>
                    <a:cubicBezTo>
                      <a:pt x="100" y="8"/>
                      <a:pt x="100" y="8"/>
                      <a:pt x="100" y="8"/>
                    </a:cubicBezTo>
                    <a:cubicBezTo>
                      <a:pt x="101" y="7"/>
                      <a:pt x="103" y="6"/>
                      <a:pt x="104" y="6"/>
                    </a:cubicBezTo>
                    <a:cubicBezTo>
                      <a:pt x="106" y="5"/>
                      <a:pt x="107" y="5"/>
                      <a:pt x="108" y="5"/>
                    </a:cubicBezTo>
                    <a:cubicBezTo>
                      <a:pt x="116" y="5"/>
                      <a:pt x="116" y="5"/>
                      <a:pt x="116" y="5"/>
                    </a:cubicBezTo>
                    <a:cubicBezTo>
                      <a:pt x="117" y="5"/>
                      <a:pt x="119" y="5"/>
                      <a:pt x="120" y="6"/>
                    </a:cubicBezTo>
                    <a:cubicBezTo>
                      <a:pt x="122" y="7"/>
                      <a:pt x="123" y="8"/>
                      <a:pt x="124" y="8"/>
                    </a:cubicBezTo>
                    <a:cubicBezTo>
                      <a:pt x="132" y="16"/>
                      <a:pt x="132" y="16"/>
                      <a:pt x="132" y="16"/>
                    </a:cubicBezTo>
                    <a:cubicBezTo>
                      <a:pt x="133" y="17"/>
                      <a:pt x="135" y="18"/>
                      <a:pt x="137" y="18"/>
                    </a:cubicBezTo>
                    <a:cubicBezTo>
                      <a:pt x="139" y="18"/>
                      <a:pt x="141" y="17"/>
                      <a:pt x="143" y="15"/>
                    </a:cubicBezTo>
                    <a:cubicBezTo>
                      <a:pt x="144" y="14"/>
                      <a:pt x="145" y="13"/>
                      <a:pt x="147" y="13"/>
                    </a:cubicBezTo>
                    <a:cubicBezTo>
                      <a:pt x="148" y="13"/>
                      <a:pt x="148" y="13"/>
                      <a:pt x="148" y="13"/>
                    </a:cubicBezTo>
                    <a:cubicBezTo>
                      <a:pt x="175" y="28"/>
                      <a:pt x="175" y="28"/>
                      <a:pt x="175" y="28"/>
                    </a:cubicBezTo>
                    <a:cubicBezTo>
                      <a:pt x="176" y="29"/>
                      <a:pt x="177" y="30"/>
                      <a:pt x="177" y="32"/>
                    </a:cubicBezTo>
                    <a:cubicBezTo>
                      <a:pt x="177" y="33"/>
                      <a:pt x="177" y="34"/>
                      <a:pt x="177" y="34"/>
                    </a:cubicBezTo>
                    <a:cubicBezTo>
                      <a:pt x="173" y="46"/>
                      <a:pt x="173" y="46"/>
                      <a:pt x="173" y="46"/>
                    </a:cubicBezTo>
                    <a:cubicBezTo>
                      <a:pt x="172" y="47"/>
                      <a:pt x="172" y="48"/>
                      <a:pt x="172" y="49"/>
                    </a:cubicBezTo>
                    <a:cubicBezTo>
                      <a:pt x="172" y="53"/>
                      <a:pt x="173" y="56"/>
                      <a:pt x="176" y="57"/>
                    </a:cubicBezTo>
                    <a:cubicBezTo>
                      <a:pt x="198" y="72"/>
                      <a:pt x="198" y="72"/>
                      <a:pt x="198" y="72"/>
                    </a:cubicBezTo>
                    <a:cubicBezTo>
                      <a:pt x="200" y="73"/>
                      <a:pt x="203" y="77"/>
                      <a:pt x="204" y="79"/>
                    </a:cubicBezTo>
                    <a:cubicBezTo>
                      <a:pt x="210" y="90"/>
                      <a:pt x="210" y="90"/>
                      <a:pt x="210" y="90"/>
                    </a:cubicBezTo>
                    <a:cubicBezTo>
                      <a:pt x="210" y="90"/>
                      <a:pt x="210" y="91"/>
                      <a:pt x="211" y="91"/>
                    </a:cubicBezTo>
                    <a:cubicBezTo>
                      <a:pt x="211" y="92"/>
                      <a:pt x="211" y="92"/>
                      <a:pt x="212" y="92"/>
                    </a:cubicBezTo>
                    <a:cubicBezTo>
                      <a:pt x="213" y="93"/>
                      <a:pt x="213" y="93"/>
                      <a:pt x="213" y="93"/>
                    </a:cubicBezTo>
                    <a:cubicBezTo>
                      <a:pt x="214" y="93"/>
                      <a:pt x="215" y="92"/>
                      <a:pt x="215" y="92"/>
                    </a:cubicBezTo>
                    <a:cubicBezTo>
                      <a:pt x="216" y="91"/>
                      <a:pt x="216" y="90"/>
                      <a:pt x="216" y="90"/>
                    </a:cubicBezTo>
                    <a:cubicBezTo>
                      <a:pt x="216" y="89"/>
                      <a:pt x="216" y="88"/>
                      <a:pt x="216" y="87"/>
                    </a:cubicBezTo>
                    <a:cubicBezTo>
                      <a:pt x="216" y="70"/>
                      <a:pt x="216" y="70"/>
                      <a:pt x="216" y="70"/>
                    </a:cubicBezTo>
                    <a:cubicBezTo>
                      <a:pt x="216" y="66"/>
                      <a:pt x="216" y="60"/>
                      <a:pt x="215" y="56"/>
                    </a:cubicBezTo>
                    <a:cubicBezTo>
                      <a:pt x="212" y="43"/>
                      <a:pt x="212" y="43"/>
                      <a:pt x="212" y="43"/>
                    </a:cubicBezTo>
                    <a:cubicBezTo>
                      <a:pt x="211" y="43"/>
                      <a:pt x="211" y="42"/>
                      <a:pt x="211" y="42"/>
                    </a:cubicBezTo>
                    <a:cubicBezTo>
                      <a:pt x="211" y="41"/>
                      <a:pt x="211" y="41"/>
                      <a:pt x="211" y="41"/>
                    </a:cubicBezTo>
                    <a:cubicBezTo>
                      <a:pt x="211" y="41"/>
                      <a:pt x="211" y="41"/>
                      <a:pt x="211" y="41"/>
                    </a:cubicBezTo>
                    <a:cubicBezTo>
                      <a:pt x="211" y="41"/>
                      <a:pt x="211" y="41"/>
                      <a:pt x="211" y="41"/>
                    </a:cubicBezTo>
                    <a:cubicBezTo>
                      <a:pt x="211" y="41"/>
                      <a:pt x="211" y="41"/>
                      <a:pt x="211" y="41"/>
                    </a:cubicBezTo>
                    <a:cubicBezTo>
                      <a:pt x="211" y="41"/>
                      <a:pt x="211" y="41"/>
                      <a:pt x="211" y="41"/>
                    </a:cubicBezTo>
                    <a:cubicBezTo>
                      <a:pt x="211" y="41"/>
                      <a:pt x="211" y="41"/>
                      <a:pt x="211" y="41"/>
                    </a:cubicBezTo>
                    <a:cubicBezTo>
                      <a:pt x="211" y="41"/>
                      <a:pt x="211" y="41"/>
                      <a:pt x="211" y="41"/>
                    </a:cubicBezTo>
                    <a:cubicBezTo>
                      <a:pt x="211" y="41"/>
                      <a:pt x="211" y="41"/>
                      <a:pt x="211" y="41"/>
                    </a:cubicBezTo>
                    <a:cubicBezTo>
                      <a:pt x="211" y="42"/>
                      <a:pt x="211" y="42"/>
                      <a:pt x="211" y="42"/>
                    </a:cubicBezTo>
                    <a:cubicBezTo>
                      <a:pt x="211" y="41"/>
                      <a:pt x="211" y="41"/>
                      <a:pt x="211" y="41"/>
                    </a:cubicBezTo>
                    <a:cubicBezTo>
                      <a:pt x="211" y="41"/>
                      <a:pt x="211" y="41"/>
                      <a:pt x="211" y="41"/>
                    </a:cubicBezTo>
                    <a:cubicBezTo>
                      <a:pt x="211" y="42"/>
                      <a:pt x="211" y="42"/>
                      <a:pt x="211" y="42"/>
                    </a:cubicBezTo>
                    <a:cubicBezTo>
                      <a:pt x="211" y="42"/>
                      <a:pt x="211" y="42"/>
                      <a:pt x="211" y="42"/>
                    </a:cubicBezTo>
                    <a:cubicBezTo>
                      <a:pt x="211" y="42"/>
                      <a:pt x="211" y="42"/>
                      <a:pt x="211" y="42"/>
                    </a:cubicBezTo>
                    <a:cubicBezTo>
                      <a:pt x="211" y="42"/>
                      <a:pt x="211" y="42"/>
                      <a:pt x="211" y="42"/>
                    </a:cubicBezTo>
                    <a:cubicBezTo>
                      <a:pt x="211" y="42"/>
                      <a:pt x="211" y="42"/>
                      <a:pt x="211" y="42"/>
                    </a:cubicBezTo>
                    <a:cubicBezTo>
                      <a:pt x="211" y="42"/>
                      <a:pt x="211" y="42"/>
                      <a:pt x="211" y="42"/>
                    </a:cubicBezTo>
                    <a:cubicBezTo>
                      <a:pt x="211" y="42"/>
                      <a:pt x="211" y="42"/>
                      <a:pt x="211" y="42"/>
                    </a:cubicBezTo>
                    <a:cubicBezTo>
                      <a:pt x="235" y="56"/>
                      <a:pt x="235" y="56"/>
                      <a:pt x="235" y="56"/>
                    </a:cubicBezTo>
                    <a:cubicBezTo>
                      <a:pt x="236" y="57"/>
                      <a:pt x="237" y="57"/>
                      <a:pt x="238" y="57"/>
                    </a:cubicBezTo>
                    <a:cubicBezTo>
                      <a:pt x="239" y="57"/>
                      <a:pt x="241" y="56"/>
                      <a:pt x="241" y="55"/>
                    </a:cubicBezTo>
                    <a:cubicBezTo>
                      <a:pt x="242" y="54"/>
                      <a:pt x="243" y="52"/>
                      <a:pt x="243" y="51"/>
                    </a:cubicBezTo>
                    <a:cubicBezTo>
                      <a:pt x="243" y="49"/>
                      <a:pt x="243" y="49"/>
                      <a:pt x="243" y="49"/>
                    </a:cubicBezTo>
                    <a:cubicBezTo>
                      <a:pt x="243" y="48"/>
                      <a:pt x="243" y="47"/>
                      <a:pt x="243" y="47"/>
                    </a:cubicBezTo>
                    <a:cubicBezTo>
                      <a:pt x="243" y="47"/>
                      <a:pt x="243" y="47"/>
                      <a:pt x="243" y="47"/>
                    </a:cubicBezTo>
                    <a:cubicBezTo>
                      <a:pt x="243" y="47"/>
                      <a:pt x="243" y="47"/>
                      <a:pt x="243" y="47"/>
                    </a:cubicBezTo>
                    <a:cubicBezTo>
                      <a:pt x="243" y="47"/>
                      <a:pt x="243" y="47"/>
                      <a:pt x="243" y="47"/>
                    </a:cubicBezTo>
                    <a:cubicBezTo>
                      <a:pt x="243" y="47"/>
                      <a:pt x="243" y="47"/>
                      <a:pt x="243" y="47"/>
                    </a:cubicBezTo>
                    <a:cubicBezTo>
                      <a:pt x="243" y="47"/>
                      <a:pt x="243" y="47"/>
                      <a:pt x="243" y="47"/>
                    </a:cubicBezTo>
                    <a:cubicBezTo>
                      <a:pt x="243" y="47"/>
                      <a:pt x="243" y="47"/>
                      <a:pt x="243" y="47"/>
                    </a:cubicBezTo>
                    <a:cubicBezTo>
                      <a:pt x="242" y="46"/>
                      <a:pt x="242" y="46"/>
                      <a:pt x="242" y="46"/>
                    </a:cubicBezTo>
                    <a:cubicBezTo>
                      <a:pt x="242" y="47"/>
                      <a:pt x="242" y="47"/>
                      <a:pt x="242" y="47"/>
                    </a:cubicBezTo>
                    <a:cubicBezTo>
                      <a:pt x="243" y="47"/>
                      <a:pt x="243" y="47"/>
                      <a:pt x="243" y="47"/>
                    </a:cubicBezTo>
                    <a:cubicBezTo>
                      <a:pt x="242" y="46"/>
                      <a:pt x="242" y="46"/>
                      <a:pt x="242" y="46"/>
                    </a:cubicBezTo>
                    <a:cubicBezTo>
                      <a:pt x="242" y="47"/>
                      <a:pt x="242" y="47"/>
                      <a:pt x="242" y="47"/>
                    </a:cubicBezTo>
                    <a:cubicBezTo>
                      <a:pt x="242" y="47"/>
                      <a:pt x="242" y="47"/>
                      <a:pt x="242" y="47"/>
                    </a:cubicBezTo>
                    <a:cubicBezTo>
                      <a:pt x="242" y="47"/>
                      <a:pt x="242" y="47"/>
                      <a:pt x="242" y="47"/>
                    </a:cubicBezTo>
                    <a:cubicBezTo>
                      <a:pt x="242" y="47"/>
                      <a:pt x="242" y="47"/>
                      <a:pt x="242" y="47"/>
                    </a:cubicBezTo>
                    <a:cubicBezTo>
                      <a:pt x="242" y="47"/>
                      <a:pt x="242" y="47"/>
                      <a:pt x="242" y="47"/>
                    </a:cubicBezTo>
                    <a:cubicBezTo>
                      <a:pt x="242" y="47"/>
                      <a:pt x="242" y="47"/>
                      <a:pt x="242" y="47"/>
                    </a:cubicBezTo>
                    <a:cubicBezTo>
                      <a:pt x="242" y="47"/>
                      <a:pt x="242" y="47"/>
                      <a:pt x="242" y="47"/>
                    </a:cubicBezTo>
                    <a:cubicBezTo>
                      <a:pt x="243" y="48"/>
                      <a:pt x="243" y="48"/>
                      <a:pt x="243" y="48"/>
                    </a:cubicBezTo>
                    <a:cubicBezTo>
                      <a:pt x="275" y="83"/>
                      <a:pt x="275" y="83"/>
                      <a:pt x="275" y="83"/>
                    </a:cubicBezTo>
                    <a:cubicBezTo>
                      <a:pt x="275" y="84"/>
                      <a:pt x="276" y="85"/>
                      <a:pt x="276" y="86"/>
                    </a:cubicBezTo>
                    <a:cubicBezTo>
                      <a:pt x="276" y="87"/>
                      <a:pt x="276" y="88"/>
                      <a:pt x="275" y="89"/>
                    </a:cubicBezTo>
                    <a:cubicBezTo>
                      <a:pt x="275" y="89"/>
                      <a:pt x="274" y="90"/>
                      <a:pt x="272" y="91"/>
                    </a:cubicBezTo>
                    <a:cubicBezTo>
                      <a:pt x="271" y="92"/>
                      <a:pt x="270" y="92"/>
                      <a:pt x="269" y="92"/>
                    </a:cubicBezTo>
                    <a:cubicBezTo>
                      <a:pt x="260" y="92"/>
                      <a:pt x="260" y="92"/>
                      <a:pt x="260" y="92"/>
                    </a:cubicBezTo>
                    <a:cubicBezTo>
                      <a:pt x="258" y="92"/>
                      <a:pt x="256" y="93"/>
                      <a:pt x="254" y="94"/>
                    </a:cubicBezTo>
                    <a:cubicBezTo>
                      <a:pt x="253" y="96"/>
                      <a:pt x="252" y="98"/>
                      <a:pt x="251" y="100"/>
                    </a:cubicBezTo>
                    <a:cubicBezTo>
                      <a:pt x="251" y="103"/>
                      <a:pt x="251" y="103"/>
                      <a:pt x="251" y="103"/>
                    </a:cubicBezTo>
                    <a:cubicBezTo>
                      <a:pt x="250" y="104"/>
                      <a:pt x="250" y="104"/>
                      <a:pt x="250" y="105"/>
                    </a:cubicBezTo>
                    <a:cubicBezTo>
                      <a:pt x="250" y="106"/>
                      <a:pt x="250" y="107"/>
                      <a:pt x="251" y="108"/>
                    </a:cubicBezTo>
                    <a:cubicBezTo>
                      <a:pt x="252" y="109"/>
                      <a:pt x="252" y="109"/>
                      <a:pt x="252" y="109"/>
                    </a:cubicBezTo>
                    <a:cubicBezTo>
                      <a:pt x="253" y="109"/>
                      <a:pt x="253" y="109"/>
                      <a:pt x="254" y="109"/>
                    </a:cubicBezTo>
                    <a:cubicBezTo>
                      <a:pt x="255" y="109"/>
                      <a:pt x="256" y="109"/>
                      <a:pt x="257" y="108"/>
                    </a:cubicBezTo>
                    <a:cubicBezTo>
                      <a:pt x="258" y="108"/>
                      <a:pt x="258" y="108"/>
                      <a:pt x="258" y="108"/>
                    </a:cubicBezTo>
                    <a:cubicBezTo>
                      <a:pt x="259" y="108"/>
                      <a:pt x="261" y="108"/>
                      <a:pt x="261" y="110"/>
                    </a:cubicBezTo>
                    <a:cubicBezTo>
                      <a:pt x="268" y="118"/>
                      <a:pt x="268" y="118"/>
                      <a:pt x="268" y="118"/>
                    </a:cubicBezTo>
                    <a:cubicBezTo>
                      <a:pt x="269" y="119"/>
                      <a:pt x="269" y="119"/>
                      <a:pt x="269" y="119"/>
                    </a:cubicBezTo>
                    <a:cubicBezTo>
                      <a:pt x="270" y="119"/>
                      <a:pt x="270" y="119"/>
                      <a:pt x="270" y="119"/>
                    </a:cubicBezTo>
                    <a:cubicBezTo>
                      <a:pt x="269" y="119"/>
                      <a:pt x="269" y="119"/>
                      <a:pt x="269" y="119"/>
                    </a:cubicBezTo>
                    <a:cubicBezTo>
                      <a:pt x="269" y="119"/>
                      <a:pt x="269" y="119"/>
                      <a:pt x="269" y="119"/>
                    </a:cubicBezTo>
                    <a:cubicBezTo>
                      <a:pt x="270" y="119"/>
                      <a:pt x="270" y="119"/>
                      <a:pt x="270" y="119"/>
                    </a:cubicBezTo>
                    <a:cubicBezTo>
                      <a:pt x="269" y="119"/>
                      <a:pt x="269" y="119"/>
                      <a:pt x="269" y="119"/>
                    </a:cubicBezTo>
                    <a:cubicBezTo>
                      <a:pt x="270" y="120"/>
                      <a:pt x="270" y="120"/>
                      <a:pt x="270" y="120"/>
                    </a:cubicBezTo>
                    <a:cubicBezTo>
                      <a:pt x="269" y="119"/>
                      <a:pt x="269" y="119"/>
                      <a:pt x="269" y="119"/>
                    </a:cubicBezTo>
                    <a:cubicBezTo>
                      <a:pt x="269" y="119"/>
                      <a:pt x="269" y="119"/>
                      <a:pt x="269" y="119"/>
                    </a:cubicBezTo>
                    <a:cubicBezTo>
                      <a:pt x="270" y="120"/>
                      <a:pt x="270" y="120"/>
                      <a:pt x="270" y="120"/>
                    </a:cubicBezTo>
                    <a:cubicBezTo>
                      <a:pt x="269" y="119"/>
                      <a:pt x="269" y="119"/>
                      <a:pt x="269" y="119"/>
                    </a:cubicBezTo>
                    <a:cubicBezTo>
                      <a:pt x="270" y="119"/>
                      <a:pt x="270" y="119"/>
                      <a:pt x="270" y="119"/>
                    </a:cubicBezTo>
                    <a:cubicBezTo>
                      <a:pt x="269" y="119"/>
                      <a:pt x="269" y="119"/>
                      <a:pt x="269" y="119"/>
                    </a:cubicBezTo>
                    <a:cubicBezTo>
                      <a:pt x="269" y="119"/>
                      <a:pt x="269" y="119"/>
                      <a:pt x="269" y="119"/>
                    </a:cubicBezTo>
                    <a:cubicBezTo>
                      <a:pt x="270" y="119"/>
                      <a:pt x="270" y="119"/>
                      <a:pt x="270" y="119"/>
                    </a:cubicBezTo>
                    <a:cubicBezTo>
                      <a:pt x="269" y="119"/>
                      <a:pt x="269" y="119"/>
                      <a:pt x="269" y="119"/>
                    </a:cubicBezTo>
                    <a:cubicBezTo>
                      <a:pt x="269" y="119"/>
                      <a:pt x="269" y="119"/>
                      <a:pt x="269" y="119"/>
                    </a:cubicBezTo>
                    <a:cubicBezTo>
                      <a:pt x="261" y="119"/>
                      <a:pt x="261" y="119"/>
                      <a:pt x="261" y="119"/>
                    </a:cubicBezTo>
                    <a:cubicBezTo>
                      <a:pt x="259" y="119"/>
                      <a:pt x="257" y="120"/>
                      <a:pt x="255" y="121"/>
                    </a:cubicBezTo>
                    <a:cubicBezTo>
                      <a:pt x="254" y="122"/>
                      <a:pt x="252" y="124"/>
                      <a:pt x="251" y="126"/>
                    </a:cubicBezTo>
                    <a:cubicBezTo>
                      <a:pt x="236" y="155"/>
                      <a:pt x="236" y="155"/>
                      <a:pt x="236" y="155"/>
                    </a:cubicBezTo>
                    <a:cubicBezTo>
                      <a:pt x="234" y="159"/>
                      <a:pt x="233" y="164"/>
                      <a:pt x="233" y="168"/>
                    </a:cubicBezTo>
                    <a:cubicBezTo>
                      <a:pt x="233" y="176"/>
                      <a:pt x="233" y="176"/>
                      <a:pt x="233" y="176"/>
                    </a:cubicBezTo>
                    <a:cubicBezTo>
                      <a:pt x="233" y="179"/>
                      <a:pt x="232" y="185"/>
                      <a:pt x="230" y="187"/>
                    </a:cubicBezTo>
                    <a:cubicBezTo>
                      <a:pt x="228" y="191"/>
                      <a:pt x="228" y="191"/>
                      <a:pt x="228" y="191"/>
                    </a:cubicBezTo>
                    <a:cubicBezTo>
                      <a:pt x="226" y="194"/>
                      <a:pt x="225" y="200"/>
                      <a:pt x="225" y="204"/>
                    </a:cubicBezTo>
                    <a:cubicBezTo>
                      <a:pt x="225" y="206"/>
                      <a:pt x="225" y="206"/>
                      <a:pt x="225" y="206"/>
                    </a:cubicBezTo>
                    <a:cubicBezTo>
                      <a:pt x="225" y="208"/>
                      <a:pt x="225" y="210"/>
                      <a:pt x="225" y="212"/>
                    </a:cubicBezTo>
                    <a:cubicBezTo>
                      <a:pt x="226" y="214"/>
                      <a:pt x="226" y="215"/>
                      <a:pt x="227" y="217"/>
                    </a:cubicBezTo>
                    <a:cubicBezTo>
                      <a:pt x="228" y="217"/>
                      <a:pt x="228" y="218"/>
                      <a:pt x="229" y="220"/>
                    </a:cubicBezTo>
                    <a:cubicBezTo>
                      <a:pt x="229" y="222"/>
                      <a:pt x="229" y="224"/>
                      <a:pt x="229" y="225"/>
                    </a:cubicBezTo>
                    <a:cubicBezTo>
                      <a:pt x="229" y="228"/>
                      <a:pt x="229" y="228"/>
                      <a:pt x="229" y="228"/>
                    </a:cubicBezTo>
                    <a:cubicBezTo>
                      <a:pt x="229" y="229"/>
                      <a:pt x="229" y="230"/>
                      <a:pt x="229" y="230"/>
                    </a:cubicBezTo>
                    <a:cubicBezTo>
                      <a:pt x="229" y="230"/>
                      <a:pt x="229" y="230"/>
                      <a:pt x="229" y="230"/>
                    </a:cubicBezTo>
                    <a:cubicBezTo>
                      <a:pt x="230" y="230"/>
                      <a:pt x="230" y="230"/>
                      <a:pt x="230" y="230"/>
                    </a:cubicBezTo>
                    <a:cubicBezTo>
                      <a:pt x="229" y="230"/>
                      <a:pt x="229" y="230"/>
                      <a:pt x="229" y="230"/>
                    </a:cubicBezTo>
                    <a:cubicBezTo>
                      <a:pt x="229" y="230"/>
                      <a:pt x="229" y="230"/>
                      <a:pt x="229" y="230"/>
                    </a:cubicBezTo>
                    <a:cubicBezTo>
                      <a:pt x="230" y="230"/>
                      <a:pt x="230" y="230"/>
                      <a:pt x="230" y="230"/>
                    </a:cubicBezTo>
                    <a:cubicBezTo>
                      <a:pt x="229" y="230"/>
                      <a:pt x="229" y="230"/>
                      <a:pt x="229" y="230"/>
                    </a:cubicBezTo>
                    <a:cubicBezTo>
                      <a:pt x="230" y="231"/>
                      <a:pt x="230" y="231"/>
                      <a:pt x="230" y="231"/>
                    </a:cubicBezTo>
                    <a:cubicBezTo>
                      <a:pt x="230" y="230"/>
                      <a:pt x="230" y="230"/>
                      <a:pt x="230" y="230"/>
                    </a:cubicBezTo>
                    <a:cubicBezTo>
                      <a:pt x="229" y="230"/>
                      <a:pt x="229" y="230"/>
                      <a:pt x="229" y="230"/>
                    </a:cubicBezTo>
                    <a:cubicBezTo>
                      <a:pt x="230" y="231"/>
                      <a:pt x="230" y="231"/>
                      <a:pt x="230" y="231"/>
                    </a:cubicBezTo>
                    <a:cubicBezTo>
                      <a:pt x="230" y="230"/>
                      <a:pt x="230" y="230"/>
                      <a:pt x="230" y="230"/>
                    </a:cubicBezTo>
                    <a:cubicBezTo>
                      <a:pt x="230" y="230"/>
                      <a:pt x="230" y="230"/>
                      <a:pt x="230" y="230"/>
                    </a:cubicBezTo>
                    <a:cubicBezTo>
                      <a:pt x="230" y="230"/>
                      <a:pt x="230" y="230"/>
                      <a:pt x="230" y="230"/>
                    </a:cubicBezTo>
                    <a:cubicBezTo>
                      <a:pt x="230" y="230"/>
                      <a:pt x="230" y="230"/>
                      <a:pt x="230" y="230"/>
                    </a:cubicBezTo>
                    <a:cubicBezTo>
                      <a:pt x="230" y="230"/>
                      <a:pt x="230" y="230"/>
                      <a:pt x="230" y="230"/>
                    </a:cubicBezTo>
                    <a:cubicBezTo>
                      <a:pt x="230" y="230"/>
                      <a:pt x="230" y="230"/>
                      <a:pt x="230" y="230"/>
                    </a:cubicBezTo>
                    <a:cubicBezTo>
                      <a:pt x="230" y="230"/>
                      <a:pt x="230" y="230"/>
                      <a:pt x="230" y="230"/>
                    </a:cubicBezTo>
                    <a:cubicBezTo>
                      <a:pt x="230" y="230"/>
                      <a:pt x="230" y="230"/>
                      <a:pt x="230" y="230"/>
                    </a:cubicBezTo>
                    <a:cubicBezTo>
                      <a:pt x="230" y="230"/>
                      <a:pt x="230" y="230"/>
                      <a:pt x="230" y="230"/>
                    </a:cubicBezTo>
                    <a:cubicBezTo>
                      <a:pt x="230" y="230"/>
                      <a:pt x="230" y="230"/>
                      <a:pt x="230" y="230"/>
                    </a:cubicBezTo>
                    <a:cubicBezTo>
                      <a:pt x="230" y="230"/>
                      <a:pt x="230" y="230"/>
                      <a:pt x="230" y="230"/>
                    </a:cubicBezTo>
                    <a:cubicBezTo>
                      <a:pt x="230" y="229"/>
                      <a:pt x="230" y="229"/>
                      <a:pt x="230" y="229"/>
                    </a:cubicBezTo>
                    <a:cubicBezTo>
                      <a:pt x="227" y="225"/>
                      <a:pt x="227" y="225"/>
                      <a:pt x="227" y="225"/>
                    </a:cubicBezTo>
                    <a:cubicBezTo>
                      <a:pt x="226" y="224"/>
                      <a:pt x="225" y="223"/>
                      <a:pt x="225" y="221"/>
                    </a:cubicBezTo>
                    <a:cubicBezTo>
                      <a:pt x="224" y="219"/>
                      <a:pt x="224" y="217"/>
                      <a:pt x="224" y="216"/>
                    </a:cubicBezTo>
                    <a:cubicBezTo>
                      <a:pt x="224" y="214"/>
                      <a:pt x="223" y="212"/>
                      <a:pt x="222" y="211"/>
                    </a:cubicBezTo>
                    <a:cubicBezTo>
                      <a:pt x="220" y="209"/>
                      <a:pt x="218" y="208"/>
                      <a:pt x="216" y="208"/>
                    </a:cubicBezTo>
                    <a:cubicBezTo>
                      <a:pt x="181" y="208"/>
                      <a:pt x="181" y="208"/>
                      <a:pt x="181" y="208"/>
                    </a:cubicBezTo>
                    <a:cubicBezTo>
                      <a:pt x="179" y="208"/>
                      <a:pt x="177" y="209"/>
                      <a:pt x="176" y="210"/>
                    </a:cubicBezTo>
                    <a:cubicBezTo>
                      <a:pt x="174" y="212"/>
                      <a:pt x="173" y="213"/>
                      <a:pt x="172" y="216"/>
                    </a:cubicBezTo>
                    <a:cubicBezTo>
                      <a:pt x="166" y="234"/>
                      <a:pt x="166" y="234"/>
                      <a:pt x="166" y="234"/>
                    </a:cubicBezTo>
                    <a:cubicBezTo>
                      <a:pt x="165" y="237"/>
                      <a:pt x="164" y="240"/>
                      <a:pt x="164" y="242"/>
                    </a:cubicBezTo>
                    <a:cubicBezTo>
                      <a:pt x="164" y="244"/>
                      <a:pt x="165" y="246"/>
                      <a:pt x="165" y="248"/>
                    </a:cubicBezTo>
                    <a:cubicBezTo>
                      <a:pt x="168" y="261"/>
                      <a:pt x="168" y="261"/>
                      <a:pt x="168" y="261"/>
                    </a:cubicBezTo>
                    <a:cubicBezTo>
                      <a:pt x="169" y="263"/>
                      <a:pt x="170" y="265"/>
                      <a:pt x="171" y="267"/>
                    </a:cubicBezTo>
                    <a:cubicBezTo>
                      <a:pt x="173" y="268"/>
                      <a:pt x="175" y="269"/>
                      <a:pt x="177" y="269"/>
                    </a:cubicBezTo>
                    <a:cubicBezTo>
                      <a:pt x="187" y="269"/>
                      <a:pt x="187" y="269"/>
                      <a:pt x="187" y="269"/>
                    </a:cubicBezTo>
                    <a:cubicBezTo>
                      <a:pt x="189" y="269"/>
                      <a:pt x="191" y="268"/>
                      <a:pt x="192" y="267"/>
                    </a:cubicBezTo>
                    <a:cubicBezTo>
                      <a:pt x="194" y="265"/>
                      <a:pt x="195" y="264"/>
                      <a:pt x="196" y="262"/>
                    </a:cubicBezTo>
                    <a:cubicBezTo>
                      <a:pt x="196" y="261"/>
                      <a:pt x="196" y="261"/>
                      <a:pt x="196" y="261"/>
                    </a:cubicBezTo>
                    <a:cubicBezTo>
                      <a:pt x="197" y="260"/>
                      <a:pt x="197" y="258"/>
                      <a:pt x="198" y="257"/>
                    </a:cubicBezTo>
                    <a:cubicBezTo>
                      <a:pt x="199" y="257"/>
                      <a:pt x="201" y="256"/>
                      <a:pt x="201" y="256"/>
                    </a:cubicBezTo>
                    <a:cubicBezTo>
                      <a:pt x="203" y="256"/>
                      <a:pt x="203" y="256"/>
                      <a:pt x="203" y="256"/>
                    </a:cubicBezTo>
                    <a:cubicBezTo>
                      <a:pt x="203" y="256"/>
                      <a:pt x="204" y="256"/>
                      <a:pt x="204" y="257"/>
                    </a:cubicBezTo>
                    <a:cubicBezTo>
                      <a:pt x="204" y="257"/>
                      <a:pt x="205" y="258"/>
                      <a:pt x="205" y="259"/>
                    </a:cubicBezTo>
                    <a:cubicBezTo>
                      <a:pt x="205" y="260"/>
                      <a:pt x="205" y="260"/>
                      <a:pt x="205" y="260"/>
                    </a:cubicBezTo>
                    <a:cubicBezTo>
                      <a:pt x="202" y="275"/>
                      <a:pt x="202" y="275"/>
                      <a:pt x="202" y="275"/>
                    </a:cubicBezTo>
                    <a:cubicBezTo>
                      <a:pt x="202" y="276"/>
                      <a:pt x="201" y="277"/>
                      <a:pt x="201" y="277"/>
                    </a:cubicBezTo>
                    <a:cubicBezTo>
                      <a:pt x="201" y="279"/>
                      <a:pt x="202" y="281"/>
                      <a:pt x="203" y="282"/>
                    </a:cubicBezTo>
                    <a:cubicBezTo>
                      <a:pt x="204" y="284"/>
                      <a:pt x="206" y="285"/>
                      <a:pt x="207" y="285"/>
                    </a:cubicBezTo>
                    <a:cubicBezTo>
                      <a:pt x="209" y="285"/>
                      <a:pt x="211" y="284"/>
                      <a:pt x="212" y="284"/>
                    </a:cubicBezTo>
                    <a:cubicBezTo>
                      <a:pt x="214" y="283"/>
                      <a:pt x="215" y="283"/>
                      <a:pt x="216" y="281"/>
                    </a:cubicBezTo>
                    <a:cubicBezTo>
                      <a:pt x="215" y="281"/>
                      <a:pt x="215" y="281"/>
                      <a:pt x="215" y="281"/>
                    </a:cubicBezTo>
                    <a:cubicBezTo>
                      <a:pt x="215" y="282"/>
                      <a:pt x="215" y="282"/>
                      <a:pt x="215" y="282"/>
                    </a:cubicBezTo>
                    <a:cubicBezTo>
                      <a:pt x="216" y="281"/>
                      <a:pt x="216" y="281"/>
                      <a:pt x="216" y="281"/>
                    </a:cubicBezTo>
                    <a:cubicBezTo>
                      <a:pt x="215" y="281"/>
                      <a:pt x="215" y="281"/>
                      <a:pt x="215" y="281"/>
                    </a:cubicBezTo>
                    <a:cubicBezTo>
                      <a:pt x="215" y="282"/>
                      <a:pt x="215" y="282"/>
                      <a:pt x="215" y="282"/>
                    </a:cubicBezTo>
                    <a:cubicBezTo>
                      <a:pt x="215" y="281"/>
                      <a:pt x="215" y="281"/>
                      <a:pt x="215" y="281"/>
                    </a:cubicBezTo>
                    <a:cubicBezTo>
                      <a:pt x="215" y="282"/>
                      <a:pt x="215" y="282"/>
                      <a:pt x="215" y="282"/>
                    </a:cubicBezTo>
                    <a:cubicBezTo>
                      <a:pt x="215" y="282"/>
                      <a:pt x="215" y="282"/>
                      <a:pt x="215" y="282"/>
                    </a:cubicBezTo>
                    <a:cubicBezTo>
                      <a:pt x="215" y="281"/>
                      <a:pt x="215" y="281"/>
                      <a:pt x="215" y="281"/>
                    </a:cubicBezTo>
                    <a:cubicBezTo>
                      <a:pt x="215" y="282"/>
                      <a:pt x="215" y="282"/>
                      <a:pt x="215" y="282"/>
                    </a:cubicBezTo>
                    <a:cubicBezTo>
                      <a:pt x="216" y="282"/>
                      <a:pt x="216" y="282"/>
                      <a:pt x="216" y="282"/>
                    </a:cubicBezTo>
                    <a:cubicBezTo>
                      <a:pt x="217" y="283"/>
                      <a:pt x="217" y="283"/>
                      <a:pt x="218" y="284"/>
                    </a:cubicBezTo>
                    <a:cubicBezTo>
                      <a:pt x="222" y="290"/>
                      <a:pt x="222" y="290"/>
                      <a:pt x="222" y="290"/>
                    </a:cubicBezTo>
                    <a:cubicBezTo>
                      <a:pt x="223" y="292"/>
                      <a:pt x="223" y="293"/>
                      <a:pt x="223" y="295"/>
                    </a:cubicBezTo>
                    <a:cubicBezTo>
                      <a:pt x="223" y="296"/>
                      <a:pt x="223" y="296"/>
                      <a:pt x="223" y="296"/>
                    </a:cubicBezTo>
                    <a:cubicBezTo>
                      <a:pt x="223" y="296"/>
                      <a:pt x="223" y="296"/>
                      <a:pt x="223" y="296"/>
                    </a:cubicBezTo>
                    <a:cubicBezTo>
                      <a:pt x="223" y="296"/>
                      <a:pt x="223" y="296"/>
                      <a:pt x="223" y="296"/>
                    </a:cubicBezTo>
                    <a:cubicBezTo>
                      <a:pt x="222" y="297"/>
                      <a:pt x="222" y="299"/>
                      <a:pt x="222" y="301"/>
                    </a:cubicBezTo>
                    <a:cubicBezTo>
                      <a:pt x="222" y="303"/>
                      <a:pt x="222" y="305"/>
                      <a:pt x="223" y="307"/>
                    </a:cubicBezTo>
                    <a:cubicBezTo>
                      <a:pt x="225" y="313"/>
                      <a:pt x="225" y="313"/>
                      <a:pt x="225" y="313"/>
                    </a:cubicBezTo>
                    <a:cubicBezTo>
                      <a:pt x="225" y="315"/>
                      <a:pt x="227" y="316"/>
                      <a:pt x="228" y="318"/>
                    </a:cubicBezTo>
                    <a:cubicBezTo>
                      <a:pt x="230" y="319"/>
                      <a:pt x="232" y="320"/>
                      <a:pt x="234" y="320"/>
                    </a:cubicBezTo>
                    <a:cubicBezTo>
                      <a:pt x="240" y="320"/>
                      <a:pt x="240" y="320"/>
                      <a:pt x="240" y="320"/>
                    </a:cubicBezTo>
                    <a:cubicBezTo>
                      <a:pt x="241" y="320"/>
                      <a:pt x="242" y="320"/>
                      <a:pt x="244" y="321"/>
                    </a:cubicBezTo>
                    <a:cubicBezTo>
                      <a:pt x="245" y="322"/>
                      <a:pt x="247" y="323"/>
                      <a:pt x="248" y="323"/>
                    </a:cubicBezTo>
                    <a:cubicBezTo>
                      <a:pt x="249" y="325"/>
                      <a:pt x="249" y="325"/>
                      <a:pt x="249" y="325"/>
                    </a:cubicBezTo>
                    <a:cubicBezTo>
                      <a:pt x="251" y="326"/>
                      <a:pt x="252" y="327"/>
                      <a:pt x="254" y="327"/>
                    </a:cubicBezTo>
                    <a:cubicBezTo>
                      <a:pt x="256" y="327"/>
                      <a:pt x="259" y="326"/>
                      <a:pt x="260" y="324"/>
                    </a:cubicBezTo>
                    <a:cubicBezTo>
                      <a:pt x="273" y="307"/>
                      <a:pt x="273" y="307"/>
                      <a:pt x="273" y="307"/>
                    </a:cubicBezTo>
                    <a:cubicBezTo>
                      <a:pt x="274" y="306"/>
                      <a:pt x="276" y="305"/>
                      <a:pt x="277" y="305"/>
                    </a:cubicBezTo>
                    <a:cubicBezTo>
                      <a:pt x="278" y="305"/>
                      <a:pt x="278" y="305"/>
                      <a:pt x="279" y="305"/>
                    </a:cubicBezTo>
                    <a:cubicBezTo>
                      <a:pt x="319" y="323"/>
                      <a:pt x="319" y="323"/>
                      <a:pt x="319" y="323"/>
                    </a:cubicBezTo>
                    <a:cubicBezTo>
                      <a:pt x="321" y="324"/>
                      <a:pt x="325" y="326"/>
                      <a:pt x="327" y="328"/>
                    </a:cubicBezTo>
                    <a:cubicBezTo>
                      <a:pt x="359" y="359"/>
                      <a:pt x="359" y="359"/>
                      <a:pt x="359" y="359"/>
                    </a:cubicBezTo>
                    <a:cubicBezTo>
                      <a:pt x="359" y="360"/>
                      <a:pt x="360" y="361"/>
                      <a:pt x="360" y="362"/>
                    </a:cubicBezTo>
                    <a:cubicBezTo>
                      <a:pt x="361" y="364"/>
                      <a:pt x="361" y="365"/>
                      <a:pt x="361" y="367"/>
                    </a:cubicBezTo>
                    <a:cubicBezTo>
                      <a:pt x="361" y="368"/>
                      <a:pt x="361" y="368"/>
                      <a:pt x="361" y="368"/>
                    </a:cubicBezTo>
                    <a:cubicBezTo>
                      <a:pt x="360" y="374"/>
                      <a:pt x="360" y="374"/>
                      <a:pt x="360" y="374"/>
                    </a:cubicBezTo>
                    <a:cubicBezTo>
                      <a:pt x="360" y="374"/>
                      <a:pt x="360" y="375"/>
                      <a:pt x="360" y="376"/>
                    </a:cubicBezTo>
                    <a:cubicBezTo>
                      <a:pt x="360" y="378"/>
                      <a:pt x="360" y="379"/>
                      <a:pt x="361" y="381"/>
                    </a:cubicBezTo>
                    <a:cubicBezTo>
                      <a:pt x="362" y="383"/>
                      <a:pt x="363" y="384"/>
                      <a:pt x="364" y="385"/>
                    </a:cubicBezTo>
                    <a:cubicBezTo>
                      <a:pt x="365" y="386"/>
                      <a:pt x="367" y="386"/>
                      <a:pt x="368" y="386"/>
                    </a:cubicBezTo>
                    <a:cubicBezTo>
                      <a:pt x="370" y="386"/>
                      <a:pt x="373" y="385"/>
                      <a:pt x="375" y="383"/>
                    </a:cubicBezTo>
                    <a:cubicBezTo>
                      <a:pt x="376" y="382"/>
                      <a:pt x="377" y="381"/>
                      <a:pt x="378" y="381"/>
                    </a:cubicBezTo>
                    <a:cubicBezTo>
                      <a:pt x="379" y="381"/>
                      <a:pt x="380" y="381"/>
                      <a:pt x="380" y="382"/>
                    </a:cubicBezTo>
                    <a:cubicBezTo>
                      <a:pt x="422" y="407"/>
                      <a:pt x="422" y="407"/>
                      <a:pt x="422" y="407"/>
                    </a:cubicBezTo>
                    <a:cubicBezTo>
                      <a:pt x="423" y="407"/>
                      <a:pt x="424" y="408"/>
                      <a:pt x="424" y="409"/>
                    </a:cubicBezTo>
                    <a:cubicBezTo>
                      <a:pt x="425" y="410"/>
                      <a:pt x="425" y="412"/>
                      <a:pt x="425" y="413"/>
                    </a:cubicBezTo>
                    <a:cubicBezTo>
                      <a:pt x="425" y="414"/>
                      <a:pt x="425" y="414"/>
                      <a:pt x="425" y="414"/>
                    </a:cubicBezTo>
                    <a:cubicBezTo>
                      <a:pt x="423" y="426"/>
                      <a:pt x="423" y="426"/>
                      <a:pt x="423" y="426"/>
                    </a:cubicBezTo>
                    <a:cubicBezTo>
                      <a:pt x="423" y="429"/>
                      <a:pt x="421" y="434"/>
                      <a:pt x="419" y="436"/>
                    </a:cubicBezTo>
                    <a:cubicBezTo>
                      <a:pt x="315" y="584"/>
                      <a:pt x="315" y="584"/>
                      <a:pt x="315" y="584"/>
                    </a:cubicBezTo>
                    <a:cubicBezTo>
                      <a:pt x="313" y="587"/>
                      <a:pt x="311" y="592"/>
                      <a:pt x="310" y="596"/>
                    </a:cubicBezTo>
                    <a:cubicBezTo>
                      <a:pt x="303" y="621"/>
                      <a:pt x="303" y="621"/>
                      <a:pt x="303" y="621"/>
                    </a:cubicBezTo>
                    <a:cubicBezTo>
                      <a:pt x="302" y="625"/>
                      <a:pt x="301" y="631"/>
                      <a:pt x="301" y="635"/>
                    </a:cubicBezTo>
                    <a:cubicBezTo>
                      <a:pt x="301" y="662"/>
                      <a:pt x="301" y="662"/>
                      <a:pt x="301" y="662"/>
                    </a:cubicBezTo>
                    <a:cubicBezTo>
                      <a:pt x="301" y="663"/>
                      <a:pt x="301" y="663"/>
                      <a:pt x="301" y="663"/>
                    </a:cubicBezTo>
                    <a:cubicBezTo>
                      <a:pt x="301" y="663"/>
                      <a:pt x="301" y="663"/>
                      <a:pt x="301" y="663"/>
                    </a:cubicBezTo>
                    <a:cubicBezTo>
                      <a:pt x="302" y="664"/>
                      <a:pt x="302" y="664"/>
                      <a:pt x="302" y="664"/>
                    </a:cubicBezTo>
                    <a:cubicBezTo>
                      <a:pt x="302" y="663"/>
                      <a:pt x="302" y="663"/>
                      <a:pt x="302" y="663"/>
                    </a:cubicBezTo>
                    <a:cubicBezTo>
                      <a:pt x="301" y="663"/>
                      <a:pt x="301" y="663"/>
                      <a:pt x="301" y="663"/>
                    </a:cubicBezTo>
                    <a:cubicBezTo>
                      <a:pt x="302" y="664"/>
                      <a:pt x="302" y="664"/>
                      <a:pt x="302" y="664"/>
                    </a:cubicBezTo>
                    <a:cubicBezTo>
                      <a:pt x="302" y="663"/>
                      <a:pt x="302" y="663"/>
                      <a:pt x="302" y="663"/>
                    </a:cubicBezTo>
                    <a:cubicBezTo>
                      <a:pt x="303" y="664"/>
                      <a:pt x="303" y="664"/>
                      <a:pt x="303" y="664"/>
                    </a:cubicBezTo>
                    <a:cubicBezTo>
                      <a:pt x="303" y="663"/>
                      <a:pt x="303" y="663"/>
                      <a:pt x="303" y="663"/>
                    </a:cubicBezTo>
                    <a:cubicBezTo>
                      <a:pt x="302" y="663"/>
                      <a:pt x="302" y="663"/>
                      <a:pt x="302" y="663"/>
                    </a:cubicBezTo>
                    <a:cubicBezTo>
                      <a:pt x="303" y="664"/>
                      <a:pt x="303" y="664"/>
                      <a:pt x="303" y="664"/>
                    </a:cubicBezTo>
                    <a:cubicBezTo>
                      <a:pt x="303" y="663"/>
                      <a:pt x="303" y="663"/>
                      <a:pt x="303" y="663"/>
                    </a:cubicBezTo>
                    <a:cubicBezTo>
                      <a:pt x="303" y="664"/>
                      <a:pt x="303" y="664"/>
                      <a:pt x="303" y="664"/>
                    </a:cubicBezTo>
                    <a:cubicBezTo>
                      <a:pt x="303" y="663"/>
                      <a:pt x="303" y="663"/>
                      <a:pt x="303" y="663"/>
                    </a:cubicBezTo>
                    <a:cubicBezTo>
                      <a:pt x="303" y="663"/>
                      <a:pt x="303" y="663"/>
                      <a:pt x="303" y="663"/>
                    </a:cubicBezTo>
                    <a:cubicBezTo>
                      <a:pt x="303" y="664"/>
                      <a:pt x="303" y="664"/>
                      <a:pt x="303" y="664"/>
                    </a:cubicBezTo>
                    <a:cubicBezTo>
                      <a:pt x="303" y="663"/>
                      <a:pt x="303" y="663"/>
                      <a:pt x="303" y="663"/>
                    </a:cubicBezTo>
                    <a:cubicBezTo>
                      <a:pt x="303" y="663"/>
                      <a:pt x="303" y="663"/>
                      <a:pt x="303" y="663"/>
                    </a:cubicBezTo>
                    <a:cubicBezTo>
                      <a:pt x="303" y="663"/>
                      <a:pt x="303" y="663"/>
                      <a:pt x="303" y="663"/>
                    </a:cubicBezTo>
                    <a:cubicBezTo>
                      <a:pt x="303" y="663"/>
                      <a:pt x="303" y="663"/>
                      <a:pt x="303" y="663"/>
                    </a:cubicBezTo>
                    <a:cubicBezTo>
                      <a:pt x="303" y="663"/>
                      <a:pt x="303" y="663"/>
                      <a:pt x="303" y="663"/>
                    </a:cubicBezTo>
                    <a:cubicBezTo>
                      <a:pt x="303" y="663"/>
                      <a:pt x="303" y="663"/>
                      <a:pt x="303" y="663"/>
                    </a:cubicBezTo>
                    <a:cubicBezTo>
                      <a:pt x="303" y="663"/>
                      <a:pt x="303" y="663"/>
                      <a:pt x="303" y="663"/>
                    </a:cubicBezTo>
                    <a:cubicBezTo>
                      <a:pt x="303" y="663"/>
                      <a:pt x="303" y="663"/>
                      <a:pt x="303" y="663"/>
                    </a:cubicBezTo>
                    <a:cubicBezTo>
                      <a:pt x="303" y="663"/>
                      <a:pt x="303" y="663"/>
                      <a:pt x="303" y="663"/>
                    </a:cubicBezTo>
                    <a:cubicBezTo>
                      <a:pt x="303" y="663"/>
                      <a:pt x="303" y="663"/>
                      <a:pt x="303" y="663"/>
                    </a:cubicBezTo>
                    <a:cubicBezTo>
                      <a:pt x="303" y="663"/>
                      <a:pt x="303" y="663"/>
                      <a:pt x="303" y="663"/>
                    </a:cubicBezTo>
                    <a:cubicBezTo>
                      <a:pt x="303" y="663"/>
                      <a:pt x="303" y="663"/>
                      <a:pt x="303" y="662"/>
                    </a:cubicBezTo>
                    <a:cubicBezTo>
                      <a:pt x="286" y="629"/>
                      <a:pt x="286" y="629"/>
                      <a:pt x="286" y="629"/>
                    </a:cubicBezTo>
                    <a:cubicBezTo>
                      <a:pt x="284" y="627"/>
                      <a:pt x="283" y="621"/>
                      <a:pt x="283" y="618"/>
                    </a:cubicBezTo>
                    <a:cubicBezTo>
                      <a:pt x="283" y="479"/>
                      <a:pt x="283" y="479"/>
                      <a:pt x="283" y="479"/>
                    </a:cubicBezTo>
                    <a:cubicBezTo>
                      <a:pt x="283" y="474"/>
                      <a:pt x="282" y="469"/>
                      <a:pt x="280" y="465"/>
                    </a:cubicBezTo>
                    <a:cubicBezTo>
                      <a:pt x="244" y="405"/>
                      <a:pt x="244" y="405"/>
                      <a:pt x="244" y="405"/>
                    </a:cubicBezTo>
                    <a:cubicBezTo>
                      <a:pt x="243" y="403"/>
                      <a:pt x="242" y="400"/>
                      <a:pt x="242" y="397"/>
                    </a:cubicBezTo>
                    <a:cubicBezTo>
                      <a:pt x="242" y="396"/>
                      <a:pt x="242" y="395"/>
                      <a:pt x="242" y="395"/>
                    </a:cubicBezTo>
                    <a:cubicBezTo>
                      <a:pt x="250" y="346"/>
                      <a:pt x="250" y="346"/>
                      <a:pt x="250" y="346"/>
                    </a:cubicBezTo>
                    <a:cubicBezTo>
                      <a:pt x="251" y="345"/>
                      <a:pt x="251" y="344"/>
                      <a:pt x="251" y="343"/>
                    </a:cubicBezTo>
                    <a:cubicBezTo>
                      <a:pt x="251" y="340"/>
                      <a:pt x="250" y="336"/>
                      <a:pt x="248" y="333"/>
                    </a:cubicBezTo>
                    <a:cubicBezTo>
                      <a:pt x="248" y="333"/>
                      <a:pt x="248" y="333"/>
                      <a:pt x="248" y="333"/>
                    </a:cubicBezTo>
                    <a:cubicBezTo>
                      <a:pt x="247" y="332"/>
                      <a:pt x="247" y="332"/>
                      <a:pt x="247" y="332"/>
                    </a:cubicBezTo>
                    <a:cubicBezTo>
                      <a:pt x="247" y="332"/>
                      <a:pt x="247" y="332"/>
                      <a:pt x="247" y="332"/>
                    </a:cubicBezTo>
                    <a:cubicBezTo>
                      <a:pt x="246" y="330"/>
                      <a:pt x="245" y="328"/>
                      <a:pt x="243" y="327"/>
                    </a:cubicBezTo>
                    <a:cubicBezTo>
                      <a:pt x="241" y="326"/>
                      <a:pt x="239" y="325"/>
                      <a:pt x="237" y="325"/>
                    </a:cubicBezTo>
                    <a:cubicBezTo>
                      <a:pt x="228" y="325"/>
                      <a:pt x="228" y="325"/>
                      <a:pt x="228" y="325"/>
                    </a:cubicBezTo>
                    <a:cubicBezTo>
                      <a:pt x="227" y="325"/>
                      <a:pt x="225" y="325"/>
                      <a:pt x="224" y="324"/>
                    </a:cubicBezTo>
                    <a:cubicBezTo>
                      <a:pt x="223" y="323"/>
                      <a:pt x="222" y="322"/>
                      <a:pt x="221" y="321"/>
                    </a:cubicBezTo>
                    <a:cubicBezTo>
                      <a:pt x="211" y="302"/>
                      <a:pt x="211" y="302"/>
                      <a:pt x="211" y="302"/>
                    </a:cubicBezTo>
                    <a:cubicBezTo>
                      <a:pt x="209" y="299"/>
                      <a:pt x="206" y="295"/>
                      <a:pt x="203" y="293"/>
                    </a:cubicBezTo>
                    <a:cubicBezTo>
                      <a:pt x="181" y="280"/>
                      <a:pt x="181" y="280"/>
                      <a:pt x="181" y="280"/>
                    </a:cubicBezTo>
                    <a:cubicBezTo>
                      <a:pt x="178" y="278"/>
                      <a:pt x="174" y="277"/>
                      <a:pt x="170" y="277"/>
                    </a:cubicBezTo>
                    <a:cubicBezTo>
                      <a:pt x="162" y="277"/>
                      <a:pt x="162" y="277"/>
                      <a:pt x="162" y="277"/>
                    </a:cubicBezTo>
                    <a:cubicBezTo>
                      <a:pt x="161" y="277"/>
                      <a:pt x="159" y="276"/>
                      <a:pt x="157" y="276"/>
                    </a:cubicBezTo>
                    <a:cubicBezTo>
                      <a:pt x="156" y="275"/>
                      <a:pt x="154" y="274"/>
                      <a:pt x="153" y="274"/>
                    </a:cubicBezTo>
                    <a:cubicBezTo>
                      <a:pt x="140" y="263"/>
                      <a:pt x="140" y="263"/>
                      <a:pt x="140" y="263"/>
                    </a:cubicBezTo>
                    <a:cubicBezTo>
                      <a:pt x="139" y="262"/>
                      <a:pt x="138" y="261"/>
                      <a:pt x="137" y="259"/>
                    </a:cubicBezTo>
                    <a:cubicBezTo>
                      <a:pt x="136" y="258"/>
                      <a:pt x="136" y="256"/>
                      <a:pt x="136" y="254"/>
                    </a:cubicBezTo>
                    <a:cubicBezTo>
                      <a:pt x="136" y="249"/>
                      <a:pt x="136" y="249"/>
                      <a:pt x="136" y="249"/>
                    </a:cubicBezTo>
                    <a:cubicBezTo>
                      <a:pt x="136" y="245"/>
                      <a:pt x="135" y="239"/>
                      <a:pt x="133" y="236"/>
                    </a:cubicBezTo>
                    <a:cubicBezTo>
                      <a:pt x="113" y="201"/>
                      <a:pt x="113" y="201"/>
                      <a:pt x="113" y="201"/>
                    </a:cubicBezTo>
                    <a:cubicBezTo>
                      <a:pt x="112" y="201"/>
                      <a:pt x="112" y="200"/>
                      <a:pt x="112" y="200"/>
                    </a:cubicBezTo>
                    <a:cubicBezTo>
                      <a:pt x="111" y="199"/>
                      <a:pt x="111" y="199"/>
                      <a:pt x="111" y="199"/>
                    </a:cubicBezTo>
                    <a:cubicBezTo>
                      <a:pt x="110" y="199"/>
                      <a:pt x="110" y="198"/>
                      <a:pt x="109" y="198"/>
                    </a:cubicBezTo>
                    <a:cubicBezTo>
                      <a:pt x="108" y="199"/>
                      <a:pt x="108" y="199"/>
                      <a:pt x="108" y="199"/>
                    </a:cubicBezTo>
                    <a:cubicBezTo>
                      <a:pt x="107" y="199"/>
                      <a:pt x="107" y="200"/>
                      <a:pt x="107" y="200"/>
                    </a:cubicBezTo>
                    <a:cubicBezTo>
                      <a:pt x="107" y="201"/>
                      <a:pt x="107" y="201"/>
                      <a:pt x="107" y="201"/>
                    </a:cubicBezTo>
                    <a:cubicBezTo>
                      <a:pt x="107" y="202"/>
                      <a:pt x="107" y="203"/>
                      <a:pt x="107" y="204"/>
                    </a:cubicBezTo>
                    <a:cubicBezTo>
                      <a:pt x="116" y="239"/>
                      <a:pt x="116" y="239"/>
                      <a:pt x="116" y="239"/>
                    </a:cubicBezTo>
                    <a:cubicBezTo>
                      <a:pt x="116" y="240"/>
                      <a:pt x="116" y="240"/>
                      <a:pt x="116" y="240"/>
                    </a:cubicBezTo>
                    <a:cubicBezTo>
                      <a:pt x="116" y="240"/>
                      <a:pt x="116" y="240"/>
                      <a:pt x="116" y="240"/>
                    </a:cubicBezTo>
                    <a:cubicBezTo>
                      <a:pt x="116" y="241"/>
                      <a:pt x="116" y="241"/>
                      <a:pt x="116" y="241"/>
                    </a:cubicBezTo>
                    <a:cubicBezTo>
                      <a:pt x="116" y="241"/>
                      <a:pt x="116" y="241"/>
                      <a:pt x="116" y="241"/>
                    </a:cubicBezTo>
                    <a:cubicBezTo>
                      <a:pt x="118" y="241"/>
                      <a:pt x="118" y="241"/>
                      <a:pt x="118" y="241"/>
                    </a:cubicBezTo>
                    <a:cubicBezTo>
                      <a:pt x="116" y="240"/>
                      <a:pt x="116" y="240"/>
                      <a:pt x="116" y="240"/>
                    </a:cubicBezTo>
                    <a:cubicBezTo>
                      <a:pt x="116" y="241"/>
                      <a:pt x="116" y="241"/>
                      <a:pt x="116" y="241"/>
                    </a:cubicBezTo>
                    <a:cubicBezTo>
                      <a:pt x="118" y="241"/>
                      <a:pt x="118" y="241"/>
                      <a:pt x="118" y="241"/>
                    </a:cubicBezTo>
                    <a:cubicBezTo>
                      <a:pt x="116" y="240"/>
                      <a:pt x="116" y="240"/>
                      <a:pt x="116" y="240"/>
                    </a:cubicBezTo>
                    <a:cubicBezTo>
                      <a:pt x="118" y="241"/>
                      <a:pt x="118" y="241"/>
                      <a:pt x="118" y="241"/>
                    </a:cubicBezTo>
                    <a:cubicBezTo>
                      <a:pt x="117" y="239"/>
                      <a:pt x="117" y="239"/>
                      <a:pt x="117" y="239"/>
                    </a:cubicBezTo>
                    <a:cubicBezTo>
                      <a:pt x="116" y="240"/>
                      <a:pt x="116" y="240"/>
                      <a:pt x="116" y="240"/>
                    </a:cubicBezTo>
                    <a:cubicBezTo>
                      <a:pt x="118" y="241"/>
                      <a:pt x="118" y="241"/>
                      <a:pt x="118" y="241"/>
                    </a:cubicBezTo>
                    <a:cubicBezTo>
                      <a:pt x="117" y="239"/>
                      <a:pt x="117" y="239"/>
                      <a:pt x="117" y="239"/>
                    </a:cubicBezTo>
                    <a:cubicBezTo>
                      <a:pt x="118" y="241"/>
                      <a:pt x="118" y="241"/>
                      <a:pt x="118" y="241"/>
                    </a:cubicBezTo>
                    <a:cubicBezTo>
                      <a:pt x="118" y="239"/>
                      <a:pt x="118" y="239"/>
                      <a:pt x="118" y="239"/>
                    </a:cubicBezTo>
                    <a:cubicBezTo>
                      <a:pt x="117" y="239"/>
                      <a:pt x="117" y="239"/>
                      <a:pt x="117" y="239"/>
                    </a:cubicBezTo>
                    <a:cubicBezTo>
                      <a:pt x="118" y="241"/>
                      <a:pt x="118" y="241"/>
                      <a:pt x="118" y="241"/>
                    </a:cubicBezTo>
                    <a:cubicBezTo>
                      <a:pt x="118" y="239"/>
                      <a:pt x="118" y="239"/>
                      <a:pt x="118" y="239"/>
                    </a:cubicBezTo>
                    <a:cubicBezTo>
                      <a:pt x="118" y="241"/>
                      <a:pt x="118" y="241"/>
                      <a:pt x="118" y="241"/>
                    </a:cubicBezTo>
                    <a:cubicBezTo>
                      <a:pt x="120" y="239"/>
                      <a:pt x="120" y="239"/>
                      <a:pt x="120" y="239"/>
                    </a:cubicBezTo>
                    <a:cubicBezTo>
                      <a:pt x="119" y="239"/>
                      <a:pt x="119" y="239"/>
                      <a:pt x="118" y="239"/>
                    </a:cubicBezTo>
                    <a:cubicBezTo>
                      <a:pt x="118" y="241"/>
                      <a:pt x="118" y="241"/>
                      <a:pt x="118" y="241"/>
                    </a:cubicBezTo>
                    <a:cubicBezTo>
                      <a:pt x="120" y="239"/>
                      <a:pt x="120" y="239"/>
                      <a:pt x="120" y="239"/>
                    </a:cubicBezTo>
                    <a:cubicBezTo>
                      <a:pt x="119" y="240"/>
                      <a:pt x="119" y="240"/>
                      <a:pt x="119" y="240"/>
                    </a:cubicBezTo>
                    <a:cubicBezTo>
                      <a:pt x="120" y="239"/>
                      <a:pt x="120" y="239"/>
                      <a:pt x="120" y="239"/>
                    </a:cubicBezTo>
                    <a:cubicBezTo>
                      <a:pt x="120" y="239"/>
                      <a:pt x="120" y="239"/>
                      <a:pt x="120" y="239"/>
                    </a:cubicBezTo>
                    <a:cubicBezTo>
                      <a:pt x="119" y="240"/>
                      <a:pt x="119" y="240"/>
                      <a:pt x="119" y="240"/>
                    </a:cubicBezTo>
                    <a:cubicBezTo>
                      <a:pt x="120" y="239"/>
                      <a:pt x="120" y="239"/>
                      <a:pt x="120" y="239"/>
                    </a:cubicBezTo>
                    <a:cubicBezTo>
                      <a:pt x="120" y="239"/>
                      <a:pt x="119" y="239"/>
                      <a:pt x="119" y="238"/>
                    </a:cubicBezTo>
                    <a:cubicBezTo>
                      <a:pt x="84" y="155"/>
                      <a:pt x="84" y="155"/>
                      <a:pt x="84" y="155"/>
                    </a:cubicBezTo>
                    <a:cubicBezTo>
                      <a:pt x="83" y="153"/>
                      <a:pt x="83" y="150"/>
                      <a:pt x="83" y="147"/>
                    </a:cubicBezTo>
                    <a:cubicBezTo>
                      <a:pt x="83" y="146"/>
                      <a:pt x="83" y="145"/>
                      <a:pt x="83" y="144"/>
                    </a:cubicBezTo>
                    <a:cubicBezTo>
                      <a:pt x="91" y="108"/>
                      <a:pt x="91" y="108"/>
                      <a:pt x="91" y="108"/>
                    </a:cubicBezTo>
                    <a:cubicBezTo>
                      <a:pt x="92" y="107"/>
                      <a:pt x="92" y="105"/>
                      <a:pt x="92" y="104"/>
                    </a:cubicBezTo>
                    <a:cubicBezTo>
                      <a:pt x="92" y="100"/>
                      <a:pt x="91" y="97"/>
                      <a:pt x="90" y="95"/>
                    </a:cubicBezTo>
                    <a:cubicBezTo>
                      <a:pt x="72" y="53"/>
                      <a:pt x="72" y="53"/>
                      <a:pt x="72" y="53"/>
                    </a:cubicBezTo>
                    <a:cubicBezTo>
                      <a:pt x="72" y="51"/>
                      <a:pt x="71" y="50"/>
                      <a:pt x="70" y="49"/>
                    </a:cubicBezTo>
                    <a:cubicBezTo>
                      <a:pt x="69" y="48"/>
                      <a:pt x="67" y="48"/>
                      <a:pt x="66" y="48"/>
                    </a:cubicBezTo>
                    <a:cubicBezTo>
                      <a:pt x="65" y="48"/>
                      <a:pt x="64" y="48"/>
                      <a:pt x="63" y="48"/>
                    </a:cubicBezTo>
                    <a:cubicBezTo>
                      <a:pt x="63" y="48"/>
                      <a:pt x="63" y="48"/>
                      <a:pt x="63" y="48"/>
                    </a:cubicBezTo>
                    <a:cubicBezTo>
                      <a:pt x="63" y="48"/>
                      <a:pt x="63" y="48"/>
                      <a:pt x="63" y="48"/>
                    </a:cubicBezTo>
                    <a:cubicBezTo>
                      <a:pt x="63" y="49"/>
                      <a:pt x="62" y="49"/>
                      <a:pt x="61" y="49"/>
                    </a:cubicBezTo>
                    <a:cubicBezTo>
                      <a:pt x="60" y="49"/>
                      <a:pt x="58" y="48"/>
                      <a:pt x="57" y="47"/>
                    </a:cubicBezTo>
                    <a:cubicBezTo>
                      <a:pt x="50" y="42"/>
                      <a:pt x="50" y="42"/>
                      <a:pt x="50" y="42"/>
                    </a:cubicBezTo>
                    <a:cubicBezTo>
                      <a:pt x="48" y="40"/>
                      <a:pt x="46" y="39"/>
                      <a:pt x="44" y="39"/>
                    </a:cubicBezTo>
                    <a:cubicBezTo>
                      <a:pt x="42" y="39"/>
                      <a:pt x="40" y="40"/>
                      <a:pt x="39" y="41"/>
                    </a:cubicBezTo>
                    <a:cubicBezTo>
                      <a:pt x="4" y="63"/>
                      <a:pt x="4" y="63"/>
                      <a:pt x="4" y="63"/>
                    </a:cubicBezTo>
                    <a:cubicBezTo>
                      <a:pt x="3" y="64"/>
                      <a:pt x="3" y="64"/>
                      <a:pt x="3" y="64"/>
                    </a:cubicBezTo>
                    <a:cubicBezTo>
                      <a:pt x="3" y="64"/>
                      <a:pt x="3" y="64"/>
                      <a:pt x="3" y="64"/>
                    </a:cubicBezTo>
                    <a:cubicBezTo>
                      <a:pt x="3" y="64"/>
                      <a:pt x="3" y="64"/>
                      <a:pt x="3" y="64"/>
                    </a:cubicBezTo>
                    <a:cubicBezTo>
                      <a:pt x="3" y="64"/>
                      <a:pt x="3" y="64"/>
                      <a:pt x="3" y="64"/>
                    </a:cubicBezTo>
                    <a:cubicBezTo>
                      <a:pt x="3" y="64"/>
                      <a:pt x="3" y="64"/>
                      <a:pt x="3" y="64"/>
                    </a:cubicBezTo>
                    <a:cubicBezTo>
                      <a:pt x="3" y="64"/>
                      <a:pt x="3" y="64"/>
                      <a:pt x="3" y="64"/>
                    </a:cubicBezTo>
                    <a:cubicBezTo>
                      <a:pt x="3" y="64"/>
                      <a:pt x="3" y="64"/>
                      <a:pt x="3" y="64"/>
                    </a:cubicBezTo>
                    <a:cubicBezTo>
                      <a:pt x="3" y="65"/>
                      <a:pt x="3" y="65"/>
                      <a:pt x="3" y="65"/>
                    </a:cubicBezTo>
                    <a:cubicBezTo>
                      <a:pt x="4" y="64"/>
                      <a:pt x="4" y="64"/>
                      <a:pt x="4" y="64"/>
                    </a:cubicBezTo>
                    <a:cubicBezTo>
                      <a:pt x="3" y="64"/>
                      <a:pt x="3" y="64"/>
                      <a:pt x="3" y="64"/>
                    </a:cubicBezTo>
                    <a:cubicBezTo>
                      <a:pt x="3" y="65"/>
                      <a:pt x="3" y="65"/>
                      <a:pt x="3" y="65"/>
                    </a:cubicBezTo>
                    <a:cubicBezTo>
                      <a:pt x="4" y="64"/>
                      <a:pt x="4" y="64"/>
                      <a:pt x="4" y="64"/>
                    </a:cubicBezTo>
                    <a:cubicBezTo>
                      <a:pt x="3" y="65"/>
                      <a:pt x="3" y="65"/>
                      <a:pt x="3" y="65"/>
                    </a:cubicBezTo>
                    <a:cubicBezTo>
                      <a:pt x="5" y="65"/>
                      <a:pt x="5" y="65"/>
                      <a:pt x="5" y="65"/>
                    </a:cubicBezTo>
                    <a:cubicBezTo>
                      <a:pt x="5" y="65"/>
                      <a:pt x="5" y="65"/>
                      <a:pt x="4" y="64"/>
                    </a:cubicBezTo>
                    <a:cubicBezTo>
                      <a:pt x="3" y="65"/>
                      <a:pt x="3" y="65"/>
                      <a:pt x="3" y="65"/>
                    </a:cubicBezTo>
                    <a:cubicBezTo>
                      <a:pt x="5" y="65"/>
                      <a:pt x="5" y="65"/>
                      <a:pt x="5" y="65"/>
                    </a:cubicBezTo>
                    <a:cubicBezTo>
                      <a:pt x="4" y="65"/>
                      <a:pt x="4" y="65"/>
                      <a:pt x="4" y="65"/>
                    </a:cubicBezTo>
                    <a:cubicBezTo>
                      <a:pt x="5" y="65"/>
                      <a:pt x="5" y="65"/>
                      <a:pt x="5" y="65"/>
                    </a:cubicBezTo>
                    <a:cubicBezTo>
                      <a:pt x="5" y="65"/>
                      <a:pt x="5" y="65"/>
                      <a:pt x="5" y="65"/>
                    </a:cubicBezTo>
                    <a:cubicBezTo>
                      <a:pt x="4" y="65"/>
                      <a:pt x="4" y="65"/>
                      <a:pt x="4" y="65"/>
                    </a:cubicBezTo>
                    <a:cubicBezTo>
                      <a:pt x="5" y="65"/>
                      <a:pt x="5" y="65"/>
                      <a:pt x="5" y="65"/>
                    </a:cubicBezTo>
                    <a:cubicBezTo>
                      <a:pt x="5" y="65"/>
                      <a:pt x="5" y="65"/>
                      <a:pt x="5" y="64"/>
                    </a:cubicBezTo>
                    <a:cubicBezTo>
                      <a:pt x="11" y="54"/>
                      <a:pt x="11" y="54"/>
                      <a:pt x="11" y="54"/>
                    </a:cubicBezTo>
                    <a:cubicBezTo>
                      <a:pt x="12" y="53"/>
                      <a:pt x="12" y="51"/>
                      <a:pt x="12" y="50"/>
                    </a:cubicBezTo>
                    <a:cubicBezTo>
                      <a:pt x="12" y="47"/>
                      <a:pt x="11" y="44"/>
                      <a:pt x="9" y="43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8" y="42"/>
                      <a:pt x="8" y="41"/>
                      <a:pt x="8" y="41"/>
                    </a:cubicBezTo>
                    <a:cubicBezTo>
                      <a:pt x="8" y="40"/>
                      <a:pt x="8" y="39"/>
                      <a:pt x="9" y="39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20" y="29"/>
                      <a:pt x="23" y="25"/>
                      <a:pt x="26" y="23"/>
                    </a:cubicBezTo>
                    <a:cubicBezTo>
                      <a:pt x="40" y="7"/>
                      <a:pt x="40" y="7"/>
                      <a:pt x="40" y="7"/>
                    </a:cubicBezTo>
                    <a:cubicBezTo>
                      <a:pt x="38" y="6"/>
                      <a:pt x="38" y="6"/>
                      <a:pt x="38" y="6"/>
                    </a:cubicBezTo>
                    <a:cubicBezTo>
                      <a:pt x="36" y="5"/>
                      <a:pt x="36" y="5"/>
                      <a:pt x="36" y="5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0" y="22"/>
                      <a:pt x="17" y="26"/>
                      <a:pt x="15" y="28"/>
                    </a:cubicBezTo>
                    <a:cubicBezTo>
                      <a:pt x="6" y="35"/>
                      <a:pt x="6" y="35"/>
                      <a:pt x="6" y="35"/>
                    </a:cubicBezTo>
                    <a:cubicBezTo>
                      <a:pt x="4" y="37"/>
                      <a:pt x="3" y="39"/>
                      <a:pt x="3" y="41"/>
                    </a:cubicBezTo>
                    <a:cubicBezTo>
                      <a:pt x="3" y="43"/>
                      <a:pt x="4" y="45"/>
                      <a:pt x="6" y="46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6"/>
                      <a:pt x="6" y="46"/>
                    </a:cubicBezTo>
                    <a:cubicBezTo>
                      <a:pt x="7" y="47"/>
                      <a:pt x="8" y="48"/>
                      <a:pt x="8" y="50"/>
                    </a:cubicBezTo>
                    <a:cubicBezTo>
                      <a:pt x="8" y="50"/>
                      <a:pt x="8" y="51"/>
                      <a:pt x="7" y="52"/>
                    </a:cubicBezTo>
                    <a:cubicBezTo>
                      <a:pt x="2" y="62"/>
                      <a:pt x="2" y="62"/>
                      <a:pt x="2" y="62"/>
                    </a:cubicBezTo>
                    <a:cubicBezTo>
                      <a:pt x="1" y="62"/>
                      <a:pt x="1" y="63"/>
                      <a:pt x="1" y="63"/>
                    </a:cubicBezTo>
                    <a:cubicBezTo>
                      <a:pt x="1" y="64"/>
                      <a:pt x="0" y="65"/>
                      <a:pt x="0" y="65"/>
                    </a:cubicBezTo>
                    <a:cubicBezTo>
                      <a:pt x="0" y="66"/>
                      <a:pt x="0" y="66"/>
                      <a:pt x="1" y="67"/>
                    </a:cubicBezTo>
                    <a:cubicBezTo>
                      <a:pt x="2" y="68"/>
                      <a:pt x="3" y="68"/>
                      <a:pt x="3" y="68"/>
                    </a:cubicBezTo>
                    <a:cubicBezTo>
                      <a:pt x="4" y="68"/>
                      <a:pt x="5" y="68"/>
                      <a:pt x="6" y="67"/>
                    </a:cubicBezTo>
                    <a:cubicBezTo>
                      <a:pt x="41" y="44"/>
                      <a:pt x="41" y="44"/>
                      <a:pt x="41" y="44"/>
                    </a:cubicBezTo>
                    <a:cubicBezTo>
                      <a:pt x="42" y="44"/>
                      <a:pt x="43" y="44"/>
                      <a:pt x="44" y="44"/>
                    </a:cubicBezTo>
                    <a:cubicBezTo>
                      <a:pt x="45" y="44"/>
                      <a:pt x="47" y="44"/>
                      <a:pt x="47" y="45"/>
                    </a:cubicBezTo>
                    <a:cubicBezTo>
                      <a:pt x="54" y="51"/>
                      <a:pt x="54" y="51"/>
                      <a:pt x="54" y="51"/>
                    </a:cubicBezTo>
                    <a:cubicBezTo>
                      <a:pt x="56" y="52"/>
                      <a:pt x="59" y="53"/>
                      <a:pt x="61" y="53"/>
                    </a:cubicBezTo>
                    <a:cubicBezTo>
                      <a:pt x="62" y="53"/>
                      <a:pt x="64" y="53"/>
                      <a:pt x="65" y="52"/>
                    </a:cubicBezTo>
                    <a:cubicBezTo>
                      <a:pt x="65" y="52"/>
                      <a:pt x="65" y="52"/>
                      <a:pt x="65" y="52"/>
                    </a:cubicBezTo>
                    <a:cubicBezTo>
                      <a:pt x="65" y="52"/>
                      <a:pt x="65" y="52"/>
                      <a:pt x="65" y="52"/>
                    </a:cubicBezTo>
                    <a:cubicBezTo>
                      <a:pt x="66" y="52"/>
                      <a:pt x="66" y="52"/>
                      <a:pt x="66" y="52"/>
                    </a:cubicBezTo>
                    <a:cubicBezTo>
                      <a:pt x="66" y="52"/>
                      <a:pt x="67" y="52"/>
                      <a:pt x="67" y="53"/>
                    </a:cubicBezTo>
                    <a:cubicBezTo>
                      <a:pt x="68" y="53"/>
                      <a:pt x="68" y="54"/>
                      <a:pt x="69" y="55"/>
                    </a:cubicBezTo>
                    <a:cubicBezTo>
                      <a:pt x="86" y="96"/>
                      <a:pt x="86" y="96"/>
                      <a:pt x="86" y="96"/>
                    </a:cubicBezTo>
                    <a:cubicBezTo>
                      <a:pt x="87" y="98"/>
                      <a:pt x="87" y="101"/>
                      <a:pt x="87" y="104"/>
                    </a:cubicBezTo>
                    <a:cubicBezTo>
                      <a:pt x="87" y="105"/>
                      <a:pt x="87" y="106"/>
                      <a:pt x="87" y="107"/>
                    </a:cubicBezTo>
                    <a:cubicBezTo>
                      <a:pt x="79" y="143"/>
                      <a:pt x="79" y="143"/>
                      <a:pt x="79" y="143"/>
                    </a:cubicBezTo>
                    <a:cubicBezTo>
                      <a:pt x="79" y="144"/>
                      <a:pt x="79" y="146"/>
                      <a:pt x="79" y="147"/>
                    </a:cubicBezTo>
                    <a:cubicBezTo>
                      <a:pt x="79" y="151"/>
                      <a:pt x="79" y="154"/>
                      <a:pt x="80" y="156"/>
                    </a:cubicBezTo>
                    <a:cubicBezTo>
                      <a:pt x="115" y="239"/>
                      <a:pt x="115" y="239"/>
                      <a:pt x="115" y="239"/>
                    </a:cubicBezTo>
                    <a:cubicBezTo>
                      <a:pt x="115" y="240"/>
                      <a:pt x="116" y="241"/>
                      <a:pt x="116" y="241"/>
                    </a:cubicBezTo>
                    <a:cubicBezTo>
                      <a:pt x="116" y="242"/>
                      <a:pt x="116" y="242"/>
                      <a:pt x="116" y="242"/>
                    </a:cubicBezTo>
                    <a:cubicBezTo>
                      <a:pt x="117" y="243"/>
                      <a:pt x="117" y="243"/>
                      <a:pt x="117" y="243"/>
                    </a:cubicBezTo>
                    <a:cubicBezTo>
                      <a:pt x="117" y="243"/>
                      <a:pt x="117" y="243"/>
                      <a:pt x="118" y="243"/>
                    </a:cubicBezTo>
                    <a:cubicBezTo>
                      <a:pt x="119" y="243"/>
                      <a:pt x="119" y="243"/>
                      <a:pt x="120" y="242"/>
                    </a:cubicBezTo>
                    <a:cubicBezTo>
                      <a:pt x="120" y="241"/>
                      <a:pt x="120" y="241"/>
                      <a:pt x="120" y="241"/>
                    </a:cubicBezTo>
                    <a:cubicBezTo>
                      <a:pt x="121" y="241"/>
                      <a:pt x="121" y="241"/>
                      <a:pt x="121" y="241"/>
                    </a:cubicBezTo>
                    <a:cubicBezTo>
                      <a:pt x="120" y="240"/>
                      <a:pt x="120" y="239"/>
                      <a:pt x="120" y="238"/>
                    </a:cubicBezTo>
                    <a:cubicBezTo>
                      <a:pt x="111" y="203"/>
                      <a:pt x="111" y="203"/>
                      <a:pt x="111" y="203"/>
                    </a:cubicBezTo>
                    <a:cubicBezTo>
                      <a:pt x="111" y="202"/>
                      <a:pt x="111" y="201"/>
                      <a:pt x="111" y="201"/>
                    </a:cubicBezTo>
                    <a:cubicBezTo>
                      <a:pt x="111" y="201"/>
                      <a:pt x="111" y="201"/>
                      <a:pt x="111" y="201"/>
                    </a:cubicBezTo>
                    <a:cubicBezTo>
                      <a:pt x="110" y="201"/>
                      <a:pt x="110" y="201"/>
                      <a:pt x="110" y="201"/>
                    </a:cubicBezTo>
                    <a:cubicBezTo>
                      <a:pt x="111" y="202"/>
                      <a:pt x="111" y="202"/>
                      <a:pt x="111" y="202"/>
                    </a:cubicBezTo>
                    <a:cubicBezTo>
                      <a:pt x="111" y="201"/>
                      <a:pt x="111" y="201"/>
                      <a:pt x="111" y="201"/>
                    </a:cubicBezTo>
                    <a:cubicBezTo>
                      <a:pt x="110" y="201"/>
                      <a:pt x="110" y="201"/>
                      <a:pt x="110" y="201"/>
                    </a:cubicBezTo>
                    <a:cubicBezTo>
                      <a:pt x="111" y="202"/>
                      <a:pt x="111" y="202"/>
                      <a:pt x="111" y="202"/>
                    </a:cubicBezTo>
                    <a:cubicBezTo>
                      <a:pt x="109" y="201"/>
                      <a:pt x="109" y="201"/>
                      <a:pt x="109" y="201"/>
                    </a:cubicBezTo>
                    <a:cubicBezTo>
                      <a:pt x="110" y="202"/>
                      <a:pt x="110" y="202"/>
                      <a:pt x="110" y="202"/>
                    </a:cubicBezTo>
                    <a:cubicBezTo>
                      <a:pt x="111" y="202"/>
                      <a:pt x="111" y="202"/>
                      <a:pt x="111" y="202"/>
                    </a:cubicBezTo>
                    <a:cubicBezTo>
                      <a:pt x="109" y="201"/>
                      <a:pt x="109" y="201"/>
                      <a:pt x="109" y="201"/>
                    </a:cubicBezTo>
                    <a:cubicBezTo>
                      <a:pt x="110" y="202"/>
                      <a:pt x="110" y="202"/>
                      <a:pt x="110" y="202"/>
                    </a:cubicBezTo>
                    <a:cubicBezTo>
                      <a:pt x="109" y="201"/>
                      <a:pt x="109" y="201"/>
                      <a:pt x="109" y="201"/>
                    </a:cubicBezTo>
                    <a:cubicBezTo>
                      <a:pt x="109" y="203"/>
                      <a:pt x="109" y="203"/>
                      <a:pt x="109" y="203"/>
                    </a:cubicBezTo>
                    <a:cubicBezTo>
                      <a:pt x="110" y="202"/>
                      <a:pt x="110" y="202"/>
                      <a:pt x="110" y="202"/>
                    </a:cubicBezTo>
                    <a:cubicBezTo>
                      <a:pt x="109" y="201"/>
                      <a:pt x="109" y="201"/>
                      <a:pt x="109" y="201"/>
                    </a:cubicBezTo>
                    <a:cubicBezTo>
                      <a:pt x="109" y="203"/>
                      <a:pt x="109" y="203"/>
                      <a:pt x="109" y="203"/>
                    </a:cubicBezTo>
                    <a:cubicBezTo>
                      <a:pt x="109" y="201"/>
                      <a:pt x="109" y="201"/>
                      <a:pt x="109" y="201"/>
                    </a:cubicBezTo>
                    <a:cubicBezTo>
                      <a:pt x="108" y="202"/>
                      <a:pt x="108" y="202"/>
                      <a:pt x="108" y="202"/>
                    </a:cubicBezTo>
                    <a:cubicBezTo>
                      <a:pt x="109" y="203"/>
                      <a:pt x="109" y="203"/>
                      <a:pt x="109" y="203"/>
                    </a:cubicBezTo>
                    <a:cubicBezTo>
                      <a:pt x="109" y="201"/>
                      <a:pt x="109" y="201"/>
                      <a:pt x="109" y="201"/>
                    </a:cubicBezTo>
                    <a:cubicBezTo>
                      <a:pt x="108" y="202"/>
                      <a:pt x="108" y="202"/>
                      <a:pt x="108" y="202"/>
                    </a:cubicBezTo>
                    <a:cubicBezTo>
                      <a:pt x="109" y="202"/>
                      <a:pt x="109" y="202"/>
                      <a:pt x="109" y="202"/>
                    </a:cubicBezTo>
                    <a:cubicBezTo>
                      <a:pt x="108" y="202"/>
                      <a:pt x="108" y="202"/>
                      <a:pt x="108" y="202"/>
                    </a:cubicBezTo>
                    <a:cubicBezTo>
                      <a:pt x="108" y="202"/>
                      <a:pt x="108" y="202"/>
                      <a:pt x="108" y="202"/>
                    </a:cubicBezTo>
                    <a:cubicBezTo>
                      <a:pt x="109" y="202"/>
                      <a:pt x="109" y="202"/>
                      <a:pt x="109" y="202"/>
                    </a:cubicBezTo>
                    <a:cubicBezTo>
                      <a:pt x="108" y="202"/>
                      <a:pt x="108" y="202"/>
                      <a:pt x="108" y="202"/>
                    </a:cubicBezTo>
                    <a:cubicBezTo>
                      <a:pt x="108" y="203"/>
                      <a:pt x="108" y="203"/>
                      <a:pt x="108" y="203"/>
                    </a:cubicBezTo>
                    <a:cubicBezTo>
                      <a:pt x="109" y="203"/>
                      <a:pt x="109" y="203"/>
                      <a:pt x="109" y="204"/>
                    </a:cubicBezTo>
                    <a:cubicBezTo>
                      <a:pt x="129" y="238"/>
                      <a:pt x="129" y="238"/>
                      <a:pt x="129" y="238"/>
                    </a:cubicBezTo>
                    <a:cubicBezTo>
                      <a:pt x="130" y="240"/>
                      <a:pt x="132" y="246"/>
                      <a:pt x="132" y="249"/>
                    </a:cubicBezTo>
                    <a:cubicBezTo>
                      <a:pt x="132" y="254"/>
                      <a:pt x="132" y="254"/>
                      <a:pt x="132" y="254"/>
                    </a:cubicBezTo>
                    <a:cubicBezTo>
                      <a:pt x="132" y="257"/>
                      <a:pt x="132" y="259"/>
                      <a:pt x="133" y="261"/>
                    </a:cubicBezTo>
                    <a:cubicBezTo>
                      <a:pt x="134" y="263"/>
                      <a:pt x="135" y="265"/>
                      <a:pt x="137" y="266"/>
                    </a:cubicBezTo>
                    <a:cubicBezTo>
                      <a:pt x="151" y="277"/>
                      <a:pt x="151" y="277"/>
                      <a:pt x="151" y="277"/>
                    </a:cubicBezTo>
                    <a:cubicBezTo>
                      <a:pt x="152" y="278"/>
                      <a:pt x="154" y="279"/>
                      <a:pt x="156" y="280"/>
                    </a:cubicBezTo>
                    <a:cubicBezTo>
                      <a:pt x="158" y="281"/>
                      <a:pt x="160" y="281"/>
                      <a:pt x="162" y="281"/>
                    </a:cubicBezTo>
                    <a:cubicBezTo>
                      <a:pt x="170" y="281"/>
                      <a:pt x="170" y="281"/>
                      <a:pt x="170" y="281"/>
                    </a:cubicBezTo>
                    <a:cubicBezTo>
                      <a:pt x="173" y="281"/>
                      <a:pt x="177" y="282"/>
                      <a:pt x="179" y="284"/>
                    </a:cubicBezTo>
                    <a:cubicBezTo>
                      <a:pt x="200" y="297"/>
                      <a:pt x="200" y="297"/>
                      <a:pt x="200" y="297"/>
                    </a:cubicBezTo>
                    <a:cubicBezTo>
                      <a:pt x="202" y="298"/>
                      <a:pt x="206" y="302"/>
                      <a:pt x="207" y="304"/>
                    </a:cubicBezTo>
                    <a:cubicBezTo>
                      <a:pt x="218" y="323"/>
                      <a:pt x="218" y="323"/>
                      <a:pt x="218" y="323"/>
                    </a:cubicBezTo>
                    <a:cubicBezTo>
                      <a:pt x="219" y="325"/>
                      <a:pt x="220" y="326"/>
                      <a:pt x="222" y="328"/>
                    </a:cubicBezTo>
                    <a:cubicBezTo>
                      <a:pt x="224" y="329"/>
                      <a:pt x="225" y="330"/>
                      <a:pt x="228" y="330"/>
                    </a:cubicBezTo>
                    <a:cubicBezTo>
                      <a:pt x="237" y="330"/>
                      <a:pt x="237" y="330"/>
                      <a:pt x="237" y="330"/>
                    </a:cubicBezTo>
                    <a:cubicBezTo>
                      <a:pt x="238" y="330"/>
                      <a:pt x="239" y="330"/>
                      <a:pt x="241" y="331"/>
                    </a:cubicBezTo>
                    <a:cubicBezTo>
                      <a:pt x="242" y="332"/>
                      <a:pt x="243" y="333"/>
                      <a:pt x="244" y="334"/>
                    </a:cubicBezTo>
                    <a:cubicBezTo>
                      <a:pt x="244" y="335"/>
                      <a:pt x="244" y="335"/>
                      <a:pt x="244" y="335"/>
                    </a:cubicBezTo>
                    <a:cubicBezTo>
                      <a:pt x="244" y="335"/>
                      <a:pt x="244" y="335"/>
                      <a:pt x="244" y="335"/>
                    </a:cubicBezTo>
                    <a:cubicBezTo>
                      <a:pt x="244" y="335"/>
                      <a:pt x="244" y="335"/>
                      <a:pt x="244" y="335"/>
                    </a:cubicBezTo>
                    <a:cubicBezTo>
                      <a:pt x="246" y="337"/>
                      <a:pt x="246" y="340"/>
                      <a:pt x="246" y="343"/>
                    </a:cubicBezTo>
                    <a:cubicBezTo>
                      <a:pt x="246" y="344"/>
                      <a:pt x="246" y="345"/>
                      <a:pt x="246" y="345"/>
                    </a:cubicBezTo>
                    <a:cubicBezTo>
                      <a:pt x="238" y="394"/>
                      <a:pt x="238" y="394"/>
                      <a:pt x="238" y="394"/>
                    </a:cubicBezTo>
                    <a:cubicBezTo>
                      <a:pt x="238" y="395"/>
                      <a:pt x="237" y="396"/>
                      <a:pt x="237" y="397"/>
                    </a:cubicBezTo>
                    <a:cubicBezTo>
                      <a:pt x="237" y="400"/>
                      <a:pt x="238" y="404"/>
                      <a:pt x="240" y="407"/>
                    </a:cubicBezTo>
                    <a:cubicBezTo>
                      <a:pt x="276" y="468"/>
                      <a:pt x="276" y="468"/>
                      <a:pt x="276" y="468"/>
                    </a:cubicBezTo>
                    <a:cubicBezTo>
                      <a:pt x="278" y="470"/>
                      <a:pt x="279" y="475"/>
                      <a:pt x="279" y="479"/>
                    </a:cubicBezTo>
                    <a:cubicBezTo>
                      <a:pt x="279" y="618"/>
                      <a:pt x="279" y="618"/>
                      <a:pt x="279" y="618"/>
                    </a:cubicBezTo>
                    <a:cubicBezTo>
                      <a:pt x="279" y="622"/>
                      <a:pt x="280" y="628"/>
                      <a:pt x="282" y="631"/>
                    </a:cubicBezTo>
                    <a:cubicBezTo>
                      <a:pt x="299" y="664"/>
                      <a:pt x="299" y="664"/>
                      <a:pt x="299" y="664"/>
                    </a:cubicBezTo>
                    <a:cubicBezTo>
                      <a:pt x="299" y="665"/>
                      <a:pt x="300" y="665"/>
                      <a:pt x="300" y="666"/>
                    </a:cubicBezTo>
                    <a:cubicBezTo>
                      <a:pt x="300" y="666"/>
                      <a:pt x="301" y="666"/>
                      <a:pt x="301" y="667"/>
                    </a:cubicBezTo>
                    <a:cubicBezTo>
                      <a:pt x="301" y="667"/>
                      <a:pt x="302" y="667"/>
                      <a:pt x="303" y="667"/>
                    </a:cubicBezTo>
                    <a:cubicBezTo>
                      <a:pt x="303" y="667"/>
                      <a:pt x="304" y="667"/>
                      <a:pt x="305" y="666"/>
                    </a:cubicBezTo>
                    <a:cubicBezTo>
                      <a:pt x="305" y="665"/>
                      <a:pt x="305" y="665"/>
                      <a:pt x="306" y="664"/>
                    </a:cubicBezTo>
                    <a:cubicBezTo>
                      <a:pt x="306" y="663"/>
                      <a:pt x="306" y="663"/>
                      <a:pt x="306" y="662"/>
                    </a:cubicBezTo>
                    <a:cubicBezTo>
                      <a:pt x="306" y="635"/>
                      <a:pt x="306" y="635"/>
                      <a:pt x="306" y="635"/>
                    </a:cubicBezTo>
                    <a:cubicBezTo>
                      <a:pt x="306" y="631"/>
                      <a:pt x="307" y="626"/>
                      <a:pt x="307" y="622"/>
                    </a:cubicBezTo>
                    <a:cubicBezTo>
                      <a:pt x="314" y="597"/>
                      <a:pt x="314" y="597"/>
                      <a:pt x="314" y="597"/>
                    </a:cubicBezTo>
                    <a:cubicBezTo>
                      <a:pt x="315" y="594"/>
                      <a:pt x="317" y="589"/>
                      <a:pt x="319" y="587"/>
                    </a:cubicBezTo>
                    <a:cubicBezTo>
                      <a:pt x="423" y="439"/>
                      <a:pt x="423" y="439"/>
                      <a:pt x="423" y="439"/>
                    </a:cubicBezTo>
                    <a:cubicBezTo>
                      <a:pt x="425" y="436"/>
                      <a:pt x="427" y="431"/>
                      <a:pt x="428" y="427"/>
                    </a:cubicBezTo>
                    <a:cubicBezTo>
                      <a:pt x="429" y="415"/>
                      <a:pt x="429" y="415"/>
                      <a:pt x="429" y="415"/>
                    </a:cubicBezTo>
                    <a:cubicBezTo>
                      <a:pt x="429" y="414"/>
                      <a:pt x="429" y="414"/>
                      <a:pt x="429" y="413"/>
                    </a:cubicBezTo>
                    <a:cubicBezTo>
                      <a:pt x="429" y="411"/>
                      <a:pt x="429" y="409"/>
                      <a:pt x="428" y="408"/>
                    </a:cubicBezTo>
                    <a:cubicBezTo>
                      <a:pt x="427" y="406"/>
                      <a:pt x="426" y="404"/>
                      <a:pt x="425" y="403"/>
                    </a:cubicBezTo>
                    <a:cubicBezTo>
                      <a:pt x="383" y="378"/>
                      <a:pt x="383" y="378"/>
                      <a:pt x="383" y="378"/>
                    </a:cubicBezTo>
                    <a:cubicBezTo>
                      <a:pt x="381" y="377"/>
                      <a:pt x="380" y="377"/>
                      <a:pt x="378" y="377"/>
                    </a:cubicBezTo>
                    <a:cubicBezTo>
                      <a:pt x="376" y="377"/>
                      <a:pt x="373" y="378"/>
                      <a:pt x="372" y="380"/>
                    </a:cubicBezTo>
                    <a:cubicBezTo>
                      <a:pt x="371" y="381"/>
                      <a:pt x="369" y="382"/>
                      <a:pt x="368" y="382"/>
                    </a:cubicBezTo>
                    <a:cubicBezTo>
                      <a:pt x="367" y="382"/>
                      <a:pt x="367" y="381"/>
                      <a:pt x="367" y="381"/>
                    </a:cubicBezTo>
                    <a:cubicBezTo>
                      <a:pt x="366" y="381"/>
                      <a:pt x="366" y="380"/>
                      <a:pt x="365" y="379"/>
                    </a:cubicBezTo>
                    <a:cubicBezTo>
                      <a:pt x="365" y="378"/>
                      <a:pt x="364" y="377"/>
                      <a:pt x="364" y="376"/>
                    </a:cubicBezTo>
                    <a:cubicBezTo>
                      <a:pt x="364" y="375"/>
                      <a:pt x="364" y="375"/>
                      <a:pt x="364" y="374"/>
                    </a:cubicBezTo>
                    <a:cubicBezTo>
                      <a:pt x="365" y="369"/>
                      <a:pt x="365" y="369"/>
                      <a:pt x="365" y="369"/>
                    </a:cubicBezTo>
                    <a:cubicBezTo>
                      <a:pt x="365" y="368"/>
                      <a:pt x="365" y="367"/>
                      <a:pt x="365" y="367"/>
                    </a:cubicBezTo>
                    <a:cubicBezTo>
                      <a:pt x="365" y="365"/>
                      <a:pt x="365" y="363"/>
                      <a:pt x="364" y="361"/>
                    </a:cubicBezTo>
                    <a:cubicBezTo>
                      <a:pt x="364" y="359"/>
                      <a:pt x="363" y="357"/>
                      <a:pt x="362" y="356"/>
                    </a:cubicBezTo>
                    <a:cubicBezTo>
                      <a:pt x="330" y="325"/>
                      <a:pt x="330" y="325"/>
                      <a:pt x="330" y="325"/>
                    </a:cubicBezTo>
                    <a:cubicBezTo>
                      <a:pt x="327" y="323"/>
                      <a:pt x="323" y="320"/>
                      <a:pt x="320" y="319"/>
                    </a:cubicBezTo>
                    <a:cubicBezTo>
                      <a:pt x="280" y="301"/>
                      <a:pt x="280" y="301"/>
                      <a:pt x="280" y="301"/>
                    </a:cubicBezTo>
                    <a:cubicBezTo>
                      <a:pt x="279" y="301"/>
                      <a:pt x="278" y="301"/>
                      <a:pt x="277" y="301"/>
                    </a:cubicBezTo>
                    <a:cubicBezTo>
                      <a:pt x="274" y="301"/>
                      <a:pt x="271" y="302"/>
                      <a:pt x="269" y="305"/>
                    </a:cubicBezTo>
                    <a:cubicBezTo>
                      <a:pt x="257" y="321"/>
                      <a:pt x="257" y="321"/>
                      <a:pt x="257" y="321"/>
                    </a:cubicBezTo>
                    <a:cubicBezTo>
                      <a:pt x="256" y="322"/>
                      <a:pt x="255" y="323"/>
                      <a:pt x="254" y="323"/>
                    </a:cubicBezTo>
                    <a:cubicBezTo>
                      <a:pt x="254" y="323"/>
                      <a:pt x="253" y="322"/>
                      <a:pt x="252" y="322"/>
                    </a:cubicBezTo>
                    <a:cubicBezTo>
                      <a:pt x="251" y="320"/>
                      <a:pt x="251" y="320"/>
                      <a:pt x="251" y="320"/>
                    </a:cubicBezTo>
                    <a:cubicBezTo>
                      <a:pt x="249" y="319"/>
                      <a:pt x="247" y="318"/>
                      <a:pt x="246" y="317"/>
                    </a:cubicBezTo>
                    <a:cubicBezTo>
                      <a:pt x="244" y="316"/>
                      <a:pt x="242" y="316"/>
                      <a:pt x="240" y="316"/>
                    </a:cubicBezTo>
                    <a:cubicBezTo>
                      <a:pt x="234" y="316"/>
                      <a:pt x="234" y="316"/>
                      <a:pt x="234" y="316"/>
                    </a:cubicBezTo>
                    <a:cubicBezTo>
                      <a:pt x="233" y="316"/>
                      <a:pt x="232" y="315"/>
                      <a:pt x="231" y="314"/>
                    </a:cubicBezTo>
                    <a:cubicBezTo>
                      <a:pt x="230" y="314"/>
                      <a:pt x="229" y="312"/>
                      <a:pt x="229" y="311"/>
                    </a:cubicBezTo>
                    <a:cubicBezTo>
                      <a:pt x="227" y="306"/>
                      <a:pt x="227" y="306"/>
                      <a:pt x="227" y="306"/>
                    </a:cubicBezTo>
                    <a:cubicBezTo>
                      <a:pt x="226" y="304"/>
                      <a:pt x="226" y="303"/>
                      <a:pt x="226" y="301"/>
                    </a:cubicBezTo>
                    <a:cubicBezTo>
                      <a:pt x="226" y="300"/>
                      <a:pt x="226" y="299"/>
                      <a:pt x="226" y="299"/>
                    </a:cubicBezTo>
                    <a:cubicBezTo>
                      <a:pt x="226" y="299"/>
                      <a:pt x="226" y="299"/>
                      <a:pt x="226" y="299"/>
                    </a:cubicBezTo>
                    <a:cubicBezTo>
                      <a:pt x="226" y="299"/>
                      <a:pt x="226" y="299"/>
                      <a:pt x="226" y="299"/>
                    </a:cubicBezTo>
                    <a:cubicBezTo>
                      <a:pt x="227" y="297"/>
                      <a:pt x="227" y="296"/>
                      <a:pt x="227" y="295"/>
                    </a:cubicBezTo>
                    <a:cubicBezTo>
                      <a:pt x="227" y="292"/>
                      <a:pt x="227" y="290"/>
                      <a:pt x="225" y="288"/>
                    </a:cubicBezTo>
                    <a:cubicBezTo>
                      <a:pt x="221" y="282"/>
                      <a:pt x="221" y="282"/>
                      <a:pt x="221" y="282"/>
                    </a:cubicBezTo>
                    <a:cubicBezTo>
                      <a:pt x="220" y="280"/>
                      <a:pt x="220" y="279"/>
                      <a:pt x="219" y="279"/>
                    </a:cubicBezTo>
                    <a:cubicBezTo>
                      <a:pt x="218" y="278"/>
                      <a:pt x="217" y="277"/>
                      <a:pt x="215" y="277"/>
                    </a:cubicBezTo>
                    <a:cubicBezTo>
                      <a:pt x="214" y="277"/>
                      <a:pt x="213" y="278"/>
                      <a:pt x="213" y="279"/>
                    </a:cubicBezTo>
                    <a:cubicBezTo>
                      <a:pt x="213" y="279"/>
                      <a:pt x="212" y="279"/>
                      <a:pt x="211" y="280"/>
                    </a:cubicBezTo>
                    <a:cubicBezTo>
                      <a:pt x="210" y="280"/>
                      <a:pt x="209" y="280"/>
                      <a:pt x="207" y="280"/>
                    </a:cubicBezTo>
                    <a:cubicBezTo>
                      <a:pt x="207" y="280"/>
                      <a:pt x="207" y="280"/>
                      <a:pt x="206" y="280"/>
                    </a:cubicBezTo>
                    <a:cubicBezTo>
                      <a:pt x="206" y="279"/>
                      <a:pt x="206" y="278"/>
                      <a:pt x="206" y="277"/>
                    </a:cubicBezTo>
                    <a:cubicBezTo>
                      <a:pt x="206" y="277"/>
                      <a:pt x="206" y="277"/>
                      <a:pt x="206" y="276"/>
                    </a:cubicBezTo>
                    <a:cubicBezTo>
                      <a:pt x="209" y="261"/>
                      <a:pt x="209" y="261"/>
                      <a:pt x="209" y="261"/>
                    </a:cubicBezTo>
                    <a:cubicBezTo>
                      <a:pt x="209" y="260"/>
                      <a:pt x="209" y="260"/>
                      <a:pt x="209" y="259"/>
                    </a:cubicBezTo>
                    <a:cubicBezTo>
                      <a:pt x="209" y="257"/>
                      <a:pt x="208" y="255"/>
                      <a:pt x="207" y="254"/>
                    </a:cubicBezTo>
                    <a:cubicBezTo>
                      <a:pt x="206" y="253"/>
                      <a:pt x="205" y="252"/>
                      <a:pt x="203" y="252"/>
                    </a:cubicBezTo>
                    <a:cubicBezTo>
                      <a:pt x="201" y="252"/>
                      <a:pt x="201" y="252"/>
                      <a:pt x="201" y="252"/>
                    </a:cubicBezTo>
                    <a:cubicBezTo>
                      <a:pt x="199" y="252"/>
                      <a:pt x="197" y="253"/>
                      <a:pt x="196" y="254"/>
                    </a:cubicBezTo>
                    <a:cubicBezTo>
                      <a:pt x="194" y="255"/>
                      <a:pt x="193" y="257"/>
                      <a:pt x="192" y="259"/>
                    </a:cubicBezTo>
                    <a:cubicBezTo>
                      <a:pt x="192" y="260"/>
                      <a:pt x="192" y="260"/>
                      <a:pt x="192" y="260"/>
                    </a:cubicBezTo>
                    <a:cubicBezTo>
                      <a:pt x="191" y="261"/>
                      <a:pt x="190" y="263"/>
                      <a:pt x="189" y="264"/>
                    </a:cubicBezTo>
                    <a:cubicBezTo>
                      <a:pt x="188" y="264"/>
                      <a:pt x="187" y="265"/>
                      <a:pt x="187" y="265"/>
                    </a:cubicBezTo>
                    <a:cubicBezTo>
                      <a:pt x="177" y="265"/>
                      <a:pt x="177" y="265"/>
                      <a:pt x="177" y="265"/>
                    </a:cubicBezTo>
                    <a:cubicBezTo>
                      <a:pt x="176" y="265"/>
                      <a:pt x="175" y="264"/>
                      <a:pt x="174" y="264"/>
                    </a:cubicBezTo>
                    <a:cubicBezTo>
                      <a:pt x="173" y="263"/>
                      <a:pt x="173" y="261"/>
                      <a:pt x="172" y="260"/>
                    </a:cubicBezTo>
                    <a:cubicBezTo>
                      <a:pt x="169" y="247"/>
                      <a:pt x="169" y="247"/>
                      <a:pt x="169" y="247"/>
                    </a:cubicBezTo>
                    <a:cubicBezTo>
                      <a:pt x="169" y="246"/>
                      <a:pt x="169" y="244"/>
                      <a:pt x="169" y="242"/>
                    </a:cubicBezTo>
                    <a:cubicBezTo>
                      <a:pt x="169" y="240"/>
                      <a:pt x="169" y="237"/>
                      <a:pt x="170" y="236"/>
                    </a:cubicBezTo>
                    <a:cubicBezTo>
                      <a:pt x="176" y="217"/>
                      <a:pt x="176" y="217"/>
                      <a:pt x="176" y="217"/>
                    </a:cubicBezTo>
                    <a:cubicBezTo>
                      <a:pt x="177" y="216"/>
                      <a:pt x="178" y="214"/>
                      <a:pt x="179" y="214"/>
                    </a:cubicBezTo>
                    <a:cubicBezTo>
                      <a:pt x="180" y="213"/>
                      <a:pt x="181" y="212"/>
                      <a:pt x="181" y="212"/>
                    </a:cubicBezTo>
                    <a:cubicBezTo>
                      <a:pt x="216" y="212"/>
                      <a:pt x="216" y="212"/>
                      <a:pt x="216" y="212"/>
                    </a:cubicBezTo>
                    <a:cubicBezTo>
                      <a:pt x="217" y="212"/>
                      <a:pt x="218" y="213"/>
                      <a:pt x="218" y="213"/>
                    </a:cubicBezTo>
                    <a:cubicBezTo>
                      <a:pt x="219" y="214"/>
                      <a:pt x="219" y="215"/>
                      <a:pt x="219" y="216"/>
                    </a:cubicBezTo>
                    <a:cubicBezTo>
                      <a:pt x="219" y="218"/>
                      <a:pt x="220" y="220"/>
                      <a:pt x="221" y="222"/>
                    </a:cubicBezTo>
                    <a:cubicBezTo>
                      <a:pt x="221" y="224"/>
                      <a:pt x="222" y="226"/>
                      <a:pt x="223" y="228"/>
                    </a:cubicBezTo>
                    <a:cubicBezTo>
                      <a:pt x="226" y="232"/>
                      <a:pt x="226" y="232"/>
                      <a:pt x="226" y="232"/>
                    </a:cubicBezTo>
                    <a:cubicBezTo>
                      <a:pt x="227" y="232"/>
                      <a:pt x="227" y="233"/>
                      <a:pt x="228" y="233"/>
                    </a:cubicBezTo>
                    <a:cubicBezTo>
                      <a:pt x="228" y="234"/>
                      <a:pt x="229" y="234"/>
                      <a:pt x="230" y="234"/>
                    </a:cubicBezTo>
                    <a:cubicBezTo>
                      <a:pt x="231" y="234"/>
                      <a:pt x="231" y="234"/>
                      <a:pt x="232" y="233"/>
                    </a:cubicBezTo>
                    <a:cubicBezTo>
                      <a:pt x="233" y="233"/>
                      <a:pt x="233" y="232"/>
                      <a:pt x="233" y="231"/>
                    </a:cubicBezTo>
                    <a:cubicBezTo>
                      <a:pt x="233" y="230"/>
                      <a:pt x="234" y="229"/>
                      <a:pt x="234" y="228"/>
                    </a:cubicBezTo>
                    <a:cubicBezTo>
                      <a:pt x="234" y="225"/>
                      <a:pt x="234" y="225"/>
                      <a:pt x="234" y="225"/>
                    </a:cubicBezTo>
                    <a:cubicBezTo>
                      <a:pt x="234" y="223"/>
                      <a:pt x="233" y="221"/>
                      <a:pt x="233" y="219"/>
                    </a:cubicBezTo>
                    <a:cubicBezTo>
                      <a:pt x="232" y="217"/>
                      <a:pt x="232" y="216"/>
                      <a:pt x="231" y="214"/>
                    </a:cubicBezTo>
                    <a:cubicBezTo>
                      <a:pt x="231" y="214"/>
                      <a:pt x="230" y="213"/>
                      <a:pt x="230" y="211"/>
                    </a:cubicBezTo>
                    <a:cubicBezTo>
                      <a:pt x="229" y="209"/>
                      <a:pt x="229" y="207"/>
                      <a:pt x="229" y="206"/>
                    </a:cubicBezTo>
                    <a:cubicBezTo>
                      <a:pt x="229" y="204"/>
                      <a:pt x="229" y="204"/>
                      <a:pt x="229" y="204"/>
                    </a:cubicBezTo>
                    <a:cubicBezTo>
                      <a:pt x="229" y="201"/>
                      <a:pt x="230" y="195"/>
                      <a:pt x="232" y="193"/>
                    </a:cubicBezTo>
                    <a:cubicBezTo>
                      <a:pt x="234" y="189"/>
                      <a:pt x="234" y="189"/>
                      <a:pt x="234" y="189"/>
                    </a:cubicBezTo>
                    <a:cubicBezTo>
                      <a:pt x="236" y="186"/>
                      <a:pt x="237" y="180"/>
                      <a:pt x="237" y="176"/>
                    </a:cubicBezTo>
                    <a:cubicBezTo>
                      <a:pt x="237" y="168"/>
                      <a:pt x="237" y="168"/>
                      <a:pt x="237" y="168"/>
                    </a:cubicBezTo>
                    <a:cubicBezTo>
                      <a:pt x="237" y="165"/>
                      <a:pt x="238" y="160"/>
                      <a:pt x="240" y="157"/>
                    </a:cubicBezTo>
                    <a:cubicBezTo>
                      <a:pt x="255" y="128"/>
                      <a:pt x="255" y="128"/>
                      <a:pt x="255" y="128"/>
                    </a:cubicBezTo>
                    <a:cubicBezTo>
                      <a:pt x="255" y="127"/>
                      <a:pt x="256" y="126"/>
                      <a:pt x="258" y="125"/>
                    </a:cubicBezTo>
                    <a:cubicBezTo>
                      <a:pt x="259" y="124"/>
                      <a:pt x="260" y="123"/>
                      <a:pt x="261" y="123"/>
                    </a:cubicBezTo>
                    <a:cubicBezTo>
                      <a:pt x="269" y="123"/>
                      <a:pt x="269" y="123"/>
                      <a:pt x="269" y="123"/>
                    </a:cubicBezTo>
                    <a:cubicBezTo>
                      <a:pt x="270" y="123"/>
                      <a:pt x="271" y="123"/>
                      <a:pt x="272" y="123"/>
                    </a:cubicBezTo>
                    <a:cubicBezTo>
                      <a:pt x="273" y="122"/>
                      <a:pt x="273" y="121"/>
                      <a:pt x="273" y="119"/>
                    </a:cubicBezTo>
                    <a:cubicBezTo>
                      <a:pt x="273" y="118"/>
                      <a:pt x="273" y="117"/>
                      <a:pt x="272" y="115"/>
                    </a:cubicBezTo>
                    <a:cubicBezTo>
                      <a:pt x="265" y="107"/>
                      <a:pt x="265" y="107"/>
                      <a:pt x="265" y="107"/>
                    </a:cubicBezTo>
                    <a:cubicBezTo>
                      <a:pt x="263" y="105"/>
                      <a:pt x="261" y="104"/>
                      <a:pt x="258" y="104"/>
                    </a:cubicBezTo>
                    <a:cubicBezTo>
                      <a:pt x="257" y="104"/>
                      <a:pt x="255" y="104"/>
                      <a:pt x="254" y="105"/>
                    </a:cubicBezTo>
                    <a:cubicBezTo>
                      <a:pt x="254" y="105"/>
                      <a:pt x="254" y="105"/>
                      <a:pt x="254" y="105"/>
                    </a:cubicBezTo>
                    <a:cubicBezTo>
                      <a:pt x="254" y="105"/>
                      <a:pt x="254" y="105"/>
                      <a:pt x="254" y="105"/>
                    </a:cubicBezTo>
                    <a:cubicBezTo>
                      <a:pt x="254" y="105"/>
                      <a:pt x="254" y="105"/>
                      <a:pt x="254" y="105"/>
                    </a:cubicBezTo>
                    <a:cubicBezTo>
                      <a:pt x="254" y="105"/>
                      <a:pt x="254" y="105"/>
                      <a:pt x="254" y="105"/>
                    </a:cubicBezTo>
                    <a:cubicBezTo>
                      <a:pt x="254" y="105"/>
                      <a:pt x="254" y="105"/>
                      <a:pt x="254" y="105"/>
                    </a:cubicBezTo>
                    <a:cubicBezTo>
                      <a:pt x="254" y="105"/>
                      <a:pt x="254" y="105"/>
                      <a:pt x="254" y="105"/>
                    </a:cubicBezTo>
                    <a:cubicBezTo>
                      <a:pt x="254" y="105"/>
                      <a:pt x="254" y="105"/>
                      <a:pt x="254" y="105"/>
                    </a:cubicBezTo>
                    <a:cubicBezTo>
                      <a:pt x="254" y="106"/>
                      <a:pt x="254" y="106"/>
                      <a:pt x="254" y="106"/>
                    </a:cubicBezTo>
                    <a:cubicBezTo>
                      <a:pt x="254" y="105"/>
                      <a:pt x="254" y="105"/>
                      <a:pt x="254" y="105"/>
                    </a:cubicBezTo>
                    <a:cubicBezTo>
                      <a:pt x="254" y="105"/>
                      <a:pt x="254" y="105"/>
                      <a:pt x="254" y="105"/>
                    </a:cubicBezTo>
                    <a:cubicBezTo>
                      <a:pt x="254" y="106"/>
                      <a:pt x="254" y="106"/>
                      <a:pt x="254" y="106"/>
                    </a:cubicBezTo>
                    <a:cubicBezTo>
                      <a:pt x="254" y="105"/>
                      <a:pt x="254" y="105"/>
                      <a:pt x="254" y="105"/>
                    </a:cubicBezTo>
                    <a:cubicBezTo>
                      <a:pt x="254" y="106"/>
                      <a:pt x="254" y="106"/>
                      <a:pt x="254" y="106"/>
                    </a:cubicBezTo>
                    <a:cubicBezTo>
                      <a:pt x="255" y="106"/>
                      <a:pt x="255" y="106"/>
                      <a:pt x="255" y="106"/>
                    </a:cubicBezTo>
                    <a:cubicBezTo>
                      <a:pt x="254" y="105"/>
                      <a:pt x="254" y="105"/>
                      <a:pt x="254" y="105"/>
                    </a:cubicBezTo>
                    <a:cubicBezTo>
                      <a:pt x="254" y="106"/>
                      <a:pt x="254" y="106"/>
                      <a:pt x="254" y="106"/>
                    </a:cubicBezTo>
                    <a:cubicBezTo>
                      <a:pt x="255" y="106"/>
                      <a:pt x="255" y="106"/>
                      <a:pt x="255" y="106"/>
                    </a:cubicBezTo>
                    <a:cubicBezTo>
                      <a:pt x="255" y="105"/>
                      <a:pt x="255" y="105"/>
                      <a:pt x="255" y="105"/>
                    </a:cubicBezTo>
                    <a:cubicBezTo>
                      <a:pt x="255" y="104"/>
                      <a:pt x="255" y="104"/>
                      <a:pt x="255" y="104"/>
                    </a:cubicBezTo>
                    <a:cubicBezTo>
                      <a:pt x="255" y="101"/>
                      <a:pt x="255" y="101"/>
                      <a:pt x="255" y="101"/>
                    </a:cubicBezTo>
                    <a:cubicBezTo>
                      <a:pt x="256" y="100"/>
                      <a:pt x="257" y="98"/>
                      <a:pt x="257" y="98"/>
                    </a:cubicBezTo>
                    <a:cubicBezTo>
                      <a:pt x="258" y="97"/>
                      <a:pt x="259" y="96"/>
                      <a:pt x="260" y="96"/>
                    </a:cubicBezTo>
                    <a:cubicBezTo>
                      <a:pt x="269" y="96"/>
                      <a:pt x="269" y="96"/>
                      <a:pt x="269" y="96"/>
                    </a:cubicBezTo>
                    <a:cubicBezTo>
                      <a:pt x="271" y="96"/>
                      <a:pt x="272" y="96"/>
                      <a:pt x="274" y="95"/>
                    </a:cubicBezTo>
                    <a:cubicBezTo>
                      <a:pt x="276" y="94"/>
                      <a:pt x="278" y="93"/>
                      <a:pt x="279" y="91"/>
                    </a:cubicBezTo>
                    <a:cubicBezTo>
                      <a:pt x="280" y="90"/>
                      <a:pt x="280" y="88"/>
                      <a:pt x="280" y="86"/>
                    </a:cubicBezTo>
                    <a:cubicBezTo>
                      <a:pt x="280" y="84"/>
                      <a:pt x="279" y="82"/>
                      <a:pt x="278" y="80"/>
                    </a:cubicBezTo>
                    <a:cubicBezTo>
                      <a:pt x="246" y="45"/>
                      <a:pt x="246" y="45"/>
                      <a:pt x="246" y="45"/>
                    </a:cubicBezTo>
                    <a:cubicBezTo>
                      <a:pt x="245" y="44"/>
                      <a:pt x="244" y="43"/>
                      <a:pt x="242" y="43"/>
                    </a:cubicBezTo>
                    <a:cubicBezTo>
                      <a:pt x="242" y="43"/>
                      <a:pt x="241" y="43"/>
                      <a:pt x="240" y="44"/>
                    </a:cubicBezTo>
                    <a:cubicBezTo>
                      <a:pt x="239" y="44"/>
                      <a:pt x="239" y="45"/>
                      <a:pt x="239" y="46"/>
                    </a:cubicBezTo>
                    <a:cubicBezTo>
                      <a:pt x="238" y="47"/>
                      <a:pt x="238" y="48"/>
                      <a:pt x="238" y="49"/>
                    </a:cubicBezTo>
                    <a:cubicBezTo>
                      <a:pt x="238" y="51"/>
                      <a:pt x="238" y="51"/>
                      <a:pt x="238" y="51"/>
                    </a:cubicBezTo>
                    <a:cubicBezTo>
                      <a:pt x="238" y="52"/>
                      <a:pt x="238" y="52"/>
                      <a:pt x="238" y="53"/>
                    </a:cubicBezTo>
                    <a:cubicBezTo>
                      <a:pt x="238" y="53"/>
                      <a:pt x="238" y="53"/>
                      <a:pt x="238" y="53"/>
                    </a:cubicBezTo>
                    <a:cubicBezTo>
                      <a:pt x="237" y="53"/>
                      <a:pt x="237" y="53"/>
                      <a:pt x="237" y="53"/>
                    </a:cubicBezTo>
                    <a:cubicBezTo>
                      <a:pt x="214" y="38"/>
                      <a:pt x="214" y="38"/>
                      <a:pt x="214" y="38"/>
                    </a:cubicBezTo>
                    <a:cubicBezTo>
                      <a:pt x="213" y="38"/>
                      <a:pt x="212" y="37"/>
                      <a:pt x="211" y="37"/>
                    </a:cubicBezTo>
                    <a:cubicBezTo>
                      <a:pt x="210" y="37"/>
                      <a:pt x="209" y="38"/>
                      <a:pt x="208" y="39"/>
                    </a:cubicBezTo>
                    <a:cubicBezTo>
                      <a:pt x="207" y="40"/>
                      <a:pt x="207" y="41"/>
                      <a:pt x="207" y="42"/>
                    </a:cubicBezTo>
                    <a:cubicBezTo>
                      <a:pt x="207" y="43"/>
                      <a:pt x="207" y="43"/>
                      <a:pt x="207" y="44"/>
                    </a:cubicBezTo>
                    <a:cubicBezTo>
                      <a:pt x="211" y="57"/>
                      <a:pt x="211" y="57"/>
                      <a:pt x="211" y="57"/>
                    </a:cubicBezTo>
                    <a:cubicBezTo>
                      <a:pt x="211" y="61"/>
                      <a:pt x="212" y="67"/>
                      <a:pt x="212" y="70"/>
                    </a:cubicBezTo>
                    <a:cubicBezTo>
                      <a:pt x="212" y="87"/>
                      <a:pt x="212" y="87"/>
                      <a:pt x="212" y="87"/>
                    </a:cubicBezTo>
                    <a:cubicBezTo>
                      <a:pt x="212" y="88"/>
                      <a:pt x="212" y="89"/>
                      <a:pt x="212" y="89"/>
                    </a:cubicBezTo>
                    <a:cubicBezTo>
                      <a:pt x="212" y="89"/>
                      <a:pt x="212" y="89"/>
                      <a:pt x="212" y="89"/>
                    </a:cubicBezTo>
                    <a:cubicBezTo>
                      <a:pt x="213" y="90"/>
                      <a:pt x="213" y="90"/>
                      <a:pt x="213" y="90"/>
                    </a:cubicBezTo>
                    <a:cubicBezTo>
                      <a:pt x="212" y="89"/>
                      <a:pt x="212" y="89"/>
                      <a:pt x="212" y="89"/>
                    </a:cubicBezTo>
                    <a:cubicBezTo>
                      <a:pt x="212" y="89"/>
                      <a:pt x="212" y="89"/>
                      <a:pt x="212" y="89"/>
                    </a:cubicBezTo>
                    <a:cubicBezTo>
                      <a:pt x="213" y="90"/>
                      <a:pt x="213" y="90"/>
                      <a:pt x="213" y="90"/>
                    </a:cubicBezTo>
                    <a:cubicBezTo>
                      <a:pt x="212" y="89"/>
                      <a:pt x="212" y="89"/>
                      <a:pt x="212" y="89"/>
                    </a:cubicBezTo>
                    <a:cubicBezTo>
                      <a:pt x="213" y="90"/>
                      <a:pt x="213" y="90"/>
                      <a:pt x="213" y="90"/>
                    </a:cubicBezTo>
                    <a:cubicBezTo>
                      <a:pt x="213" y="88"/>
                      <a:pt x="213" y="88"/>
                      <a:pt x="213" y="88"/>
                    </a:cubicBezTo>
                    <a:cubicBezTo>
                      <a:pt x="212" y="89"/>
                      <a:pt x="212" y="89"/>
                      <a:pt x="212" y="89"/>
                    </a:cubicBezTo>
                    <a:cubicBezTo>
                      <a:pt x="213" y="90"/>
                      <a:pt x="213" y="90"/>
                      <a:pt x="213" y="90"/>
                    </a:cubicBezTo>
                    <a:cubicBezTo>
                      <a:pt x="213" y="88"/>
                      <a:pt x="213" y="88"/>
                      <a:pt x="213" y="88"/>
                    </a:cubicBezTo>
                    <a:cubicBezTo>
                      <a:pt x="213" y="90"/>
                      <a:pt x="213" y="90"/>
                      <a:pt x="213" y="90"/>
                    </a:cubicBezTo>
                    <a:cubicBezTo>
                      <a:pt x="214" y="89"/>
                      <a:pt x="214" y="89"/>
                      <a:pt x="214" y="89"/>
                    </a:cubicBezTo>
                    <a:cubicBezTo>
                      <a:pt x="214" y="89"/>
                      <a:pt x="214" y="88"/>
                      <a:pt x="213" y="88"/>
                    </a:cubicBezTo>
                    <a:cubicBezTo>
                      <a:pt x="213" y="90"/>
                      <a:pt x="213" y="90"/>
                      <a:pt x="213" y="90"/>
                    </a:cubicBezTo>
                    <a:cubicBezTo>
                      <a:pt x="214" y="89"/>
                      <a:pt x="214" y="89"/>
                      <a:pt x="214" y="89"/>
                    </a:cubicBezTo>
                    <a:cubicBezTo>
                      <a:pt x="214" y="89"/>
                      <a:pt x="214" y="89"/>
                      <a:pt x="214" y="89"/>
                    </a:cubicBezTo>
                    <a:cubicBezTo>
                      <a:pt x="214" y="89"/>
                      <a:pt x="214" y="89"/>
                      <a:pt x="214" y="89"/>
                    </a:cubicBezTo>
                    <a:cubicBezTo>
                      <a:pt x="214" y="89"/>
                      <a:pt x="214" y="89"/>
                      <a:pt x="214" y="89"/>
                    </a:cubicBezTo>
                    <a:cubicBezTo>
                      <a:pt x="214" y="89"/>
                      <a:pt x="214" y="89"/>
                      <a:pt x="214" y="89"/>
                    </a:cubicBezTo>
                    <a:cubicBezTo>
                      <a:pt x="214" y="89"/>
                      <a:pt x="214" y="89"/>
                      <a:pt x="214" y="89"/>
                    </a:cubicBezTo>
                    <a:cubicBezTo>
                      <a:pt x="214" y="89"/>
                      <a:pt x="214" y="89"/>
                      <a:pt x="214" y="89"/>
                    </a:cubicBezTo>
                    <a:cubicBezTo>
                      <a:pt x="214" y="89"/>
                      <a:pt x="214" y="89"/>
                      <a:pt x="214" y="89"/>
                    </a:cubicBezTo>
                    <a:cubicBezTo>
                      <a:pt x="214" y="89"/>
                      <a:pt x="214" y="89"/>
                      <a:pt x="214" y="89"/>
                    </a:cubicBezTo>
                    <a:cubicBezTo>
                      <a:pt x="214" y="89"/>
                      <a:pt x="214" y="89"/>
                      <a:pt x="214" y="89"/>
                    </a:cubicBezTo>
                    <a:cubicBezTo>
                      <a:pt x="214" y="89"/>
                      <a:pt x="214" y="89"/>
                      <a:pt x="214" y="89"/>
                    </a:cubicBezTo>
                    <a:cubicBezTo>
                      <a:pt x="214" y="89"/>
                      <a:pt x="214" y="88"/>
                      <a:pt x="213" y="88"/>
                    </a:cubicBezTo>
                    <a:cubicBezTo>
                      <a:pt x="208" y="77"/>
                      <a:pt x="208" y="77"/>
                      <a:pt x="208" y="77"/>
                    </a:cubicBezTo>
                    <a:cubicBezTo>
                      <a:pt x="206" y="74"/>
                      <a:pt x="203" y="70"/>
                      <a:pt x="200" y="68"/>
                    </a:cubicBezTo>
                    <a:cubicBezTo>
                      <a:pt x="178" y="54"/>
                      <a:pt x="178" y="54"/>
                      <a:pt x="178" y="54"/>
                    </a:cubicBezTo>
                    <a:cubicBezTo>
                      <a:pt x="177" y="53"/>
                      <a:pt x="177" y="51"/>
                      <a:pt x="177" y="49"/>
                    </a:cubicBezTo>
                    <a:cubicBezTo>
                      <a:pt x="177" y="49"/>
                      <a:pt x="177" y="48"/>
                      <a:pt x="177" y="47"/>
                    </a:cubicBezTo>
                    <a:cubicBezTo>
                      <a:pt x="181" y="36"/>
                      <a:pt x="181" y="36"/>
                      <a:pt x="181" y="36"/>
                    </a:cubicBezTo>
                    <a:cubicBezTo>
                      <a:pt x="181" y="35"/>
                      <a:pt x="181" y="34"/>
                      <a:pt x="181" y="32"/>
                    </a:cubicBezTo>
                    <a:cubicBezTo>
                      <a:pt x="181" y="29"/>
                      <a:pt x="180" y="26"/>
                      <a:pt x="177" y="24"/>
                    </a:cubicBezTo>
                    <a:cubicBezTo>
                      <a:pt x="151" y="10"/>
                      <a:pt x="151" y="10"/>
                      <a:pt x="151" y="10"/>
                    </a:cubicBezTo>
                    <a:cubicBezTo>
                      <a:pt x="149" y="9"/>
                      <a:pt x="148" y="9"/>
                      <a:pt x="147" y="9"/>
                    </a:cubicBezTo>
                    <a:cubicBezTo>
                      <a:pt x="144" y="9"/>
                      <a:pt x="141" y="10"/>
                      <a:pt x="139" y="12"/>
                    </a:cubicBezTo>
                    <a:cubicBezTo>
                      <a:pt x="139" y="13"/>
                      <a:pt x="138" y="14"/>
                      <a:pt x="137" y="14"/>
                    </a:cubicBezTo>
                    <a:cubicBezTo>
                      <a:pt x="136" y="14"/>
                      <a:pt x="135" y="13"/>
                      <a:pt x="135" y="13"/>
                    </a:cubicBezTo>
                    <a:cubicBezTo>
                      <a:pt x="127" y="5"/>
                      <a:pt x="127" y="5"/>
                      <a:pt x="127" y="5"/>
                    </a:cubicBezTo>
                    <a:cubicBezTo>
                      <a:pt x="126" y="4"/>
                      <a:pt x="124" y="3"/>
                      <a:pt x="122" y="2"/>
                    </a:cubicBezTo>
                    <a:cubicBezTo>
                      <a:pt x="120" y="1"/>
                      <a:pt x="118" y="1"/>
                      <a:pt x="116" y="1"/>
                    </a:cubicBezTo>
                    <a:cubicBezTo>
                      <a:pt x="108" y="1"/>
                      <a:pt x="108" y="1"/>
                      <a:pt x="108" y="1"/>
                    </a:cubicBezTo>
                    <a:cubicBezTo>
                      <a:pt x="107" y="1"/>
                      <a:pt x="105" y="1"/>
                      <a:pt x="103" y="2"/>
                    </a:cubicBezTo>
                    <a:cubicBezTo>
                      <a:pt x="101" y="2"/>
                      <a:pt x="99" y="3"/>
                      <a:pt x="97" y="4"/>
                    </a:cubicBezTo>
                    <a:cubicBezTo>
                      <a:pt x="95" y="6"/>
                      <a:pt x="95" y="6"/>
                      <a:pt x="95" y="6"/>
                    </a:cubicBezTo>
                    <a:cubicBezTo>
                      <a:pt x="94" y="7"/>
                      <a:pt x="93" y="7"/>
                      <a:pt x="91" y="7"/>
                    </a:cubicBezTo>
                    <a:cubicBezTo>
                      <a:pt x="90" y="7"/>
                      <a:pt x="89" y="7"/>
                      <a:pt x="88" y="6"/>
                    </a:cubicBezTo>
                    <a:cubicBezTo>
                      <a:pt x="83" y="3"/>
                      <a:pt x="83" y="3"/>
                      <a:pt x="83" y="3"/>
                    </a:cubicBezTo>
                    <a:cubicBezTo>
                      <a:pt x="81" y="2"/>
                      <a:pt x="79" y="1"/>
                      <a:pt x="78" y="1"/>
                    </a:cubicBezTo>
                    <a:cubicBezTo>
                      <a:pt x="76" y="0"/>
                      <a:pt x="74" y="0"/>
                      <a:pt x="72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5" y="0"/>
                      <a:pt x="43" y="0"/>
                      <a:pt x="41" y="1"/>
                    </a:cubicBezTo>
                    <a:cubicBezTo>
                      <a:pt x="39" y="2"/>
                      <a:pt x="38" y="3"/>
                      <a:pt x="36" y="5"/>
                    </a:cubicBezTo>
                    <a:lnTo>
                      <a:pt x="38" y="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16" name="Freeform 281"/>
              <p:cNvSpPr>
                <a:spLocks/>
              </p:cNvSpPr>
              <p:nvPr/>
            </p:nvSpPr>
            <p:spPr bwMode="auto">
              <a:xfrm>
                <a:off x="-5010148" y="2547935"/>
                <a:ext cx="230187" cy="187324"/>
              </a:xfrm>
              <a:custGeom>
                <a:avLst/>
                <a:gdLst/>
                <a:ahLst/>
                <a:cxnLst>
                  <a:cxn ang="0">
                    <a:pos x="8" y="4"/>
                  </a:cxn>
                  <a:cxn ang="0">
                    <a:pos x="36" y="15"/>
                  </a:cxn>
                  <a:cxn ang="0">
                    <a:pos x="48" y="28"/>
                  </a:cxn>
                  <a:cxn ang="0">
                    <a:pos x="53" y="30"/>
                  </a:cxn>
                  <a:cxn ang="0">
                    <a:pos x="54" y="31"/>
                  </a:cxn>
                  <a:cxn ang="0">
                    <a:pos x="57" y="33"/>
                  </a:cxn>
                  <a:cxn ang="0">
                    <a:pos x="57" y="33"/>
                  </a:cxn>
                  <a:cxn ang="0">
                    <a:pos x="57" y="33"/>
                  </a:cxn>
                  <a:cxn ang="0">
                    <a:pos x="57" y="33"/>
                  </a:cxn>
                  <a:cxn ang="0">
                    <a:pos x="56" y="33"/>
                  </a:cxn>
                  <a:cxn ang="0">
                    <a:pos x="55" y="33"/>
                  </a:cxn>
                  <a:cxn ang="0">
                    <a:pos x="53" y="38"/>
                  </a:cxn>
                  <a:cxn ang="0">
                    <a:pos x="55" y="42"/>
                  </a:cxn>
                  <a:cxn ang="0">
                    <a:pos x="56" y="46"/>
                  </a:cxn>
                  <a:cxn ang="0">
                    <a:pos x="56" y="46"/>
                  </a:cxn>
                  <a:cxn ang="0">
                    <a:pos x="56" y="46"/>
                  </a:cxn>
                  <a:cxn ang="0">
                    <a:pos x="56" y="46"/>
                  </a:cxn>
                  <a:cxn ang="0">
                    <a:pos x="57" y="45"/>
                  </a:cxn>
                  <a:cxn ang="0">
                    <a:pos x="57" y="45"/>
                  </a:cxn>
                  <a:cxn ang="0">
                    <a:pos x="57" y="45"/>
                  </a:cxn>
                  <a:cxn ang="0">
                    <a:pos x="53" y="45"/>
                  </a:cxn>
                  <a:cxn ang="0">
                    <a:pos x="33" y="36"/>
                  </a:cxn>
                  <a:cxn ang="0">
                    <a:pos x="34" y="34"/>
                  </a:cxn>
                  <a:cxn ang="0">
                    <a:pos x="37" y="30"/>
                  </a:cxn>
                  <a:cxn ang="0">
                    <a:pos x="33" y="19"/>
                  </a:cxn>
                  <a:cxn ang="0">
                    <a:pos x="19" y="12"/>
                  </a:cxn>
                  <a:cxn ang="0">
                    <a:pos x="12" y="12"/>
                  </a:cxn>
                  <a:cxn ang="0">
                    <a:pos x="4" y="7"/>
                  </a:cxn>
                  <a:cxn ang="0">
                    <a:pos x="3" y="4"/>
                  </a:cxn>
                  <a:cxn ang="0">
                    <a:pos x="1" y="9"/>
                  </a:cxn>
                  <a:cxn ang="0">
                    <a:pos x="9" y="15"/>
                  </a:cxn>
                  <a:cxn ang="0">
                    <a:pos x="19" y="16"/>
                  </a:cxn>
                  <a:cxn ang="0">
                    <a:pos x="29" y="22"/>
                  </a:cxn>
                  <a:cxn ang="0">
                    <a:pos x="33" y="30"/>
                  </a:cxn>
                  <a:cxn ang="0">
                    <a:pos x="33" y="31"/>
                  </a:cxn>
                  <a:cxn ang="0">
                    <a:pos x="33" y="31"/>
                  </a:cxn>
                  <a:cxn ang="0">
                    <a:pos x="34" y="30"/>
                  </a:cxn>
                  <a:cxn ang="0">
                    <a:pos x="34" y="30"/>
                  </a:cxn>
                  <a:cxn ang="0">
                    <a:pos x="31" y="40"/>
                  </a:cxn>
                  <a:cxn ang="0">
                    <a:pos x="56" y="50"/>
                  </a:cxn>
                  <a:cxn ang="0">
                    <a:pos x="60" y="48"/>
                  </a:cxn>
                  <a:cxn ang="0">
                    <a:pos x="60" y="42"/>
                  </a:cxn>
                  <a:cxn ang="0">
                    <a:pos x="56" y="37"/>
                  </a:cxn>
                  <a:cxn ang="0">
                    <a:pos x="56" y="36"/>
                  </a:cxn>
                  <a:cxn ang="0">
                    <a:pos x="56" y="36"/>
                  </a:cxn>
                  <a:cxn ang="0">
                    <a:pos x="56" y="37"/>
                  </a:cxn>
                  <a:cxn ang="0">
                    <a:pos x="56" y="37"/>
                  </a:cxn>
                  <a:cxn ang="0">
                    <a:pos x="56" y="37"/>
                  </a:cxn>
                  <a:cxn ang="0">
                    <a:pos x="55" y="37"/>
                  </a:cxn>
                  <a:cxn ang="0">
                    <a:pos x="55" y="37"/>
                  </a:cxn>
                  <a:cxn ang="0">
                    <a:pos x="55" y="37"/>
                  </a:cxn>
                  <a:cxn ang="0">
                    <a:pos x="61" y="34"/>
                  </a:cxn>
                  <a:cxn ang="0">
                    <a:pos x="56" y="27"/>
                  </a:cxn>
                  <a:cxn ang="0">
                    <a:pos x="55" y="26"/>
                  </a:cxn>
                  <a:cxn ang="0">
                    <a:pos x="51" y="24"/>
                  </a:cxn>
                  <a:cxn ang="0">
                    <a:pos x="39" y="11"/>
                  </a:cxn>
                  <a:cxn ang="0">
                    <a:pos x="8" y="0"/>
                  </a:cxn>
                </a:cxnLst>
                <a:rect l="0" t="0" r="r" b="b"/>
                <a:pathLst>
                  <a:path w="61" h="50">
                    <a:moveTo>
                      <a:pt x="3" y="4"/>
                    </a:moveTo>
                    <a:cubicBezTo>
                      <a:pt x="4" y="6"/>
                      <a:pt x="4" y="6"/>
                      <a:pt x="4" y="6"/>
                    </a:cubicBezTo>
                    <a:cubicBezTo>
                      <a:pt x="5" y="5"/>
                      <a:pt x="6" y="4"/>
                      <a:pt x="8" y="4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33" y="12"/>
                      <a:pt x="33" y="12"/>
                      <a:pt x="33" y="12"/>
                    </a:cubicBezTo>
                    <a:cubicBezTo>
                      <a:pt x="34" y="13"/>
                      <a:pt x="35" y="14"/>
                      <a:pt x="36" y="15"/>
                    </a:cubicBezTo>
                    <a:cubicBezTo>
                      <a:pt x="38" y="16"/>
                      <a:pt x="39" y="17"/>
                      <a:pt x="40" y="18"/>
                    </a:cubicBezTo>
                    <a:cubicBezTo>
                      <a:pt x="44" y="23"/>
                      <a:pt x="44" y="23"/>
                      <a:pt x="44" y="23"/>
                    </a:cubicBezTo>
                    <a:cubicBezTo>
                      <a:pt x="45" y="25"/>
                      <a:pt x="46" y="26"/>
                      <a:pt x="48" y="28"/>
                    </a:cubicBezTo>
                    <a:cubicBezTo>
                      <a:pt x="50" y="29"/>
                      <a:pt x="52" y="30"/>
                      <a:pt x="53" y="30"/>
                    </a:cubicBezTo>
                    <a:cubicBezTo>
                      <a:pt x="54" y="28"/>
                      <a:pt x="54" y="28"/>
                      <a:pt x="54" y="28"/>
                    </a:cubicBezTo>
                    <a:cubicBezTo>
                      <a:pt x="53" y="30"/>
                      <a:pt x="53" y="30"/>
                      <a:pt x="53" y="30"/>
                    </a:cubicBezTo>
                    <a:cubicBezTo>
                      <a:pt x="54" y="31"/>
                      <a:pt x="54" y="31"/>
                      <a:pt x="54" y="31"/>
                    </a:cubicBezTo>
                    <a:cubicBezTo>
                      <a:pt x="54" y="31"/>
                      <a:pt x="54" y="31"/>
                      <a:pt x="54" y="31"/>
                    </a:cubicBezTo>
                    <a:cubicBezTo>
                      <a:pt x="54" y="31"/>
                      <a:pt x="54" y="31"/>
                      <a:pt x="54" y="31"/>
                    </a:cubicBezTo>
                    <a:cubicBezTo>
                      <a:pt x="55" y="31"/>
                      <a:pt x="56" y="32"/>
                      <a:pt x="56" y="32"/>
                    </a:cubicBezTo>
                    <a:cubicBezTo>
                      <a:pt x="57" y="33"/>
                      <a:pt x="57" y="33"/>
                      <a:pt x="57" y="33"/>
                    </a:cubicBezTo>
                    <a:cubicBezTo>
                      <a:pt x="57" y="33"/>
                      <a:pt x="57" y="33"/>
                      <a:pt x="57" y="33"/>
                    </a:cubicBezTo>
                    <a:cubicBezTo>
                      <a:pt x="57" y="33"/>
                      <a:pt x="57" y="33"/>
                      <a:pt x="57" y="33"/>
                    </a:cubicBezTo>
                    <a:cubicBezTo>
                      <a:pt x="57" y="33"/>
                      <a:pt x="57" y="33"/>
                      <a:pt x="57" y="33"/>
                    </a:cubicBezTo>
                    <a:cubicBezTo>
                      <a:pt x="57" y="33"/>
                      <a:pt x="57" y="33"/>
                      <a:pt x="57" y="33"/>
                    </a:cubicBezTo>
                    <a:cubicBezTo>
                      <a:pt x="57" y="33"/>
                      <a:pt x="57" y="33"/>
                      <a:pt x="57" y="33"/>
                    </a:cubicBezTo>
                    <a:cubicBezTo>
                      <a:pt x="57" y="33"/>
                      <a:pt x="57" y="33"/>
                      <a:pt x="57" y="33"/>
                    </a:cubicBezTo>
                    <a:cubicBezTo>
                      <a:pt x="57" y="33"/>
                      <a:pt x="57" y="33"/>
                      <a:pt x="57" y="33"/>
                    </a:cubicBezTo>
                    <a:cubicBezTo>
                      <a:pt x="57" y="33"/>
                      <a:pt x="57" y="33"/>
                      <a:pt x="57" y="33"/>
                    </a:cubicBezTo>
                    <a:cubicBezTo>
                      <a:pt x="57" y="33"/>
                      <a:pt x="57" y="33"/>
                      <a:pt x="57" y="33"/>
                    </a:cubicBezTo>
                    <a:cubicBezTo>
                      <a:pt x="57" y="33"/>
                      <a:pt x="57" y="33"/>
                      <a:pt x="57" y="33"/>
                    </a:cubicBezTo>
                    <a:cubicBezTo>
                      <a:pt x="57" y="33"/>
                      <a:pt x="57" y="33"/>
                      <a:pt x="57" y="33"/>
                    </a:cubicBezTo>
                    <a:cubicBezTo>
                      <a:pt x="57" y="33"/>
                      <a:pt x="57" y="33"/>
                      <a:pt x="57" y="33"/>
                    </a:cubicBezTo>
                    <a:cubicBezTo>
                      <a:pt x="57" y="33"/>
                      <a:pt x="57" y="33"/>
                      <a:pt x="56" y="33"/>
                    </a:cubicBezTo>
                    <a:cubicBezTo>
                      <a:pt x="56" y="33"/>
                      <a:pt x="56" y="33"/>
                      <a:pt x="56" y="33"/>
                    </a:cubicBezTo>
                    <a:cubicBezTo>
                      <a:pt x="56" y="33"/>
                      <a:pt x="56" y="33"/>
                      <a:pt x="56" y="33"/>
                    </a:cubicBezTo>
                    <a:cubicBezTo>
                      <a:pt x="55" y="33"/>
                      <a:pt x="55" y="33"/>
                      <a:pt x="55" y="33"/>
                    </a:cubicBezTo>
                    <a:cubicBezTo>
                      <a:pt x="54" y="33"/>
                      <a:pt x="53" y="33"/>
                      <a:pt x="53" y="34"/>
                    </a:cubicBezTo>
                    <a:cubicBezTo>
                      <a:pt x="52" y="35"/>
                      <a:pt x="52" y="35"/>
                      <a:pt x="52" y="36"/>
                    </a:cubicBezTo>
                    <a:cubicBezTo>
                      <a:pt x="52" y="37"/>
                      <a:pt x="52" y="38"/>
                      <a:pt x="53" y="38"/>
                    </a:cubicBezTo>
                    <a:cubicBezTo>
                      <a:pt x="53" y="39"/>
                      <a:pt x="53" y="40"/>
                      <a:pt x="54" y="41"/>
                    </a:cubicBezTo>
                    <a:cubicBezTo>
                      <a:pt x="55" y="41"/>
                      <a:pt x="55" y="41"/>
                      <a:pt x="55" y="41"/>
                    </a:cubicBezTo>
                    <a:cubicBezTo>
                      <a:pt x="55" y="42"/>
                      <a:pt x="55" y="42"/>
                      <a:pt x="55" y="42"/>
                    </a:cubicBezTo>
                    <a:cubicBezTo>
                      <a:pt x="55" y="42"/>
                      <a:pt x="55" y="42"/>
                      <a:pt x="55" y="42"/>
                    </a:cubicBezTo>
                    <a:cubicBezTo>
                      <a:pt x="55" y="42"/>
                      <a:pt x="56" y="43"/>
                      <a:pt x="56" y="44"/>
                    </a:cubicBezTo>
                    <a:cubicBezTo>
                      <a:pt x="56" y="45"/>
                      <a:pt x="56" y="45"/>
                      <a:pt x="56" y="46"/>
                    </a:cubicBezTo>
                    <a:cubicBezTo>
                      <a:pt x="56" y="46"/>
                      <a:pt x="56" y="46"/>
                      <a:pt x="56" y="46"/>
                    </a:cubicBezTo>
                    <a:cubicBezTo>
                      <a:pt x="57" y="46"/>
                      <a:pt x="57" y="46"/>
                      <a:pt x="57" y="46"/>
                    </a:cubicBezTo>
                    <a:cubicBezTo>
                      <a:pt x="56" y="46"/>
                      <a:pt x="56" y="46"/>
                      <a:pt x="56" y="46"/>
                    </a:cubicBezTo>
                    <a:cubicBezTo>
                      <a:pt x="56" y="46"/>
                      <a:pt x="56" y="46"/>
                      <a:pt x="56" y="46"/>
                    </a:cubicBezTo>
                    <a:cubicBezTo>
                      <a:pt x="57" y="46"/>
                      <a:pt x="57" y="46"/>
                      <a:pt x="57" y="46"/>
                    </a:cubicBezTo>
                    <a:cubicBezTo>
                      <a:pt x="56" y="46"/>
                      <a:pt x="56" y="46"/>
                      <a:pt x="56" y="46"/>
                    </a:cubicBezTo>
                    <a:cubicBezTo>
                      <a:pt x="57" y="46"/>
                      <a:pt x="57" y="46"/>
                      <a:pt x="57" y="46"/>
                    </a:cubicBezTo>
                    <a:cubicBezTo>
                      <a:pt x="57" y="45"/>
                      <a:pt x="57" y="45"/>
                      <a:pt x="57" y="45"/>
                    </a:cubicBezTo>
                    <a:cubicBezTo>
                      <a:pt x="56" y="46"/>
                      <a:pt x="56" y="46"/>
                      <a:pt x="56" y="46"/>
                    </a:cubicBezTo>
                    <a:cubicBezTo>
                      <a:pt x="57" y="46"/>
                      <a:pt x="57" y="46"/>
                      <a:pt x="57" y="46"/>
                    </a:cubicBezTo>
                    <a:cubicBezTo>
                      <a:pt x="57" y="45"/>
                      <a:pt x="57" y="45"/>
                      <a:pt x="57" y="45"/>
                    </a:cubicBezTo>
                    <a:cubicBezTo>
                      <a:pt x="57" y="45"/>
                      <a:pt x="57" y="45"/>
                      <a:pt x="57" y="45"/>
                    </a:cubicBezTo>
                    <a:cubicBezTo>
                      <a:pt x="57" y="45"/>
                      <a:pt x="57" y="45"/>
                      <a:pt x="57" y="45"/>
                    </a:cubicBezTo>
                    <a:cubicBezTo>
                      <a:pt x="57" y="46"/>
                      <a:pt x="57" y="46"/>
                      <a:pt x="57" y="46"/>
                    </a:cubicBezTo>
                    <a:cubicBezTo>
                      <a:pt x="57" y="45"/>
                      <a:pt x="57" y="45"/>
                      <a:pt x="57" y="45"/>
                    </a:cubicBezTo>
                    <a:cubicBezTo>
                      <a:pt x="57" y="45"/>
                      <a:pt x="57" y="45"/>
                      <a:pt x="57" y="45"/>
                    </a:cubicBezTo>
                    <a:cubicBezTo>
                      <a:pt x="57" y="46"/>
                      <a:pt x="57" y="46"/>
                      <a:pt x="57" y="46"/>
                    </a:cubicBezTo>
                    <a:cubicBezTo>
                      <a:pt x="57" y="45"/>
                      <a:pt x="57" y="45"/>
                      <a:pt x="57" y="45"/>
                    </a:cubicBezTo>
                    <a:cubicBezTo>
                      <a:pt x="57" y="45"/>
                      <a:pt x="57" y="45"/>
                      <a:pt x="57" y="45"/>
                    </a:cubicBezTo>
                    <a:cubicBezTo>
                      <a:pt x="56" y="45"/>
                      <a:pt x="56" y="45"/>
                      <a:pt x="56" y="45"/>
                    </a:cubicBezTo>
                    <a:cubicBezTo>
                      <a:pt x="55" y="45"/>
                      <a:pt x="54" y="45"/>
                      <a:pt x="53" y="45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6" y="38"/>
                      <a:pt x="35" y="37"/>
                      <a:pt x="34" y="37"/>
                    </a:cubicBezTo>
                    <a:cubicBezTo>
                      <a:pt x="33" y="36"/>
                      <a:pt x="33" y="36"/>
                      <a:pt x="33" y="36"/>
                    </a:cubicBezTo>
                    <a:cubicBezTo>
                      <a:pt x="33" y="35"/>
                      <a:pt x="33" y="35"/>
                      <a:pt x="33" y="35"/>
                    </a:cubicBezTo>
                    <a:cubicBezTo>
                      <a:pt x="33" y="35"/>
                      <a:pt x="33" y="35"/>
                      <a:pt x="33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5" y="34"/>
                      <a:pt x="35" y="34"/>
                      <a:pt x="35" y="34"/>
                    </a:cubicBezTo>
                    <a:cubicBezTo>
                      <a:pt x="36" y="33"/>
                      <a:pt x="37" y="33"/>
                      <a:pt x="37" y="32"/>
                    </a:cubicBezTo>
                    <a:cubicBezTo>
                      <a:pt x="37" y="31"/>
                      <a:pt x="37" y="31"/>
                      <a:pt x="37" y="30"/>
                    </a:cubicBezTo>
                    <a:cubicBezTo>
                      <a:pt x="37" y="28"/>
                      <a:pt x="37" y="27"/>
                      <a:pt x="36" y="25"/>
                    </a:cubicBezTo>
                    <a:cubicBezTo>
                      <a:pt x="36" y="25"/>
                      <a:pt x="36" y="25"/>
                      <a:pt x="36" y="25"/>
                    </a:cubicBezTo>
                    <a:cubicBezTo>
                      <a:pt x="35" y="23"/>
                      <a:pt x="34" y="21"/>
                      <a:pt x="33" y="19"/>
                    </a:cubicBezTo>
                    <a:cubicBezTo>
                      <a:pt x="31" y="18"/>
                      <a:pt x="30" y="16"/>
                      <a:pt x="28" y="15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4" y="13"/>
                      <a:pt x="21" y="12"/>
                      <a:pt x="19" y="12"/>
                    </a:cubicBezTo>
                    <a:cubicBezTo>
                      <a:pt x="18" y="12"/>
                      <a:pt x="17" y="12"/>
                      <a:pt x="16" y="13"/>
                    </a:cubicBezTo>
                    <a:cubicBezTo>
                      <a:pt x="15" y="13"/>
                      <a:pt x="15" y="13"/>
                      <a:pt x="14" y="13"/>
                    </a:cubicBezTo>
                    <a:cubicBezTo>
                      <a:pt x="13" y="13"/>
                      <a:pt x="12" y="12"/>
                      <a:pt x="12" y="12"/>
                    </a:cubicBezTo>
                    <a:cubicBezTo>
                      <a:pt x="12" y="11"/>
                      <a:pt x="11" y="10"/>
                      <a:pt x="9" y="9"/>
                    </a:cubicBezTo>
                    <a:cubicBezTo>
                      <a:pt x="8" y="8"/>
                      <a:pt x="6" y="8"/>
                      <a:pt x="5" y="7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4"/>
                      <a:pt x="0" y="5"/>
                      <a:pt x="0" y="6"/>
                    </a:cubicBezTo>
                    <a:cubicBezTo>
                      <a:pt x="0" y="7"/>
                      <a:pt x="0" y="9"/>
                      <a:pt x="1" y="9"/>
                    </a:cubicBezTo>
                    <a:cubicBezTo>
                      <a:pt x="2" y="10"/>
                      <a:pt x="3" y="11"/>
                      <a:pt x="4" y="11"/>
                    </a:cubicBezTo>
                    <a:cubicBezTo>
                      <a:pt x="5" y="12"/>
                      <a:pt x="6" y="12"/>
                      <a:pt x="7" y="13"/>
                    </a:cubicBezTo>
                    <a:cubicBezTo>
                      <a:pt x="8" y="14"/>
                      <a:pt x="9" y="14"/>
                      <a:pt x="9" y="15"/>
                    </a:cubicBezTo>
                    <a:cubicBezTo>
                      <a:pt x="10" y="16"/>
                      <a:pt x="12" y="17"/>
                      <a:pt x="14" y="17"/>
                    </a:cubicBezTo>
                    <a:cubicBezTo>
                      <a:pt x="15" y="17"/>
                      <a:pt x="16" y="17"/>
                      <a:pt x="17" y="17"/>
                    </a:cubicBezTo>
                    <a:cubicBezTo>
                      <a:pt x="17" y="17"/>
                      <a:pt x="18" y="16"/>
                      <a:pt x="19" y="16"/>
                    </a:cubicBezTo>
                    <a:cubicBezTo>
                      <a:pt x="20" y="16"/>
                      <a:pt x="22" y="17"/>
                      <a:pt x="24" y="18"/>
                    </a:cubicBezTo>
                    <a:cubicBezTo>
                      <a:pt x="26" y="19"/>
                      <a:pt x="26" y="19"/>
                      <a:pt x="26" y="19"/>
                    </a:cubicBezTo>
                    <a:cubicBezTo>
                      <a:pt x="27" y="19"/>
                      <a:pt x="28" y="21"/>
                      <a:pt x="29" y="22"/>
                    </a:cubicBezTo>
                    <a:cubicBezTo>
                      <a:pt x="31" y="23"/>
                      <a:pt x="32" y="25"/>
                      <a:pt x="32" y="26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3" y="28"/>
                      <a:pt x="33" y="29"/>
                      <a:pt x="33" y="30"/>
                    </a:cubicBezTo>
                    <a:cubicBezTo>
                      <a:pt x="33" y="30"/>
                      <a:pt x="33" y="30"/>
                      <a:pt x="33" y="30"/>
                    </a:cubicBezTo>
                    <a:cubicBezTo>
                      <a:pt x="33" y="30"/>
                      <a:pt x="33" y="30"/>
                      <a:pt x="33" y="30"/>
                    </a:cubicBezTo>
                    <a:cubicBezTo>
                      <a:pt x="33" y="31"/>
                      <a:pt x="33" y="31"/>
                      <a:pt x="33" y="31"/>
                    </a:cubicBezTo>
                    <a:cubicBezTo>
                      <a:pt x="33" y="30"/>
                      <a:pt x="33" y="30"/>
                      <a:pt x="33" y="30"/>
                    </a:cubicBezTo>
                    <a:cubicBezTo>
                      <a:pt x="33" y="30"/>
                      <a:pt x="33" y="30"/>
                      <a:pt x="33" y="30"/>
                    </a:cubicBezTo>
                    <a:cubicBezTo>
                      <a:pt x="33" y="31"/>
                      <a:pt x="33" y="31"/>
                      <a:pt x="33" y="31"/>
                    </a:cubicBezTo>
                    <a:cubicBezTo>
                      <a:pt x="33" y="30"/>
                      <a:pt x="33" y="30"/>
                      <a:pt x="33" y="30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3" y="30"/>
                      <a:pt x="33" y="30"/>
                      <a:pt x="33" y="30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2" y="30"/>
                      <a:pt x="31" y="31"/>
                      <a:pt x="30" y="32"/>
                    </a:cubicBezTo>
                    <a:cubicBezTo>
                      <a:pt x="29" y="33"/>
                      <a:pt x="29" y="34"/>
                      <a:pt x="29" y="35"/>
                    </a:cubicBezTo>
                    <a:cubicBezTo>
                      <a:pt x="29" y="37"/>
                      <a:pt x="30" y="39"/>
                      <a:pt x="31" y="40"/>
                    </a:cubicBezTo>
                    <a:cubicBezTo>
                      <a:pt x="32" y="41"/>
                      <a:pt x="33" y="42"/>
                      <a:pt x="35" y="43"/>
                    </a:cubicBezTo>
                    <a:cubicBezTo>
                      <a:pt x="51" y="49"/>
                      <a:pt x="51" y="49"/>
                      <a:pt x="51" y="49"/>
                    </a:cubicBezTo>
                    <a:cubicBezTo>
                      <a:pt x="53" y="49"/>
                      <a:pt x="54" y="50"/>
                      <a:pt x="56" y="50"/>
                    </a:cubicBezTo>
                    <a:cubicBezTo>
                      <a:pt x="57" y="50"/>
                      <a:pt x="57" y="50"/>
                      <a:pt x="58" y="49"/>
                    </a:cubicBezTo>
                    <a:cubicBezTo>
                      <a:pt x="59" y="49"/>
                      <a:pt x="59" y="49"/>
                      <a:pt x="60" y="48"/>
                    </a:cubicBezTo>
                    <a:cubicBezTo>
                      <a:pt x="60" y="48"/>
                      <a:pt x="60" y="48"/>
                      <a:pt x="60" y="48"/>
                    </a:cubicBezTo>
                    <a:cubicBezTo>
                      <a:pt x="60" y="48"/>
                      <a:pt x="60" y="48"/>
                      <a:pt x="60" y="48"/>
                    </a:cubicBezTo>
                    <a:cubicBezTo>
                      <a:pt x="61" y="47"/>
                      <a:pt x="61" y="47"/>
                      <a:pt x="61" y="46"/>
                    </a:cubicBezTo>
                    <a:cubicBezTo>
                      <a:pt x="61" y="45"/>
                      <a:pt x="60" y="44"/>
                      <a:pt x="60" y="42"/>
                    </a:cubicBezTo>
                    <a:cubicBezTo>
                      <a:pt x="60" y="41"/>
                      <a:pt x="59" y="40"/>
                      <a:pt x="58" y="39"/>
                    </a:cubicBezTo>
                    <a:cubicBezTo>
                      <a:pt x="57" y="38"/>
                      <a:pt x="57" y="38"/>
                      <a:pt x="57" y="38"/>
                    </a:cubicBezTo>
                    <a:cubicBezTo>
                      <a:pt x="57" y="37"/>
                      <a:pt x="57" y="37"/>
                      <a:pt x="56" y="37"/>
                    </a:cubicBezTo>
                    <a:cubicBezTo>
                      <a:pt x="56" y="36"/>
                      <a:pt x="56" y="36"/>
                      <a:pt x="56" y="36"/>
                    </a:cubicBezTo>
                    <a:cubicBezTo>
                      <a:pt x="56" y="36"/>
                      <a:pt x="56" y="36"/>
                      <a:pt x="56" y="36"/>
                    </a:cubicBezTo>
                    <a:cubicBezTo>
                      <a:pt x="56" y="36"/>
                      <a:pt x="56" y="36"/>
                      <a:pt x="56" y="36"/>
                    </a:cubicBezTo>
                    <a:cubicBezTo>
                      <a:pt x="56" y="36"/>
                      <a:pt x="56" y="36"/>
                      <a:pt x="56" y="36"/>
                    </a:cubicBezTo>
                    <a:cubicBezTo>
                      <a:pt x="56" y="36"/>
                      <a:pt x="56" y="36"/>
                      <a:pt x="56" y="36"/>
                    </a:cubicBezTo>
                    <a:cubicBezTo>
                      <a:pt x="56" y="36"/>
                      <a:pt x="56" y="36"/>
                      <a:pt x="56" y="36"/>
                    </a:cubicBezTo>
                    <a:cubicBezTo>
                      <a:pt x="56" y="36"/>
                      <a:pt x="56" y="36"/>
                      <a:pt x="56" y="36"/>
                    </a:cubicBezTo>
                    <a:cubicBezTo>
                      <a:pt x="55" y="36"/>
                      <a:pt x="55" y="36"/>
                      <a:pt x="55" y="36"/>
                    </a:cubicBezTo>
                    <a:cubicBezTo>
                      <a:pt x="56" y="37"/>
                      <a:pt x="56" y="37"/>
                      <a:pt x="56" y="37"/>
                    </a:cubicBezTo>
                    <a:cubicBezTo>
                      <a:pt x="56" y="36"/>
                      <a:pt x="56" y="36"/>
                      <a:pt x="56" y="36"/>
                    </a:cubicBezTo>
                    <a:cubicBezTo>
                      <a:pt x="55" y="36"/>
                      <a:pt x="55" y="36"/>
                      <a:pt x="55" y="36"/>
                    </a:cubicBezTo>
                    <a:cubicBezTo>
                      <a:pt x="56" y="37"/>
                      <a:pt x="56" y="37"/>
                      <a:pt x="56" y="37"/>
                    </a:cubicBezTo>
                    <a:cubicBezTo>
                      <a:pt x="55" y="36"/>
                      <a:pt x="55" y="36"/>
                      <a:pt x="55" y="36"/>
                    </a:cubicBezTo>
                    <a:cubicBezTo>
                      <a:pt x="55" y="37"/>
                      <a:pt x="55" y="37"/>
                      <a:pt x="55" y="37"/>
                    </a:cubicBezTo>
                    <a:cubicBezTo>
                      <a:pt x="55" y="37"/>
                      <a:pt x="55" y="37"/>
                      <a:pt x="56" y="37"/>
                    </a:cubicBezTo>
                    <a:cubicBezTo>
                      <a:pt x="55" y="36"/>
                      <a:pt x="55" y="36"/>
                      <a:pt x="55" y="36"/>
                    </a:cubicBezTo>
                    <a:cubicBezTo>
                      <a:pt x="55" y="37"/>
                      <a:pt x="55" y="37"/>
                      <a:pt x="55" y="37"/>
                    </a:cubicBezTo>
                    <a:cubicBezTo>
                      <a:pt x="55" y="37"/>
                      <a:pt x="55" y="37"/>
                      <a:pt x="55" y="37"/>
                    </a:cubicBezTo>
                    <a:cubicBezTo>
                      <a:pt x="55" y="37"/>
                      <a:pt x="55" y="37"/>
                      <a:pt x="55" y="37"/>
                    </a:cubicBezTo>
                    <a:cubicBezTo>
                      <a:pt x="55" y="37"/>
                      <a:pt x="55" y="37"/>
                      <a:pt x="55" y="37"/>
                    </a:cubicBezTo>
                    <a:cubicBezTo>
                      <a:pt x="55" y="37"/>
                      <a:pt x="55" y="37"/>
                      <a:pt x="55" y="37"/>
                    </a:cubicBezTo>
                    <a:cubicBezTo>
                      <a:pt x="55" y="37"/>
                      <a:pt x="55" y="37"/>
                      <a:pt x="55" y="37"/>
                    </a:cubicBezTo>
                    <a:cubicBezTo>
                      <a:pt x="55" y="37"/>
                      <a:pt x="55" y="37"/>
                      <a:pt x="55" y="37"/>
                    </a:cubicBezTo>
                    <a:cubicBezTo>
                      <a:pt x="55" y="37"/>
                      <a:pt x="55" y="37"/>
                      <a:pt x="55" y="37"/>
                    </a:cubicBezTo>
                    <a:cubicBezTo>
                      <a:pt x="55" y="37"/>
                      <a:pt x="55" y="37"/>
                      <a:pt x="55" y="37"/>
                    </a:cubicBezTo>
                    <a:cubicBezTo>
                      <a:pt x="55" y="38"/>
                      <a:pt x="56" y="38"/>
                      <a:pt x="56" y="38"/>
                    </a:cubicBezTo>
                    <a:cubicBezTo>
                      <a:pt x="59" y="38"/>
                      <a:pt x="61" y="36"/>
                      <a:pt x="61" y="34"/>
                    </a:cubicBezTo>
                    <a:cubicBezTo>
                      <a:pt x="61" y="33"/>
                      <a:pt x="61" y="33"/>
                      <a:pt x="61" y="33"/>
                    </a:cubicBezTo>
                    <a:cubicBezTo>
                      <a:pt x="61" y="31"/>
                      <a:pt x="60" y="30"/>
                      <a:pt x="59" y="29"/>
                    </a:cubicBezTo>
                    <a:cubicBezTo>
                      <a:pt x="58" y="28"/>
                      <a:pt x="57" y="27"/>
                      <a:pt x="56" y="27"/>
                    </a:cubicBezTo>
                    <a:cubicBezTo>
                      <a:pt x="55" y="29"/>
                      <a:pt x="55" y="29"/>
                      <a:pt x="55" y="29"/>
                    </a:cubicBezTo>
                    <a:cubicBezTo>
                      <a:pt x="56" y="27"/>
                      <a:pt x="56" y="27"/>
                      <a:pt x="56" y="27"/>
                    </a:cubicBezTo>
                    <a:cubicBezTo>
                      <a:pt x="55" y="26"/>
                      <a:pt x="55" y="26"/>
                      <a:pt x="55" y="26"/>
                    </a:cubicBezTo>
                    <a:cubicBezTo>
                      <a:pt x="55" y="26"/>
                      <a:pt x="55" y="26"/>
                      <a:pt x="55" y="26"/>
                    </a:cubicBezTo>
                    <a:cubicBezTo>
                      <a:pt x="55" y="26"/>
                      <a:pt x="55" y="26"/>
                      <a:pt x="55" y="26"/>
                    </a:cubicBezTo>
                    <a:cubicBezTo>
                      <a:pt x="54" y="26"/>
                      <a:pt x="52" y="25"/>
                      <a:pt x="51" y="24"/>
                    </a:cubicBezTo>
                    <a:cubicBezTo>
                      <a:pt x="49" y="23"/>
                      <a:pt x="48" y="22"/>
                      <a:pt x="47" y="21"/>
                    </a:cubicBezTo>
                    <a:cubicBezTo>
                      <a:pt x="43" y="16"/>
                      <a:pt x="43" y="16"/>
                      <a:pt x="43" y="16"/>
                    </a:cubicBezTo>
                    <a:cubicBezTo>
                      <a:pt x="42" y="14"/>
                      <a:pt x="41" y="12"/>
                      <a:pt x="39" y="11"/>
                    </a:cubicBezTo>
                    <a:cubicBezTo>
                      <a:pt x="37" y="10"/>
                      <a:pt x="36" y="9"/>
                      <a:pt x="34" y="8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0" y="0"/>
                      <a:pt x="9" y="0"/>
                      <a:pt x="8" y="0"/>
                    </a:cubicBezTo>
                    <a:cubicBezTo>
                      <a:pt x="5" y="0"/>
                      <a:pt x="2" y="1"/>
                      <a:pt x="1" y="3"/>
                    </a:cubicBezTo>
                    <a:lnTo>
                      <a:pt x="3" y="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17" name="Freeform 282"/>
              <p:cNvSpPr>
                <a:spLocks/>
              </p:cNvSpPr>
              <p:nvPr/>
            </p:nvSpPr>
            <p:spPr bwMode="auto">
              <a:xfrm>
                <a:off x="-4938711" y="2427285"/>
                <a:ext cx="384175" cy="342899"/>
              </a:xfrm>
              <a:custGeom>
                <a:avLst/>
                <a:gdLst/>
                <a:ahLst/>
                <a:cxnLst>
                  <a:cxn ang="0">
                    <a:pos x="5" y="9"/>
                  </a:cxn>
                  <a:cxn ang="0">
                    <a:pos x="5" y="9"/>
                  </a:cxn>
                  <a:cxn ang="0">
                    <a:pos x="5" y="9"/>
                  </a:cxn>
                  <a:cxn ang="0">
                    <a:pos x="6" y="8"/>
                  </a:cxn>
                  <a:cxn ang="0">
                    <a:pos x="19" y="11"/>
                  </a:cxn>
                  <a:cxn ang="0">
                    <a:pos x="25" y="5"/>
                  </a:cxn>
                  <a:cxn ang="0">
                    <a:pos x="25" y="5"/>
                  </a:cxn>
                  <a:cxn ang="0">
                    <a:pos x="36" y="7"/>
                  </a:cxn>
                  <a:cxn ang="0">
                    <a:pos x="53" y="14"/>
                  </a:cxn>
                  <a:cxn ang="0">
                    <a:pos x="60" y="13"/>
                  </a:cxn>
                  <a:cxn ang="0">
                    <a:pos x="93" y="33"/>
                  </a:cxn>
                  <a:cxn ang="0">
                    <a:pos x="98" y="59"/>
                  </a:cxn>
                  <a:cxn ang="0">
                    <a:pos x="93" y="72"/>
                  </a:cxn>
                  <a:cxn ang="0">
                    <a:pos x="96" y="87"/>
                  </a:cxn>
                  <a:cxn ang="0">
                    <a:pos x="96" y="87"/>
                  </a:cxn>
                  <a:cxn ang="0">
                    <a:pos x="97" y="87"/>
                  </a:cxn>
                  <a:cxn ang="0">
                    <a:pos x="97" y="87"/>
                  </a:cxn>
                  <a:cxn ang="0">
                    <a:pos x="97" y="87"/>
                  </a:cxn>
                  <a:cxn ang="0">
                    <a:pos x="65" y="60"/>
                  </a:cxn>
                  <a:cxn ang="0">
                    <a:pos x="57" y="42"/>
                  </a:cxn>
                  <a:cxn ang="0">
                    <a:pos x="30" y="23"/>
                  </a:cxn>
                  <a:cxn ang="0">
                    <a:pos x="12" y="23"/>
                  </a:cxn>
                  <a:cxn ang="0">
                    <a:pos x="11" y="22"/>
                  </a:cxn>
                  <a:cxn ang="0">
                    <a:pos x="10" y="22"/>
                  </a:cxn>
                  <a:cxn ang="0">
                    <a:pos x="11" y="22"/>
                  </a:cxn>
                  <a:cxn ang="0">
                    <a:pos x="11" y="21"/>
                  </a:cxn>
                  <a:cxn ang="0">
                    <a:pos x="5" y="15"/>
                  </a:cxn>
                  <a:cxn ang="0">
                    <a:pos x="4" y="16"/>
                  </a:cxn>
                  <a:cxn ang="0">
                    <a:pos x="5" y="16"/>
                  </a:cxn>
                  <a:cxn ang="0">
                    <a:pos x="5" y="9"/>
                  </a:cxn>
                  <a:cxn ang="0">
                    <a:pos x="2" y="13"/>
                  </a:cxn>
                  <a:cxn ang="0">
                    <a:pos x="6" y="20"/>
                  </a:cxn>
                  <a:cxn ang="0">
                    <a:pos x="8" y="26"/>
                  </a:cxn>
                  <a:cxn ang="0">
                    <a:pos x="24" y="27"/>
                  </a:cxn>
                  <a:cxn ang="0">
                    <a:pos x="43" y="37"/>
                  </a:cxn>
                  <a:cxn ang="0">
                    <a:pos x="59" y="54"/>
                  </a:cxn>
                  <a:cxn ang="0">
                    <a:pos x="93" y="90"/>
                  </a:cxn>
                  <a:cxn ang="0">
                    <a:pos x="100" y="84"/>
                  </a:cxn>
                  <a:cxn ang="0">
                    <a:pos x="98" y="69"/>
                  </a:cxn>
                  <a:cxn ang="0">
                    <a:pos x="102" y="58"/>
                  </a:cxn>
                  <a:cxn ang="0">
                    <a:pos x="70" y="16"/>
                  </a:cxn>
                  <a:cxn ang="0">
                    <a:pos x="58" y="8"/>
                  </a:cxn>
                  <a:cxn ang="0">
                    <a:pos x="50" y="10"/>
                  </a:cxn>
                  <a:cxn ang="0">
                    <a:pos x="50" y="11"/>
                  </a:cxn>
                  <a:cxn ang="0">
                    <a:pos x="46" y="9"/>
                  </a:cxn>
                  <a:cxn ang="0">
                    <a:pos x="24" y="1"/>
                  </a:cxn>
                  <a:cxn ang="0">
                    <a:pos x="19" y="7"/>
                  </a:cxn>
                  <a:cxn ang="0">
                    <a:pos x="19" y="7"/>
                  </a:cxn>
                  <a:cxn ang="0">
                    <a:pos x="19" y="7"/>
                  </a:cxn>
                  <a:cxn ang="0">
                    <a:pos x="4" y="4"/>
                  </a:cxn>
                  <a:cxn ang="0">
                    <a:pos x="2" y="12"/>
                  </a:cxn>
                </a:cxnLst>
                <a:rect l="0" t="0" r="r" b="b"/>
                <a:pathLst>
                  <a:path w="102" h="91">
                    <a:moveTo>
                      <a:pt x="3" y="10"/>
                    </a:moveTo>
                    <a:cubicBezTo>
                      <a:pt x="5" y="9"/>
                      <a:pt x="5" y="9"/>
                      <a:pt x="5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8"/>
                      <a:pt x="5" y="8"/>
                      <a:pt x="6" y="8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6" y="7"/>
                      <a:pt x="7" y="7"/>
                      <a:pt x="8" y="7"/>
                    </a:cubicBezTo>
                    <a:cubicBezTo>
                      <a:pt x="9" y="7"/>
                      <a:pt x="11" y="8"/>
                      <a:pt x="12" y="8"/>
                    </a:cubicBezTo>
                    <a:cubicBezTo>
                      <a:pt x="13" y="9"/>
                      <a:pt x="13" y="9"/>
                      <a:pt x="13" y="9"/>
                    </a:cubicBezTo>
                    <a:cubicBezTo>
                      <a:pt x="15" y="10"/>
                      <a:pt x="17" y="11"/>
                      <a:pt x="19" y="11"/>
                    </a:cubicBezTo>
                    <a:cubicBezTo>
                      <a:pt x="20" y="11"/>
                      <a:pt x="21" y="11"/>
                      <a:pt x="22" y="10"/>
                    </a:cubicBezTo>
                    <a:cubicBezTo>
                      <a:pt x="22" y="10"/>
                      <a:pt x="22" y="10"/>
                      <a:pt x="22" y="10"/>
                    </a:cubicBezTo>
                    <a:cubicBezTo>
                      <a:pt x="24" y="9"/>
                      <a:pt x="25" y="7"/>
                      <a:pt x="25" y="5"/>
                    </a:cubicBezTo>
                    <a:cubicBezTo>
                      <a:pt x="25" y="5"/>
                      <a:pt x="25" y="5"/>
                      <a:pt x="25" y="5"/>
                    </a:cubicBezTo>
                    <a:cubicBezTo>
                      <a:pt x="25" y="5"/>
                      <a:pt x="25" y="5"/>
                      <a:pt x="25" y="5"/>
                    </a:cubicBezTo>
                    <a:cubicBezTo>
                      <a:pt x="25" y="5"/>
                      <a:pt x="25" y="5"/>
                      <a:pt x="25" y="5"/>
                    </a:cubicBezTo>
                    <a:cubicBezTo>
                      <a:pt x="25" y="5"/>
                      <a:pt x="25" y="5"/>
                      <a:pt x="25" y="5"/>
                    </a:cubicBezTo>
                    <a:cubicBezTo>
                      <a:pt x="25" y="5"/>
                      <a:pt x="25" y="5"/>
                      <a:pt x="25" y="5"/>
                    </a:cubicBezTo>
                    <a:cubicBezTo>
                      <a:pt x="25" y="5"/>
                      <a:pt x="25" y="5"/>
                      <a:pt x="25" y="5"/>
                    </a:cubicBezTo>
                    <a:cubicBezTo>
                      <a:pt x="25" y="5"/>
                      <a:pt x="27" y="4"/>
                      <a:pt x="28" y="4"/>
                    </a:cubicBezTo>
                    <a:cubicBezTo>
                      <a:pt x="29" y="4"/>
                      <a:pt x="31" y="4"/>
                      <a:pt x="32" y="5"/>
                    </a:cubicBezTo>
                    <a:cubicBezTo>
                      <a:pt x="34" y="5"/>
                      <a:pt x="35" y="6"/>
                      <a:pt x="36" y="7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6" y="14"/>
                      <a:pt x="48" y="15"/>
                      <a:pt x="50" y="15"/>
                    </a:cubicBezTo>
                    <a:cubicBezTo>
                      <a:pt x="51" y="15"/>
                      <a:pt x="52" y="14"/>
                      <a:pt x="53" y="14"/>
                    </a:cubicBezTo>
                    <a:cubicBezTo>
                      <a:pt x="53" y="14"/>
                      <a:pt x="53" y="14"/>
                      <a:pt x="53" y="14"/>
                    </a:cubicBezTo>
                    <a:cubicBezTo>
                      <a:pt x="53" y="14"/>
                      <a:pt x="53" y="14"/>
                      <a:pt x="53" y="14"/>
                    </a:cubicBezTo>
                    <a:cubicBezTo>
                      <a:pt x="53" y="13"/>
                      <a:pt x="53" y="13"/>
                      <a:pt x="53" y="13"/>
                    </a:cubicBezTo>
                    <a:cubicBezTo>
                      <a:pt x="54" y="13"/>
                      <a:pt x="56" y="12"/>
                      <a:pt x="58" y="12"/>
                    </a:cubicBezTo>
                    <a:cubicBezTo>
                      <a:pt x="58" y="12"/>
                      <a:pt x="59" y="13"/>
                      <a:pt x="60" y="13"/>
                    </a:cubicBezTo>
                    <a:cubicBezTo>
                      <a:pt x="61" y="13"/>
                      <a:pt x="61" y="14"/>
                      <a:pt x="61" y="14"/>
                    </a:cubicBezTo>
                    <a:cubicBezTo>
                      <a:pt x="62" y="15"/>
                      <a:pt x="63" y="16"/>
                      <a:pt x="64" y="17"/>
                    </a:cubicBezTo>
                    <a:cubicBezTo>
                      <a:pt x="66" y="18"/>
                      <a:pt x="67" y="19"/>
                      <a:pt x="69" y="20"/>
                    </a:cubicBezTo>
                    <a:cubicBezTo>
                      <a:pt x="93" y="33"/>
                      <a:pt x="93" y="33"/>
                      <a:pt x="93" y="33"/>
                    </a:cubicBezTo>
                    <a:cubicBezTo>
                      <a:pt x="94" y="33"/>
                      <a:pt x="95" y="34"/>
                      <a:pt x="95" y="36"/>
                    </a:cubicBezTo>
                    <a:cubicBezTo>
                      <a:pt x="96" y="37"/>
                      <a:pt x="97" y="39"/>
                      <a:pt x="97" y="40"/>
                    </a:cubicBezTo>
                    <a:cubicBezTo>
                      <a:pt x="98" y="59"/>
                      <a:pt x="98" y="59"/>
                      <a:pt x="98" y="59"/>
                    </a:cubicBezTo>
                    <a:cubicBezTo>
                      <a:pt x="98" y="59"/>
                      <a:pt x="98" y="59"/>
                      <a:pt x="98" y="59"/>
                    </a:cubicBezTo>
                    <a:cubicBezTo>
                      <a:pt x="98" y="61"/>
                      <a:pt x="97" y="62"/>
                      <a:pt x="97" y="63"/>
                    </a:cubicBezTo>
                    <a:cubicBezTo>
                      <a:pt x="96" y="65"/>
                      <a:pt x="96" y="65"/>
                      <a:pt x="96" y="65"/>
                    </a:cubicBezTo>
                    <a:cubicBezTo>
                      <a:pt x="94" y="66"/>
                      <a:pt x="94" y="67"/>
                      <a:pt x="93" y="68"/>
                    </a:cubicBezTo>
                    <a:cubicBezTo>
                      <a:pt x="93" y="69"/>
                      <a:pt x="93" y="71"/>
                      <a:pt x="93" y="72"/>
                    </a:cubicBezTo>
                    <a:cubicBezTo>
                      <a:pt x="93" y="73"/>
                      <a:pt x="93" y="75"/>
                      <a:pt x="93" y="76"/>
                    </a:cubicBezTo>
                    <a:cubicBezTo>
                      <a:pt x="95" y="85"/>
                      <a:pt x="95" y="85"/>
                      <a:pt x="95" y="85"/>
                    </a:cubicBezTo>
                    <a:cubicBezTo>
                      <a:pt x="96" y="86"/>
                      <a:pt x="96" y="87"/>
                      <a:pt x="96" y="87"/>
                    </a:cubicBezTo>
                    <a:cubicBezTo>
                      <a:pt x="96" y="87"/>
                      <a:pt x="96" y="87"/>
                      <a:pt x="96" y="87"/>
                    </a:cubicBezTo>
                    <a:cubicBezTo>
                      <a:pt x="96" y="87"/>
                      <a:pt x="96" y="87"/>
                      <a:pt x="96" y="87"/>
                    </a:cubicBezTo>
                    <a:cubicBezTo>
                      <a:pt x="96" y="87"/>
                      <a:pt x="96" y="87"/>
                      <a:pt x="96" y="87"/>
                    </a:cubicBezTo>
                    <a:cubicBezTo>
                      <a:pt x="96" y="87"/>
                      <a:pt x="96" y="87"/>
                      <a:pt x="96" y="87"/>
                    </a:cubicBezTo>
                    <a:cubicBezTo>
                      <a:pt x="96" y="87"/>
                      <a:pt x="96" y="87"/>
                      <a:pt x="96" y="87"/>
                    </a:cubicBezTo>
                    <a:cubicBezTo>
                      <a:pt x="96" y="87"/>
                      <a:pt x="96" y="87"/>
                      <a:pt x="96" y="87"/>
                    </a:cubicBezTo>
                    <a:cubicBezTo>
                      <a:pt x="96" y="87"/>
                      <a:pt x="96" y="87"/>
                      <a:pt x="96" y="87"/>
                    </a:cubicBezTo>
                    <a:cubicBezTo>
                      <a:pt x="97" y="88"/>
                      <a:pt x="97" y="88"/>
                      <a:pt x="97" y="88"/>
                    </a:cubicBezTo>
                    <a:cubicBezTo>
                      <a:pt x="97" y="87"/>
                      <a:pt x="97" y="87"/>
                      <a:pt x="97" y="87"/>
                    </a:cubicBezTo>
                    <a:cubicBezTo>
                      <a:pt x="96" y="87"/>
                      <a:pt x="96" y="87"/>
                      <a:pt x="96" y="87"/>
                    </a:cubicBezTo>
                    <a:cubicBezTo>
                      <a:pt x="97" y="88"/>
                      <a:pt x="97" y="88"/>
                      <a:pt x="97" y="88"/>
                    </a:cubicBezTo>
                    <a:cubicBezTo>
                      <a:pt x="97" y="87"/>
                      <a:pt x="97" y="87"/>
                      <a:pt x="97" y="87"/>
                    </a:cubicBezTo>
                    <a:cubicBezTo>
                      <a:pt x="97" y="87"/>
                      <a:pt x="97" y="87"/>
                      <a:pt x="97" y="87"/>
                    </a:cubicBezTo>
                    <a:cubicBezTo>
                      <a:pt x="97" y="87"/>
                      <a:pt x="97" y="87"/>
                      <a:pt x="97" y="87"/>
                    </a:cubicBezTo>
                    <a:cubicBezTo>
                      <a:pt x="97" y="87"/>
                      <a:pt x="97" y="87"/>
                      <a:pt x="97" y="87"/>
                    </a:cubicBezTo>
                    <a:cubicBezTo>
                      <a:pt x="97" y="87"/>
                      <a:pt x="97" y="87"/>
                      <a:pt x="97" y="87"/>
                    </a:cubicBezTo>
                    <a:cubicBezTo>
                      <a:pt x="97" y="87"/>
                      <a:pt x="97" y="87"/>
                      <a:pt x="97" y="87"/>
                    </a:cubicBezTo>
                    <a:cubicBezTo>
                      <a:pt x="97" y="87"/>
                      <a:pt x="97" y="87"/>
                      <a:pt x="97" y="87"/>
                    </a:cubicBezTo>
                    <a:cubicBezTo>
                      <a:pt x="96" y="86"/>
                      <a:pt x="96" y="86"/>
                      <a:pt x="96" y="86"/>
                    </a:cubicBezTo>
                    <a:cubicBezTo>
                      <a:pt x="68" y="64"/>
                      <a:pt x="68" y="64"/>
                      <a:pt x="68" y="64"/>
                    </a:cubicBezTo>
                    <a:cubicBezTo>
                      <a:pt x="67" y="63"/>
                      <a:pt x="66" y="61"/>
                      <a:pt x="65" y="60"/>
                    </a:cubicBezTo>
                    <a:cubicBezTo>
                      <a:pt x="64" y="58"/>
                      <a:pt x="63" y="56"/>
                      <a:pt x="63" y="55"/>
                    </a:cubicBezTo>
                    <a:cubicBezTo>
                      <a:pt x="63" y="53"/>
                      <a:pt x="63" y="53"/>
                      <a:pt x="63" y="53"/>
                    </a:cubicBezTo>
                    <a:cubicBezTo>
                      <a:pt x="63" y="51"/>
                      <a:pt x="62" y="49"/>
                      <a:pt x="61" y="47"/>
                    </a:cubicBezTo>
                    <a:cubicBezTo>
                      <a:pt x="60" y="45"/>
                      <a:pt x="58" y="43"/>
                      <a:pt x="57" y="42"/>
                    </a:cubicBezTo>
                    <a:cubicBezTo>
                      <a:pt x="54" y="40"/>
                      <a:pt x="54" y="40"/>
                      <a:pt x="54" y="40"/>
                    </a:cubicBezTo>
                    <a:cubicBezTo>
                      <a:pt x="52" y="38"/>
                      <a:pt x="48" y="35"/>
                      <a:pt x="45" y="34"/>
                    </a:cubicBezTo>
                    <a:cubicBezTo>
                      <a:pt x="35" y="26"/>
                      <a:pt x="35" y="26"/>
                      <a:pt x="35" y="26"/>
                    </a:cubicBezTo>
                    <a:cubicBezTo>
                      <a:pt x="33" y="25"/>
                      <a:pt x="32" y="24"/>
                      <a:pt x="30" y="23"/>
                    </a:cubicBezTo>
                    <a:cubicBezTo>
                      <a:pt x="28" y="23"/>
                      <a:pt x="26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1" y="23"/>
                      <a:pt x="11" y="23"/>
                      <a:pt x="11" y="22"/>
                    </a:cubicBezTo>
                    <a:cubicBezTo>
                      <a:pt x="11" y="22"/>
                      <a:pt x="11" y="22"/>
                      <a:pt x="11" y="22"/>
                    </a:cubicBezTo>
                    <a:cubicBezTo>
                      <a:pt x="11" y="22"/>
                      <a:pt x="11" y="22"/>
                      <a:pt x="11" y="22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11" y="22"/>
                      <a:pt x="11" y="22"/>
                      <a:pt x="11" y="22"/>
                    </a:cubicBezTo>
                    <a:cubicBezTo>
                      <a:pt x="11" y="22"/>
                      <a:pt x="11" y="22"/>
                      <a:pt x="11" y="22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11" y="22"/>
                      <a:pt x="11" y="22"/>
                      <a:pt x="11" y="22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11" y="22"/>
                      <a:pt x="11" y="22"/>
                      <a:pt x="11" y="22"/>
                    </a:cubicBezTo>
                    <a:cubicBezTo>
                      <a:pt x="11" y="22"/>
                      <a:pt x="11" y="22"/>
                      <a:pt x="11" y="22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11" y="22"/>
                      <a:pt x="11" y="22"/>
                      <a:pt x="11" y="22"/>
                    </a:cubicBezTo>
                    <a:cubicBezTo>
                      <a:pt x="11" y="22"/>
                      <a:pt x="11" y="22"/>
                      <a:pt x="11" y="22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0"/>
                      <a:pt x="10" y="18"/>
                      <a:pt x="9" y="17"/>
                    </a:cubicBezTo>
                    <a:cubicBezTo>
                      <a:pt x="9" y="16"/>
                      <a:pt x="7" y="16"/>
                      <a:pt x="6" y="16"/>
                    </a:cubicBezTo>
                    <a:cubicBezTo>
                      <a:pt x="6" y="15"/>
                      <a:pt x="5" y="15"/>
                      <a:pt x="5" y="15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6" y="15"/>
                      <a:pt x="6" y="14"/>
                      <a:pt x="6" y="13"/>
                    </a:cubicBezTo>
                    <a:cubicBezTo>
                      <a:pt x="6" y="11"/>
                      <a:pt x="6" y="10"/>
                      <a:pt x="5" y="9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4"/>
                      <a:pt x="1" y="15"/>
                      <a:pt x="1" y="16"/>
                    </a:cubicBezTo>
                    <a:cubicBezTo>
                      <a:pt x="1" y="17"/>
                      <a:pt x="2" y="18"/>
                      <a:pt x="2" y="18"/>
                    </a:cubicBezTo>
                    <a:cubicBezTo>
                      <a:pt x="3" y="19"/>
                      <a:pt x="4" y="19"/>
                      <a:pt x="5" y="20"/>
                    </a:cubicBezTo>
                    <a:cubicBezTo>
                      <a:pt x="6" y="20"/>
                      <a:pt x="6" y="20"/>
                      <a:pt x="6" y="20"/>
                    </a:cubicBezTo>
                    <a:cubicBezTo>
                      <a:pt x="7" y="21"/>
                      <a:pt x="7" y="21"/>
                      <a:pt x="7" y="21"/>
                    </a:cubicBezTo>
                    <a:cubicBezTo>
                      <a:pt x="7" y="21"/>
                      <a:pt x="7" y="21"/>
                      <a:pt x="7" y="21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6" y="24"/>
                      <a:pt x="7" y="25"/>
                      <a:pt x="8" y="26"/>
                    </a:cubicBezTo>
                    <a:cubicBezTo>
                      <a:pt x="10" y="27"/>
                      <a:pt x="11" y="27"/>
                      <a:pt x="12" y="27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24" y="27"/>
                      <a:pt x="24" y="27"/>
                      <a:pt x="24" y="27"/>
                    </a:cubicBezTo>
                    <a:cubicBezTo>
                      <a:pt x="24" y="27"/>
                      <a:pt x="24" y="27"/>
                      <a:pt x="24" y="27"/>
                    </a:cubicBezTo>
                    <a:cubicBezTo>
                      <a:pt x="24" y="27"/>
                      <a:pt x="24" y="27"/>
                      <a:pt x="24" y="27"/>
                    </a:cubicBezTo>
                    <a:cubicBezTo>
                      <a:pt x="25" y="27"/>
                      <a:pt x="27" y="27"/>
                      <a:pt x="28" y="28"/>
                    </a:cubicBezTo>
                    <a:cubicBezTo>
                      <a:pt x="30" y="28"/>
                      <a:pt x="31" y="29"/>
                      <a:pt x="32" y="29"/>
                    </a:cubicBezTo>
                    <a:cubicBezTo>
                      <a:pt x="43" y="37"/>
                      <a:pt x="43" y="37"/>
                      <a:pt x="43" y="37"/>
                    </a:cubicBezTo>
                    <a:cubicBezTo>
                      <a:pt x="45" y="39"/>
                      <a:pt x="49" y="42"/>
                      <a:pt x="52" y="44"/>
                    </a:cubicBezTo>
                    <a:cubicBezTo>
                      <a:pt x="54" y="45"/>
                      <a:pt x="54" y="45"/>
                      <a:pt x="54" y="45"/>
                    </a:cubicBezTo>
                    <a:cubicBezTo>
                      <a:pt x="55" y="46"/>
                      <a:pt x="56" y="47"/>
                      <a:pt x="57" y="49"/>
                    </a:cubicBezTo>
                    <a:cubicBezTo>
                      <a:pt x="58" y="51"/>
                      <a:pt x="58" y="52"/>
                      <a:pt x="59" y="54"/>
                    </a:cubicBezTo>
                    <a:cubicBezTo>
                      <a:pt x="59" y="55"/>
                      <a:pt x="59" y="55"/>
                      <a:pt x="59" y="55"/>
                    </a:cubicBezTo>
                    <a:cubicBezTo>
                      <a:pt x="59" y="58"/>
                      <a:pt x="60" y="60"/>
                      <a:pt x="61" y="62"/>
                    </a:cubicBezTo>
                    <a:cubicBezTo>
                      <a:pt x="62" y="64"/>
                      <a:pt x="64" y="66"/>
                      <a:pt x="65" y="67"/>
                    </a:cubicBezTo>
                    <a:cubicBezTo>
                      <a:pt x="93" y="90"/>
                      <a:pt x="93" y="90"/>
                      <a:pt x="93" y="90"/>
                    </a:cubicBezTo>
                    <a:cubicBezTo>
                      <a:pt x="94" y="90"/>
                      <a:pt x="95" y="91"/>
                      <a:pt x="97" y="91"/>
                    </a:cubicBezTo>
                    <a:cubicBezTo>
                      <a:pt x="98" y="91"/>
                      <a:pt x="99" y="90"/>
                      <a:pt x="99" y="89"/>
                    </a:cubicBezTo>
                    <a:cubicBezTo>
                      <a:pt x="100" y="89"/>
                      <a:pt x="100" y="88"/>
                      <a:pt x="100" y="87"/>
                    </a:cubicBezTo>
                    <a:cubicBezTo>
                      <a:pt x="100" y="86"/>
                      <a:pt x="100" y="85"/>
                      <a:pt x="100" y="84"/>
                    </a:cubicBezTo>
                    <a:cubicBezTo>
                      <a:pt x="97" y="75"/>
                      <a:pt x="97" y="75"/>
                      <a:pt x="97" y="75"/>
                    </a:cubicBezTo>
                    <a:cubicBezTo>
                      <a:pt x="97" y="74"/>
                      <a:pt x="97" y="73"/>
                      <a:pt x="97" y="72"/>
                    </a:cubicBezTo>
                    <a:cubicBezTo>
                      <a:pt x="97" y="71"/>
                      <a:pt x="97" y="70"/>
                      <a:pt x="97" y="70"/>
                    </a:cubicBezTo>
                    <a:cubicBezTo>
                      <a:pt x="98" y="69"/>
                      <a:pt x="98" y="69"/>
                      <a:pt x="98" y="69"/>
                    </a:cubicBezTo>
                    <a:cubicBezTo>
                      <a:pt x="98" y="69"/>
                      <a:pt x="98" y="69"/>
                      <a:pt x="98" y="69"/>
                    </a:cubicBezTo>
                    <a:cubicBezTo>
                      <a:pt x="99" y="68"/>
                      <a:pt x="100" y="66"/>
                      <a:pt x="101" y="65"/>
                    </a:cubicBezTo>
                    <a:cubicBezTo>
                      <a:pt x="101" y="63"/>
                      <a:pt x="102" y="61"/>
                      <a:pt x="102" y="59"/>
                    </a:cubicBezTo>
                    <a:cubicBezTo>
                      <a:pt x="102" y="58"/>
                      <a:pt x="102" y="58"/>
                      <a:pt x="102" y="58"/>
                    </a:cubicBezTo>
                    <a:cubicBezTo>
                      <a:pt x="101" y="40"/>
                      <a:pt x="101" y="40"/>
                      <a:pt x="101" y="40"/>
                    </a:cubicBezTo>
                    <a:cubicBezTo>
                      <a:pt x="101" y="38"/>
                      <a:pt x="100" y="35"/>
                      <a:pt x="99" y="34"/>
                    </a:cubicBezTo>
                    <a:cubicBezTo>
                      <a:pt x="98" y="32"/>
                      <a:pt x="97" y="30"/>
                      <a:pt x="95" y="29"/>
                    </a:cubicBezTo>
                    <a:cubicBezTo>
                      <a:pt x="70" y="16"/>
                      <a:pt x="70" y="16"/>
                      <a:pt x="70" y="16"/>
                    </a:cubicBezTo>
                    <a:cubicBezTo>
                      <a:pt x="69" y="16"/>
                      <a:pt x="68" y="15"/>
                      <a:pt x="67" y="14"/>
                    </a:cubicBezTo>
                    <a:cubicBezTo>
                      <a:pt x="66" y="13"/>
                      <a:pt x="65" y="12"/>
                      <a:pt x="65" y="12"/>
                    </a:cubicBezTo>
                    <a:cubicBezTo>
                      <a:pt x="65" y="10"/>
                      <a:pt x="63" y="10"/>
                      <a:pt x="62" y="9"/>
                    </a:cubicBezTo>
                    <a:cubicBezTo>
                      <a:pt x="61" y="8"/>
                      <a:pt x="59" y="8"/>
                      <a:pt x="58" y="8"/>
                    </a:cubicBezTo>
                    <a:cubicBezTo>
                      <a:pt x="56" y="8"/>
                      <a:pt x="55" y="8"/>
                      <a:pt x="53" y="9"/>
                    </a:cubicBezTo>
                    <a:cubicBezTo>
                      <a:pt x="52" y="9"/>
                      <a:pt x="51" y="10"/>
                      <a:pt x="50" y="10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11"/>
                      <a:pt x="50" y="11"/>
                      <a:pt x="50" y="11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11"/>
                      <a:pt x="50" y="11"/>
                      <a:pt x="50" y="11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49" y="10"/>
                      <a:pt x="48" y="10"/>
                      <a:pt x="46" y="9"/>
                    </a:cubicBezTo>
                    <a:cubicBezTo>
                      <a:pt x="39" y="3"/>
                      <a:pt x="39" y="3"/>
                      <a:pt x="39" y="3"/>
                    </a:cubicBezTo>
                    <a:cubicBezTo>
                      <a:pt x="37" y="2"/>
                      <a:pt x="36" y="2"/>
                      <a:pt x="34" y="1"/>
                    </a:cubicBezTo>
                    <a:cubicBezTo>
                      <a:pt x="32" y="0"/>
                      <a:pt x="30" y="0"/>
                      <a:pt x="28" y="0"/>
                    </a:cubicBezTo>
                    <a:cubicBezTo>
                      <a:pt x="27" y="0"/>
                      <a:pt x="25" y="0"/>
                      <a:pt x="24" y="1"/>
                    </a:cubicBezTo>
                    <a:cubicBezTo>
                      <a:pt x="23" y="1"/>
                      <a:pt x="23" y="1"/>
                      <a:pt x="22" y="2"/>
                    </a:cubicBezTo>
                    <a:cubicBezTo>
                      <a:pt x="22" y="2"/>
                      <a:pt x="21" y="3"/>
                      <a:pt x="21" y="4"/>
                    </a:cubicBezTo>
                    <a:cubicBezTo>
                      <a:pt x="21" y="5"/>
                      <a:pt x="20" y="6"/>
                      <a:pt x="19" y="7"/>
                    </a:cubicBezTo>
                    <a:cubicBezTo>
                      <a:pt x="19" y="7"/>
                      <a:pt x="19" y="7"/>
                      <a:pt x="19" y="7"/>
                    </a:cubicBezTo>
                    <a:cubicBezTo>
                      <a:pt x="19" y="7"/>
                      <a:pt x="19" y="7"/>
                      <a:pt x="19" y="7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19" y="7"/>
                      <a:pt x="19" y="7"/>
                      <a:pt x="19" y="7"/>
                    </a:cubicBezTo>
                    <a:cubicBezTo>
                      <a:pt x="19" y="7"/>
                      <a:pt x="19" y="7"/>
                      <a:pt x="19" y="7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19" y="7"/>
                      <a:pt x="19" y="7"/>
                      <a:pt x="19" y="7"/>
                    </a:cubicBezTo>
                    <a:cubicBezTo>
                      <a:pt x="19" y="7"/>
                      <a:pt x="19" y="7"/>
                      <a:pt x="19" y="7"/>
                    </a:cubicBezTo>
                    <a:cubicBezTo>
                      <a:pt x="19" y="7"/>
                      <a:pt x="19" y="7"/>
                      <a:pt x="19" y="7"/>
                    </a:cubicBezTo>
                    <a:cubicBezTo>
                      <a:pt x="19" y="7"/>
                      <a:pt x="17" y="6"/>
                      <a:pt x="16" y="6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13" y="4"/>
                      <a:pt x="10" y="3"/>
                      <a:pt x="8" y="3"/>
                    </a:cubicBezTo>
                    <a:cubicBezTo>
                      <a:pt x="7" y="3"/>
                      <a:pt x="5" y="3"/>
                      <a:pt x="4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2" y="5"/>
                      <a:pt x="1" y="7"/>
                      <a:pt x="0" y="9"/>
                    </a:cubicBezTo>
                    <a:cubicBezTo>
                      <a:pt x="0" y="10"/>
                      <a:pt x="1" y="11"/>
                      <a:pt x="2" y="12"/>
                    </a:cubicBezTo>
                    <a:lnTo>
                      <a:pt x="3" y="1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18" name="Freeform 283"/>
              <p:cNvSpPr>
                <a:spLocks/>
              </p:cNvSpPr>
              <p:nvPr/>
            </p:nvSpPr>
            <p:spPr bwMode="auto">
              <a:xfrm>
                <a:off x="-3748087" y="2501897"/>
                <a:ext cx="2044700" cy="2208211"/>
              </a:xfrm>
              <a:custGeom>
                <a:avLst/>
                <a:gdLst/>
                <a:ahLst/>
                <a:cxnLst>
                  <a:cxn ang="0">
                    <a:pos x="149" y="233"/>
                  </a:cxn>
                  <a:cxn ang="0">
                    <a:pos x="200" y="200"/>
                  </a:cxn>
                  <a:cxn ang="0">
                    <a:pos x="136" y="153"/>
                  </a:cxn>
                  <a:cxn ang="0">
                    <a:pos x="118" y="159"/>
                  </a:cxn>
                  <a:cxn ang="0">
                    <a:pos x="91" y="153"/>
                  </a:cxn>
                  <a:cxn ang="0">
                    <a:pos x="125" y="110"/>
                  </a:cxn>
                  <a:cxn ang="0">
                    <a:pos x="135" y="95"/>
                  </a:cxn>
                  <a:cxn ang="0">
                    <a:pos x="144" y="108"/>
                  </a:cxn>
                  <a:cxn ang="0">
                    <a:pos x="176" y="71"/>
                  </a:cxn>
                  <a:cxn ang="0">
                    <a:pos x="146" y="91"/>
                  </a:cxn>
                  <a:cxn ang="0">
                    <a:pos x="186" y="35"/>
                  </a:cxn>
                  <a:cxn ang="0">
                    <a:pos x="206" y="57"/>
                  </a:cxn>
                  <a:cxn ang="0">
                    <a:pos x="376" y="30"/>
                  </a:cxn>
                  <a:cxn ang="0">
                    <a:pos x="540" y="125"/>
                  </a:cxn>
                  <a:cxn ang="0">
                    <a:pos x="499" y="130"/>
                  </a:cxn>
                  <a:cxn ang="0">
                    <a:pos x="471" y="177"/>
                  </a:cxn>
                  <a:cxn ang="0">
                    <a:pos x="513" y="269"/>
                  </a:cxn>
                  <a:cxn ang="0">
                    <a:pos x="475" y="332"/>
                  </a:cxn>
                  <a:cxn ang="0">
                    <a:pos x="488" y="385"/>
                  </a:cxn>
                  <a:cxn ang="0">
                    <a:pos x="462" y="329"/>
                  </a:cxn>
                  <a:cxn ang="0">
                    <a:pos x="380" y="349"/>
                  </a:cxn>
                  <a:cxn ang="0">
                    <a:pos x="380" y="350"/>
                  </a:cxn>
                  <a:cxn ang="0">
                    <a:pos x="260" y="232"/>
                  </a:cxn>
                  <a:cxn ang="0">
                    <a:pos x="295" y="281"/>
                  </a:cxn>
                  <a:cxn ang="0">
                    <a:pos x="236" y="336"/>
                  </a:cxn>
                  <a:cxn ang="0">
                    <a:pos x="223" y="451"/>
                  </a:cxn>
                  <a:cxn ang="0">
                    <a:pos x="142" y="582"/>
                  </a:cxn>
                  <a:cxn ang="0">
                    <a:pos x="71" y="361"/>
                  </a:cxn>
                  <a:cxn ang="0">
                    <a:pos x="73" y="364"/>
                  </a:cxn>
                  <a:cxn ang="0">
                    <a:pos x="142" y="587"/>
                  </a:cxn>
                  <a:cxn ang="0">
                    <a:pos x="226" y="449"/>
                  </a:cxn>
                  <a:cxn ang="0">
                    <a:pos x="239" y="332"/>
                  </a:cxn>
                  <a:cxn ang="0">
                    <a:pos x="206" y="251"/>
                  </a:cxn>
                  <a:cxn ang="0">
                    <a:pos x="301" y="278"/>
                  </a:cxn>
                  <a:cxn ang="0">
                    <a:pos x="298" y="266"/>
                  </a:cxn>
                  <a:cxn ang="0">
                    <a:pos x="376" y="350"/>
                  </a:cxn>
                  <a:cxn ang="0">
                    <a:pos x="459" y="336"/>
                  </a:cxn>
                  <a:cxn ang="0">
                    <a:pos x="473" y="335"/>
                  </a:cxn>
                  <a:cxn ang="0">
                    <a:pos x="473" y="336"/>
                  </a:cxn>
                  <a:cxn ang="0">
                    <a:pos x="516" y="242"/>
                  </a:cxn>
                  <a:cxn ang="0">
                    <a:pos x="475" y="179"/>
                  </a:cxn>
                  <a:cxn ang="0">
                    <a:pos x="501" y="123"/>
                  </a:cxn>
                  <a:cxn ang="0">
                    <a:pos x="542" y="118"/>
                  </a:cxn>
                  <a:cxn ang="0">
                    <a:pos x="299" y="0"/>
                  </a:cxn>
                  <a:cxn ang="0">
                    <a:pos x="199" y="48"/>
                  </a:cxn>
                  <a:cxn ang="0">
                    <a:pos x="197" y="48"/>
                  </a:cxn>
                  <a:cxn ang="0">
                    <a:pos x="206" y="38"/>
                  </a:cxn>
                  <a:cxn ang="0">
                    <a:pos x="138" y="85"/>
                  </a:cxn>
                  <a:cxn ang="0">
                    <a:pos x="171" y="57"/>
                  </a:cxn>
                  <a:cxn ang="0">
                    <a:pos x="175" y="75"/>
                  </a:cxn>
                  <a:cxn ang="0">
                    <a:pos x="182" y="74"/>
                  </a:cxn>
                  <a:cxn ang="0">
                    <a:pos x="145" y="106"/>
                  </a:cxn>
                  <a:cxn ang="0">
                    <a:pos x="125" y="106"/>
                  </a:cxn>
                  <a:cxn ang="0">
                    <a:pos x="68" y="160"/>
                  </a:cxn>
                  <a:cxn ang="0">
                    <a:pos x="134" y="185"/>
                  </a:cxn>
                  <a:cxn ang="0">
                    <a:pos x="139" y="157"/>
                  </a:cxn>
                  <a:cxn ang="0">
                    <a:pos x="171" y="181"/>
                  </a:cxn>
                  <a:cxn ang="0">
                    <a:pos x="173" y="187"/>
                  </a:cxn>
                  <a:cxn ang="0">
                    <a:pos x="195" y="229"/>
                  </a:cxn>
                  <a:cxn ang="0">
                    <a:pos x="122" y="196"/>
                  </a:cxn>
                </a:cxnLst>
                <a:rect l="0" t="0" r="r" b="b"/>
                <a:pathLst>
                  <a:path w="544" h="587">
                    <a:moveTo>
                      <a:pt x="3" y="312"/>
                    </a:moveTo>
                    <a:cubicBezTo>
                      <a:pt x="5" y="311"/>
                      <a:pt x="5" y="311"/>
                      <a:pt x="5" y="311"/>
                    </a:cubicBezTo>
                    <a:cubicBezTo>
                      <a:pt x="5" y="310"/>
                      <a:pt x="4" y="309"/>
                      <a:pt x="4" y="308"/>
                    </a:cubicBezTo>
                    <a:cubicBezTo>
                      <a:pt x="4" y="306"/>
                      <a:pt x="5" y="302"/>
                      <a:pt x="6" y="301"/>
                    </a:cubicBezTo>
                    <a:cubicBezTo>
                      <a:pt x="46" y="220"/>
                      <a:pt x="46" y="220"/>
                      <a:pt x="46" y="220"/>
                    </a:cubicBezTo>
                    <a:cubicBezTo>
                      <a:pt x="47" y="219"/>
                      <a:pt x="48" y="218"/>
                      <a:pt x="49" y="217"/>
                    </a:cubicBezTo>
                    <a:cubicBezTo>
                      <a:pt x="50" y="215"/>
                      <a:pt x="52" y="215"/>
                      <a:pt x="53" y="214"/>
                    </a:cubicBezTo>
                    <a:cubicBezTo>
                      <a:pt x="117" y="198"/>
                      <a:pt x="117" y="198"/>
                      <a:pt x="117" y="198"/>
                    </a:cubicBezTo>
                    <a:cubicBezTo>
                      <a:pt x="118" y="198"/>
                      <a:pt x="118" y="198"/>
                      <a:pt x="118" y="198"/>
                    </a:cubicBezTo>
                    <a:cubicBezTo>
                      <a:pt x="118" y="198"/>
                      <a:pt x="118" y="198"/>
                      <a:pt x="119" y="199"/>
                    </a:cubicBezTo>
                    <a:cubicBezTo>
                      <a:pt x="119" y="199"/>
                      <a:pt x="120" y="200"/>
                      <a:pt x="120" y="201"/>
                    </a:cubicBezTo>
                    <a:cubicBezTo>
                      <a:pt x="120" y="212"/>
                      <a:pt x="120" y="212"/>
                      <a:pt x="120" y="212"/>
                    </a:cubicBezTo>
                    <a:cubicBezTo>
                      <a:pt x="120" y="214"/>
                      <a:pt x="121" y="216"/>
                      <a:pt x="122" y="218"/>
                    </a:cubicBezTo>
                    <a:cubicBezTo>
                      <a:pt x="123" y="220"/>
                      <a:pt x="125" y="222"/>
                      <a:pt x="127" y="223"/>
                    </a:cubicBezTo>
                    <a:cubicBezTo>
                      <a:pt x="145" y="232"/>
                      <a:pt x="145" y="232"/>
                      <a:pt x="145" y="232"/>
                    </a:cubicBezTo>
                    <a:cubicBezTo>
                      <a:pt x="146" y="233"/>
                      <a:pt x="148" y="233"/>
                      <a:pt x="149" y="233"/>
                    </a:cubicBezTo>
                    <a:cubicBezTo>
                      <a:pt x="152" y="233"/>
                      <a:pt x="154" y="232"/>
                      <a:pt x="156" y="231"/>
                    </a:cubicBezTo>
                    <a:cubicBezTo>
                      <a:pt x="159" y="228"/>
                      <a:pt x="159" y="228"/>
                      <a:pt x="159" y="228"/>
                    </a:cubicBezTo>
                    <a:cubicBezTo>
                      <a:pt x="160" y="228"/>
                      <a:pt x="162" y="227"/>
                      <a:pt x="163" y="227"/>
                    </a:cubicBezTo>
                    <a:cubicBezTo>
                      <a:pt x="164" y="227"/>
                      <a:pt x="165" y="228"/>
                      <a:pt x="166" y="228"/>
                    </a:cubicBezTo>
                    <a:cubicBezTo>
                      <a:pt x="172" y="233"/>
                      <a:pt x="172" y="233"/>
                      <a:pt x="172" y="233"/>
                    </a:cubicBezTo>
                    <a:cubicBezTo>
                      <a:pt x="174" y="234"/>
                      <a:pt x="177" y="235"/>
                      <a:pt x="179" y="235"/>
                    </a:cubicBezTo>
                    <a:cubicBezTo>
                      <a:pt x="181" y="235"/>
                      <a:pt x="182" y="234"/>
                      <a:pt x="184" y="233"/>
                    </a:cubicBezTo>
                    <a:cubicBezTo>
                      <a:pt x="185" y="232"/>
                      <a:pt x="185" y="232"/>
                      <a:pt x="185" y="232"/>
                    </a:cubicBezTo>
                    <a:cubicBezTo>
                      <a:pt x="186" y="232"/>
                      <a:pt x="187" y="232"/>
                      <a:pt x="188" y="232"/>
                    </a:cubicBezTo>
                    <a:cubicBezTo>
                      <a:pt x="190" y="232"/>
                      <a:pt x="191" y="232"/>
                      <a:pt x="192" y="233"/>
                    </a:cubicBezTo>
                    <a:cubicBezTo>
                      <a:pt x="194" y="234"/>
                      <a:pt x="194" y="234"/>
                      <a:pt x="194" y="234"/>
                    </a:cubicBezTo>
                    <a:cubicBezTo>
                      <a:pt x="195" y="235"/>
                      <a:pt x="196" y="235"/>
                      <a:pt x="197" y="235"/>
                    </a:cubicBezTo>
                    <a:cubicBezTo>
                      <a:pt x="199" y="235"/>
                      <a:pt x="200" y="234"/>
                      <a:pt x="201" y="233"/>
                    </a:cubicBezTo>
                    <a:cubicBezTo>
                      <a:pt x="202" y="232"/>
                      <a:pt x="202" y="231"/>
                      <a:pt x="202" y="229"/>
                    </a:cubicBezTo>
                    <a:cubicBezTo>
                      <a:pt x="202" y="206"/>
                      <a:pt x="202" y="206"/>
                      <a:pt x="202" y="206"/>
                    </a:cubicBezTo>
                    <a:cubicBezTo>
                      <a:pt x="202" y="204"/>
                      <a:pt x="201" y="202"/>
                      <a:pt x="200" y="200"/>
                    </a:cubicBezTo>
                    <a:cubicBezTo>
                      <a:pt x="199" y="198"/>
                      <a:pt x="197" y="197"/>
                      <a:pt x="195" y="196"/>
                    </a:cubicBezTo>
                    <a:cubicBezTo>
                      <a:pt x="183" y="192"/>
                      <a:pt x="183" y="192"/>
                      <a:pt x="183" y="192"/>
                    </a:cubicBezTo>
                    <a:cubicBezTo>
                      <a:pt x="182" y="192"/>
                      <a:pt x="181" y="191"/>
                      <a:pt x="180" y="190"/>
                    </a:cubicBezTo>
                    <a:cubicBezTo>
                      <a:pt x="179" y="189"/>
                      <a:pt x="178" y="188"/>
                      <a:pt x="177" y="186"/>
                    </a:cubicBezTo>
                    <a:cubicBezTo>
                      <a:pt x="176" y="181"/>
                      <a:pt x="176" y="181"/>
                      <a:pt x="176" y="181"/>
                    </a:cubicBezTo>
                    <a:cubicBezTo>
                      <a:pt x="176" y="180"/>
                      <a:pt x="175" y="179"/>
                      <a:pt x="174" y="178"/>
                    </a:cubicBezTo>
                    <a:cubicBezTo>
                      <a:pt x="174" y="178"/>
                      <a:pt x="173" y="177"/>
                      <a:pt x="171" y="177"/>
                    </a:cubicBezTo>
                    <a:cubicBezTo>
                      <a:pt x="170" y="177"/>
                      <a:pt x="170" y="177"/>
                      <a:pt x="169" y="178"/>
                    </a:cubicBezTo>
                    <a:cubicBezTo>
                      <a:pt x="168" y="178"/>
                      <a:pt x="168" y="179"/>
                      <a:pt x="167" y="180"/>
                    </a:cubicBezTo>
                    <a:cubicBezTo>
                      <a:pt x="164" y="185"/>
                      <a:pt x="164" y="185"/>
                      <a:pt x="164" y="185"/>
                    </a:cubicBezTo>
                    <a:cubicBezTo>
                      <a:pt x="163" y="186"/>
                      <a:pt x="163" y="186"/>
                      <a:pt x="163" y="186"/>
                    </a:cubicBezTo>
                    <a:cubicBezTo>
                      <a:pt x="162" y="186"/>
                      <a:pt x="162" y="186"/>
                      <a:pt x="161" y="185"/>
                    </a:cubicBezTo>
                    <a:cubicBezTo>
                      <a:pt x="143" y="156"/>
                      <a:pt x="143" y="156"/>
                      <a:pt x="143" y="156"/>
                    </a:cubicBezTo>
                    <a:cubicBezTo>
                      <a:pt x="143" y="155"/>
                      <a:pt x="142" y="154"/>
                      <a:pt x="141" y="154"/>
                    </a:cubicBezTo>
                    <a:cubicBezTo>
                      <a:pt x="141" y="153"/>
                      <a:pt x="140" y="153"/>
                      <a:pt x="138" y="153"/>
                    </a:cubicBezTo>
                    <a:cubicBezTo>
                      <a:pt x="138" y="153"/>
                      <a:pt x="137" y="153"/>
                      <a:pt x="136" y="153"/>
                    </a:cubicBezTo>
                    <a:cubicBezTo>
                      <a:pt x="135" y="154"/>
                      <a:pt x="135" y="154"/>
                      <a:pt x="135" y="155"/>
                    </a:cubicBezTo>
                    <a:cubicBezTo>
                      <a:pt x="134" y="156"/>
                      <a:pt x="134" y="157"/>
                      <a:pt x="134" y="159"/>
                    </a:cubicBezTo>
                    <a:cubicBezTo>
                      <a:pt x="134" y="161"/>
                      <a:pt x="135" y="164"/>
                      <a:pt x="136" y="166"/>
                    </a:cubicBezTo>
                    <a:cubicBezTo>
                      <a:pt x="141" y="175"/>
                      <a:pt x="141" y="175"/>
                      <a:pt x="141" y="175"/>
                    </a:cubicBezTo>
                    <a:cubicBezTo>
                      <a:pt x="141" y="176"/>
                      <a:pt x="142" y="177"/>
                      <a:pt x="142" y="179"/>
                    </a:cubicBezTo>
                    <a:cubicBezTo>
                      <a:pt x="142" y="180"/>
                      <a:pt x="141" y="182"/>
                      <a:pt x="141" y="183"/>
                    </a:cubicBezTo>
                    <a:cubicBezTo>
                      <a:pt x="141" y="183"/>
                      <a:pt x="141" y="183"/>
                      <a:pt x="141" y="183"/>
                    </a:cubicBezTo>
                    <a:cubicBezTo>
                      <a:pt x="140" y="184"/>
                      <a:pt x="140" y="184"/>
                      <a:pt x="140" y="184"/>
                    </a:cubicBezTo>
                    <a:cubicBezTo>
                      <a:pt x="140" y="184"/>
                      <a:pt x="140" y="184"/>
                      <a:pt x="140" y="184"/>
                    </a:cubicBezTo>
                    <a:cubicBezTo>
                      <a:pt x="140" y="184"/>
                      <a:pt x="140" y="184"/>
                      <a:pt x="140" y="184"/>
                    </a:cubicBezTo>
                    <a:cubicBezTo>
                      <a:pt x="139" y="185"/>
                      <a:pt x="139" y="185"/>
                      <a:pt x="139" y="185"/>
                    </a:cubicBezTo>
                    <a:cubicBezTo>
                      <a:pt x="139" y="184"/>
                      <a:pt x="139" y="184"/>
                      <a:pt x="139" y="184"/>
                    </a:cubicBezTo>
                    <a:cubicBezTo>
                      <a:pt x="138" y="184"/>
                      <a:pt x="138" y="184"/>
                      <a:pt x="138" y="183"/>
                    </a:cubicBezTo>
                    <a:cubicBezTo>
                      <a:pt x="129" y="163"/>
                      <a:pt x="129" y="163"/>
                      <a:pt x="129" y="163"/>
                    </a:cubicBezTo>
                    <a:cubicBezTo>
                      <a:pt x="127" y="160"/>
                      <a:pt x="124" y="158"/>
                      <a:pt x="121" y="158"/>
                    </a:cubicBezTo>
                    <a:cubicBezTo>
                      <a:pt x="120" y="158"/>
                      <a:pt x="119" y="158"/>
                      <a:pt x="118" y="159"/>
                    </a:cubicBezTo>
                    <a:cubicBezTo>
                      <a:pt x="105" y="165"/>
                      <a:pt x="105" y="165"/>
                      <a:pt x="105" y="165"/>
                    </a:cubicBezTo>
                    <a:cubicBezTo>
                      <a:pt x="102" y="167"/>
                      <a:pt x="98" y="170"/>
                      <a:pt x="96" y="173"/>
                    </a:cubicBezTo>
                    <a:cubicBezTo>
                      <a:pt x="86" y="187"/>
                      <a:pt x="86" y="187"/>
                      <a:pt x="86" y="187"/>
                    </a:cubicBezTo>
                    <a:cubicBezTo>
                      <a:pt x="85" y="188"/>
                      <a:pt x="84" y="189"/>
                      <a:pt x="83" y="190"/>
                    </a:cubicBezTo>
                    <a:cubicBezTo>
                      <a:pt x="81" y="191"/>
                      <a:pt x="80" y="191"/>
                      <a:pt x="79" y="191"/>
                    </a:cubicBezTo>
                    <a:cubicBezTo>
                      <a:pt x="62" y="192"/>
                      <a:pt x="62" y="192"/>
                      <a:pt x="62" y="192"/>
                    </a:cubicBezTo>
                    <a:cubicBezTo>
                      <a:pt x="61" y="192"/>
                      <a:pt x="61" y="192"/>
                      <a:pt x="61" y="192"/>
                    </a:cubicBezTo>
                    <a:cubicBezTo>
                      <a:pt x="61" y="192"/>
                      <a:pt x="61" y="192"/>
                      <a:pt x="61" y="192"/>
                    </a:cubicBezTo>
                    <a:cubicBezTo>
                      <a:pt x="60" y="192"/>
                      <a:pt x="60" y="191"/>
                      <a:pt x="60" y="190"/>
                    </a:cubicBezTo>
                    <a:cubicBezTo>
                      <a:pt x="60" y="189"/>
                      <a:pt x="60" y="189"/>
                      <a:pt x="60" y="189"/>
                    </a:cubicBezTo>
                    <a:cubicBezTo>
                      <a:pt x="64" y="170"/>
                      <a:pt x="64" y="170"/>
                      <a:pt x="64" y="170"/>
                    </a:cubicBezTo>
                    <a:cubicBezTo>
                      <a:pt x="65" y="169"/>
                      <a:pt x="66" y="167"/>
                      <a:pt x="67" y="166"/>
                    </a:cubicBezTo>
                    <a:cubicBezTo>
                      <a:pt x="67" y="165"/>
                      <a:pt x="69" y="164"/>
                      <a:pt x="69" y="164"/>
                    </a:cubicBezTo>
                    <a:cubicBezTo>
                      <a:pt x="82" y="162"/>
                      <a:pt x="82" y="162"/>
                      <a:pt x="82" y="162"/>
                    </a:cubicBezTo>
                    <a:cubicBezTo>
                      <a:pt x="84" y="161"/>
                      <a:pt x="86" y="160"/>
                      <a:pt x="87" y="158"/>
                    </a:cubicBezTo>
                    <a:cubicBezTo>
                      <a:pt x="89" y="157"/>
                      <a:pt x="90" y="155"/>
                      <a:pt x="91" y="153"/>
                    </a:cubicBezTo>
                    <a:cubicBezTo>
                      <a:pt x="91" y="151"/>
                      <a:pt x="91" y="151"/>
                      <a:pt x="91" y="151"/>
                    </a:cubicBezTo>
                    <a:cubicBezTo>
                      <a:pt x="92" y="150"/>
                      <a:pt x="92" y="148"/>
                      <a:pt x="92" y="147"/>
                    </a:cubicBezTo>
                    <a:cubicBezTo>
                      <a:pt x="92" y="144"/>
                      <a:pt x="91" y="141"/>
                      <a:pt x="90" y="139"/>
                    </a:cubicBezTo>
                    <a:cubicBezTo>
                      <a:pt x="89" y="138"/>
                      <a:pt x="89" y="138"/>
                      <a:pt x="89" y="138"/>
                    </a:cubicBezTo>
                    <a:cubicBezTo>
                      <a:pt x="89" y="138"/>
                      <a:pt x="90" y="137"/>
                      <a:pt x="91" y="136"/>
                    </a:cubicBezTo>
                    <a:cubicBezTo>
                      <a:pt x="109" y="126"/>
                      <a:pt x="109" y="126"/>
                      <a:pt x="109" y="126"/>
                    </a:cubicBezTo>
                    <a:cubicBezTo>
                      <a:pt x="112" y="124"/>
                      <a:pt x="116" y="121"/>
                      <a:pt x="118" y="118"/>
                    </a:cubicBezTo>
                    <a:cubicBezTo>
                      <a:pt x="120" y="114"/>
                      <a:pt x="120" y="114"/>
                      <a:pt x="120" y="114"/>
                    </a:cubicBezTo>
                    <a:cubicBezTo>
                      <a:pt x="121" y="113"/>
                      <a:pt x="122" y="112"/>
                      <a:pt x="123" y="111"/>
                    </a:cubicBezTo>
                    <a:cubicBezTo>
                      <a:pt x="124" y="111"/>
                      <a:pt x="124" y="110"/>
                      <a:pt x="125" y="110"/>
                    </a:cubicBezTo>
                    <a:cubicBezTo>
                      <a:pt x="125" y="110"/>
                      <a:pt x="125" y="110"/>
                      <a:pt x="125" y="110"/>
                    </a:cubicBezTo>
                    <a:cubicBezTo>
                      <a:pt x="125" y="110"/>
                      <a:pt x="125" y="110"/>
                      <a:pt x="125" y="110"/>
                    </a:cubicBezTo>
                    <a:cubicBezTo>
                      <a:pt x="125" y="110"/>
                      <a:pt x="125" y="110"/>
                      <a:pt x="125" y="110"/>
                    </a:cubicBezTo>
                    <a:cubicBezTo>
                      <a:pt x="125" y="110"/>
                      <a:pt x="125" y="110"/>
                      <a:pt x="125" y="110"/>
                    </a:cubicBezTo>
                    <a:cubicBezTo>
                      <a:pt x="125" y="110"/>
                      <a:pt x="125" y="110"/>
                      <a:pt x="125" y="110"/>
                    </a:cubicBezTo>
                    <a:cubicBezTo>
                      <a:pt x="125" y="110"/>
                      <a:pt x="125" y="110"/>
                      <a:pt x="125" y="110"/>
                    </a:cubicBezTo>
                    <a:cubicBezTo>
                      <a:pt x="125" y="110"/>
                      <a:pt x="125" y="110"/>
                      <a:pt x="125" y="110"/>
                    </a:cubicBezTo>
                    <a:cubicBezTo>
                      <a:pt x="125" y="110"/>
                      <a:pt x="125" y="110"/>
                      <a:pt x="125" y="110"/>
                    </a:cubicBezTo>
                    <a:cubicBezTo>
                      <a:pt x="126" y="110"/>
                      <a:pt x="127" y="110"/>
                      <a:pt x="128" y="109"/>
                    </a:cubicBezTo>
                    <a:cubicBezTo>
                      <a:pt x="130" y="108"/>
                      <a:pt x="131" y="106"/>
                      <a:pt x="133" y="103"/>
                    </a:cubicBezTo>
                    <a:cubicBezTo>
                      <a:pt x="135" y="97"/>
                      <a:pt x="135" y="97"/>
                      <a:pt x="135" y="97"/>
                    </a:cubicBezTo>
                    <a:cubicBezTo>
                      <a:pt x="135" y="97"/>
                      <a:pt x="135" y="96"/>
                      <a:pt x="136" y="96"/>
                    </a:cubicBezTo>
                    <a:cubicBezTo>
                      <a:pt x="136" y="96"/>
                      <a:pt x="136" y="96"/>
                      <a:pt x="136" y="96"/>
                    </a:cubicBezTo>
                    <a:cubicBezTo>
                      <a:pt x="135" y="95"/>
                      <a:pt x="135" y="95"/>
                      <a:pt x="135" y="95"/>
                    </a:cubicBezTo>
                    <a:cubicBezTo>
                      <a:pt x="135" y="96"/>
                      <a:pt x="135" y="96"/>
                      <a:pt x="135" y="96"/>
                    </a:cubicBezTo>
                    <a:cubicBezTo>
                      <a:pt x="136" y="96"/>
                      <a:pt x="136" y="96"/>
                      <a:pt x="136" y="96"/>
                    </a:cubicBezTo>
                    <a:cubicBezTo>
                      <a:pt x="135" y="95"/>
                      <a:pt x="135" y="95"/>
                      <a:pt x="135" y="95"/>
                    </a:cubicBezTo>
                    <a:cubicBezTo>
                      <a:pt x="135" y="96"/>
                      <a:pt x="135" y="96"/>
                      <a:pt x="135" y="96"/>
                    </a:cubicBezTo>
                    <a:cubicBezTo>
                      <a:pt x="135" y="95"/>
                      <a:pt x="135" y="95"/>
                      <a:pt x="135" y="95"/>
                    </a:cubicBezTo>
                    <a:cubicBezTo>
                      <a:pt x="134" y="96"/>
                      <a:pt x="134" y="96"/>
                      <a:pt x="134" y="96"/>
                    </a:cubicBezTo>
                    <a:cubicBezTo>
                      <a:pt x="135" y="96"/>
                      <a:pt x="135" y="96"/>
                      <a:pt x="135" y="96"/>
                    </a:cubicBezTo>
                    <a:cubicBezTo>
                      <a:pt x="135" y="95"/>
                      <a:pt x="135" y="95"/>
                      <a:pt x="135" y="95"/>
                    </a:cubicBezTo>
                    <a:cubicBezTo>
                      <a:pt x="134" y="96"/>
                      <a:pt x="134" y="96"/>
                      <a:pt x="134" y="96"/>
                    </a:cubicBezTo>
                    <a:cubicBezTo>
                      <a:pt x="135" y="95"/>
                      <a:pt x="135" y="95"/>
                      <a:pt x="135" y="95"/>
                    </a:cubicBezTo>
                    <a:cubicBezTo>
                      <a:pt x="134" y="96"/>
                      <a:pt x="134" y="96"/>
                      <a:pt x="134" y="96"/>
                    </a:cubicBezTo>
                    <a:cubicBezTo>
                      <a:pt x="134" y="96"/>
                      <a:pt x="134" y="96"/>
                      <a:pt x="134" y="96"/>
                    </a:cubicBezTo>
                    <a:cubicBezTo>
                      <a:pt x="135" y="95"/>
                      <a:pt x="135" y="95"/>
                      <a:pt x="135" y="95"/>
                    </a:cubicBezTo>
                    <a:cubicBezTo>
                      <a:pt x="134" y="96"/>
                      <a:pt x="134" y="96"/>
                      <a:pt x="134" y="96"/>
                    </a:cubicBezTo>
                    <a:cubicBezTo>
                      <a:pt x="134" y="96"/>
                      <a:pt x="134" y="96"/>
                      <a:pt x="134" y="96"/>
                    </a:cubicBezTo>
                    <a:cubicBezTo>
                      <a:pt x="134" y="96"/>
                      <a:pt x="134" y="96"/>
                      <a:pt x="134" y="96"/>
                    </a:cubicBezTo>
                    <a:cubicBezTo>
                      <a:pt x="134" y="96"/>
                      <a:pt x="134" y="96"/>
                      <a:pt x="134" y="96"/>
                    </a:cubicBezTo>
                    <a:cubicBezTo>
                      <a:pt x="134" y="96"/>
                      <a:pt x="134" y="96"/>
                      <a:pt x="134" y="96"/>
                    </a:cubicBezTo>
                    <a:cubicBezTo>
                      <a:pt x="134" y="96"/>
                      <a:pt x="134" y="96"/>
                      <a:pt x="134" y="96"/>
                    </a:cubicBezTo>
                    <a:cubicBezTo>
                      <a:pt x="135" y="97"/>
                      <a:pt x="135" y="97"/>
                      <a:pt x="135" y="97"/>
                    </a:cubicBezTo>
                    <a:cubicBezTo>
                      <a:pt x="136" y="101"/>
                      <a:pt x="136" y="101"/>
                      <a:pt x="136" y="101"/>
                    </a:cubicBezTo>
                    <a:cubicBezTo>
                      <a:pt x="136" y="103"/>
                      <a:pt x="137" y="105"/>
                      <a:pt x="138" y="107"/>
                    </a:cubicBezTo>
                    <a:cubicBezTo>
                      <a:pt x="140" y="109"/>
                      <a:pt x="142" y="110"/>
                      <a:pt x="144" y="110"/>
                    </a:cubicBezTo>
                    <a:cubicBezTo>
                      <a:pt x="144" y="108"/>
                      <a:pt x="144" y="108"/>
                      <a:pt x="144" y="108"/>
                    </a:cubicBezTo>
                    <a:cubicBezTo>
                      <a:pt x="144" y="110"/>
                      <a:pt x="144" y="110"/>
                      <a:pt x="144" y="110"/>
                    </a:cubicBezTo>
                    <a:cubicBezTo>
                      <a:pt x="144" y="110"/>
                      <a:pt x="144" y="110"/>
                      <a:pt x="144" y="110"/>
                    </a:cubicBezTo>
                    <a:cubicBezTo>
                      <a:pt x="144" y="110"/>
                      <a:pt x="144" y="110"/>
                      <a:pt x="144" y="110"/>
                    </a:cubicBezTo>
                    <a:cubicBezTo>
                      <a:pt x="144" y="110"/>
                      <a:pt x="144" y="110"/>
                      <a:pt x="144" y="110"/>
                    </a:cubicBezTo>
                    <a:cubicBezTo>
                      <a:pt x="144" y="111"/>
                      <a:pt x="145" y="111"/>
                      <a:pt x="146" y="111"/>
                    </a:cubicBezTo>
                    <a:cubicBezTo>
                      <a:pt x="149" y="111"/>
                      <a:pt x="152" y="109"/>
                      <a:pt x="155" y="107"/>
                    </a:cubicBezTo>
                    <a:cubicBezTo>
                      <a:pt x="170" y="91"/>
                      <a:pt x="170" y="91"/>
                      <a:pt x="170" y="91"/>
                    </a:cubicBezTo>
                    <a:cubicBezTo>
                      <a:pt x="172" y="88"/>
                      <a:pt x="176" y="85"/>
                      <a:pt x="178" y="83"/>
                    </a:cubicBezTo>
                    <a:cubicBezTo>
                      <a:pt x="182" y="81"/>
                      <a:pt x="182" y="81"/>
                      <a:pt x="182" y="81"/>
                    </a:cubicBezTo>
                    <a:cubicBezTo>
                      <a:pt x="183" y="80"/>
                      <a:pt x="184" y="79"/>
                      <a:pt x="185" y="78"/>
                    </a:cubicBezTo>
                    <a:cubicBezTo>
                      <a:pt x="186" y="77"/>
                      <a:pt x="186" y="76"/>
                      <a:pt x="186" y="74"/>
                    </a:cubicBezTo>
                    <a:cubicBezTo>
                      <a:pt x="186" y="73"/>
                      <a:pt x="186" y="73"/>
                      <a:pt x="186" y="73"/>
                    </a:cubicBezTo>
                    <a:cubicBezTo>
                      <a:pt x="186" y="72"/>
                      <a:pt x="185" y="71"/>
                      <a:pt x="184" y="70"/>
                    </a:cubicBezTo>
                    <a:cubicBezTo>
                      <a:pt x="183" y="70"/>
                      <a:pt x="182" y="70"/>
                      <a:pt x="181" y="70"/>
                    </a:cubicBezTo>
                    <a:cubicBezTo>
                      <a:pt x="180" y="70"/>
                      <a:pt x="179" y="70"/>
                      <a:pt x="177" y="71"/>
                    </a:cubicBezTo>
                    <a:cubicBezTo>
                      <a:pt x="176" y="71"/>
                      <a:pt x="176" y="71"/>
                      <a:pt x="176" y="71"/>
                    </a:cubicBezTo>
                    <a:cubicBezTo>
                      <a:pt x="175" y="71"/>
                      <a:pt x="175" y="71"/>
                      <a:pt x="175" y="71"/>
                    </a:cubicBezTo>
                    <a:cubicBezTo>
                      <a:pt x="174" y="71"/>
                      <a:pt x="172" y="70"/>
                      <a:pt x="172" y="69"/>
                    </a:cubicBezTo>
                    <a:cubicBezTo>
                      <a:pt x="172" y="69"/>
                      <a:pt x="172" y="68"/>
                      <a:pt x="172" y="67"/>
                    </a:cubicBezTo>
                    <a:cubicBezTo>
                      <a:pt x="172" y="66"/>
                      <a:pt x="172" y="64"/>
                      <a:pt x="173" y="63"/>
                    </a:cubicBezTo>
                    <a:cubicBezTo>
                      <a:pt x="174" y="61"/>
                      <a:pt x="175" y="59"/>
                      <a:pt x="175" y="57"/>
                    </a:cubicBezTo>
                    <a:cubicBezTo>
                      <a:pt x="175" y="57"/>
                      <a:pt x="175" y="56"/>
                      <a:pt x="174" y="55"/>
                    </a:cubicBezTo>
                    <a:cubicBezTo>
                      <a:pt x="174" y="54"/>
                      <a:pt x="173" y="54"/>
                      <a:pt x="172" y="53"/>
                    </a:cubicBezTo>
                    <a:cubicBezTo>
                      <a:pt x="171" y="53"/>
                      <a:pt x="171" y="53"/>
                      <a:pt x="171" y="53"/>
                    </a:cubicBezTo>
                    <a:cubicBezTo>
                      <a:pt x="169" y="53"/>
                      <a:pt x="168" y="54"/>
                      <a:pt x="167" y="54"/>
                    </a:cubicBezTo>
                    <a:cubicBezTo>
                      <a:pt x="165" y="55"/>
                      <a:pt x="164" y="56"/>
                      <a:pt x="163" y="58"/>
                    </a:cubicBezTo>
                    <a:cubicBezTo>
                      <a:pt x="161" y="61"/>
                      <a:pt x="161" y="61"/>
                      <a:pt x="161" y="61"/>
                    </a:cubicBezTo>
                    <a:cubicBezTo>
                      <a:pt x="158" y="65"/>
                      <a:pt x="157" y="70"/>
                      <a:pt x="156" y="74"/>
                    </a:cubicBezTo>
                    <a:cubicBezTo>
                      <a:pt x="156" y="77"/>
                      <a:pt x="154" y="82"/>
                      <a:pt x="152" y="84"/>
                    </a:cubicBezTo>
                    <a:cubicBezTo>
                      <a:pt x="148" y="90"/>
                      <a:pt x="148" y="90"/>
                      <a:pt x="148" y="90"/>
                    </a:cubicBezTo>
                    <a:cubicBezTo>
                      <a:pt x="147" y="91"/>
                      <a:pt x="147" y="91"/>
                      <a:pt x="147" y="91"/>
                    </a:cubicBezTo>
                    <a:cubicBezTo>
                      <a:pt x="146" y="91"/>
                      <a:pt x="146" y="91"/>
                      <a:pt x="146" y="91"/>
                    </a:cubicBezTo>
                    <a:cubicBezTo>
                      <a:pt x="146" y="90"/>
                      <a:pt x="146" y="90"/>
                      <a:pt x="146" y="89"/>
                    </a:cubicBezTo>
                    <a:cubicBezTo>
                      <a:pt x="144" y="86"/>
                      <a:pt x="144" y="86"/>
                      <a:pt x="144" y="86"/>
                    </a:cubicBezTo>
                    <a:cubicBezTo>
                      <a:pt x="144" y="84"/>
                      <a:pt x="143" y="83"/>
                      <a:pt x="141" y="82"/>
                    </a:cubicBezTo>
                    <a:cubicBezTo>
                      <a:pt x="140" y="80"/>
                      <a:pt x="138" y="80"/>
                      <a:pt x="136" y="80"/>
                    </a:cubicBezTo>
                    <a:cubicBezTo>
                      <a:pt x="135" y="80"/>
                      <a:pt x="135" y="80"/>
                      <a:pt x="135" y="80"/>
                    </a:cubicBezTo>
                    <a:cubicBezTo>
                      <a:pt x="135" y="80"/>
                      <a:pt x="135" y="80"/>
                      <a:pt x="135" y="80"/>
                    </a:cubicBezTo>
                    <a:cubicBezTo>
                      <a:pt x="135" y="80"/>
                      <a:pt x="135" y="80"/>
                      <a:pt x="135" y="80"/>
                    </a:cubicBezTo>
                    <a:cubicBezTo>
                      <a:pt x="134" y="79"/>
                      <a:pt x="134" y="79"/>
                      <a:pt x="134" y="79"/>
                    </a:cubicBezTo>
                    <a:cubicBezTo>
                      <a:pt x="134" y="78"/>
                      <a:pt x="134" y="78"/>
                      <a:pt x="134" y="78"/>
                    </a:cubicBezTo>
                    <a:cubicBezTo>
                      <a:pt x="134" y="77"/>
                      <a:pt x="134" y="77"/>
                      <a:pt x="134" y="76"/>
                    </a:cubicBezTo>
                    <a:cubicBezTo>
                      <a:pt x="134" y="76"/>
                      <a:pt x="134" y="76"/>
                      <a:pt x="134" y="76"/>
                    </a:cubicBezTo>
                    <a:cubicBezTo>
                      <a:pt x="134" y="73"/>
                      <a:pt x="137" y="68"/>
                      <a:pt x="139" y="67"/>
                    </a:cubicBezTo>
                    <a:cubicBezTo>
                      <a:pt x="174" y="32"/>
                      <a:pt x="174" y="32"/>
                      <a:pt x="174" y="32"/>
                    </a:cubicBezTo>
                    <a:cubicBezTo>
                      <a:pt x="175" y="31"/>
                      <a:pt x="177" y="31"/>
                      <a:pt x="178" y="31"/>
                    </a:cubicBezTo>
                    <a:cubicBezTo>
                      <a:pt x="179" y="31"/>
                      <a:pt x="180" y="31"/>
                      <a:pt x="180" y="31"/>
                    </a:cubicBezTo>
                    <a:cubicBezTo>
                      <a:pt x="186" y="35"/>
                      <a:pt x="186" y="35"/>
                      <a:pt x="186" y="35"/>
                    </a:cubicBezTo>
                    <a:cubicBezTo>
                      <a:pt x="188" y="37"/>
                      <a:pt x="193" y="39"/>
                      <a:pt x="196" y="40"/>
                    </a:cubicBezTo>
                    <a:cubicBezTo>
                      <a:pt x="204" y="42"/>
                      <a:pt x="204" y="42"/>
                      <a:pt x="204" y="42"/>
                    </a:cubicBezTo>
                    <a:cubicBezTo>
                      <a:pt x="205" y="42"/>
                      <a:pt x="206" y="43"/>
                      <a:pt x="206" y="43"/>
                    </a:cubicBezTo>
                    <a:cubicBezTo>
                      <a:pt x="206" y="43"/>
                      <a:pt x="206" y="43"/>
                      <a:pt x="206" y="43"/>
                    </a:cubicBezTo>
                    <a:cubicBezTo>
                      <a:pt x="206" y="44"/>
                      <a:pt x="206" y="44"/>
                      <a:pt x="206" y="44"/>
                    </a:cubicBezTo>
                    <a:cubicBezTo>
                      <a:pt x="206" y="44"/>
                      <a:pt x="205" y="44"/>
                      <a:pt x="204" y="45"/>
                    </a:cubicBezTo>
                    <a:cubicBezTo>
                      <a:pt x="203" y="45"/>
                      <a:pt x="202" y="45"/>
                      <a:pt x="201" y="45"/>
                    </a:cubicBezTo>
                    <a:cubicBezTo>
                      <a:pt x="201" y="45"/>
                      <a:pt x="201" y="45"/>
                      <a:pt x="201" y="45"/>
                    </a:cubicBezTo>
                    <a:cubicBezTo>
                      <a:pt x="198" y="45"/>
                      <a:pt x="198" y="45"/>
                      <a:pt x="198" y="45"/>
                    </a:cubicBezTo>
                    <a:cubicBezTo>
                      <a:pt x="198" y="45"/>
                      <a:pt x="198" y="45"/>
                      <a:pt x="198" y="45"/>
                    </a:cubicBezTo>
                    <a:cubicBezTo>
                      <a:pt x="197" y="45"/>
                      <a:pt x="196" y="45"/>
                      <a:pt x="196" y="46"/>
                    </a:cubicBezTo>
                    <a:cubicBezTo>
                      <a:pt x="195" y="46"/>
                      <a:pt x="195" y="46"/>
                      <a:pt x="195" y="46"/>
                    </a:cubicBezTo>
                    <a:cubicBezTo>
                      <a:pt x="194" y="47"/>
                      <a:pt x="194" y="47"/>
                      <a:pt x="194" y="48"/>
                    </a:cubicBezTo>
                    <a:cubicBezTo>
                      <a:pt x="194" y="49"/>
                      <a:pt x="195" y="50"/>
                      <a:pt x="195" y="50"/>
                    </a:cubicBezTo>
                    <a:cubicBezTo>
                      <a:pt x="196" y="51"/>
                      <a:pt x="196" y="51"/>
                      <a:pt x="197" y="52"/>
                    </a:cubicBezTo>
                    <a:cubicBezTo>
                      <a:pt x="206" y="57"/>
                      <a:pt x="206" y="57"/>
                      <a:pt x="206" y="57"/>
                    </a:cubicBezTo>
                    <a:cubicBezTo>
                      <a:pt x="207" y="58"/>
                      <a:pt x="208" y="58"/>
                      <a:pt x="209" y="58"/>
                    </a:cubicBezTo>
                    <a:cubicBezTo>
                      <a:pt x="212" y="58"/>
                      <a:pt x="215" y="56"/>
                      <a:pt x="216" y="53"/>
                    </a:cubicBezTo>
                    <a:cubicBezTo>
                      <a:pt x="216" y="52"/>
                      <a:pt x="217" y="51"/>
                      <a:pt x="218" y="50"/>
                    </a:cubicBezTo>
                    <a:cubicBezTo>
                      <a:pt x="219" y="50"/>
                      <a:pt x="220" y="49"/>
                      <a:pt x="221" y="49"/>
                    </a:cubicBezTo>
                    <a:cubicBezTo>
                      <a:pt x="256" y="49"/>
                      <a:pt x="256" y="49"/>
                      <a:pt x="256" y="49"/>
                    </a:cubicBezTo>
                    <a:cubicBezTo>
                      <a:pt x="258" y="49"/>
                      <a:pt x="260" y="49"/>
                      <a:pt x="262" y="48"/>
                    </a:cubicBezTo>
                    <a:cubicBezTo>
                      <a:pt x="264" y="48"/>
                      <a:pt x="265" y="47"/>
                      <a:pt x="267" y="46"/>
                    </a:cubicBezTo>
                    <a:cubicBezTo>
                      <a:pt x="278" y="39"/>
                      <a:pt x="278" y="39"/>
                      <a:pt x="278" y="39"/>
                    </a:cubicBezTo>
                    <a:cubicBezTo>
                      <a:pt x="281" y="37"/>
                      <a:pt x="284" y="33"/>
                      <a:pt x="286" y="30"/>
                    </a:cubicBezTo>
                    <a:cubicBezTo>
                      <a:pt x="292" y="17"/>
                      <a:pt x="292" y="17"/>
                      <a:pt x="292" y="17"/>
                    </a:cubicBezTo>
                    <a:cubicBezTo>
                      <a:pt x="293" y="15"/>
                      <a:pt x="294" y="13"/>
                      <a:pt x="294" y="11"/>
                    </a:cubicBezTo>
                    <a:cubicBezTo>
                      <a:pt x="295" y="9"/>
                      <a:pt x="295" y="7"/>
                      <a:pt x="295" y="5"/>
                    </a:cubicBezTo>
                    <a:cubicBezTo>
                      <a:pt x="295" y="5"/>
                      <a:pt x="295" y="4"/>
                      <a:pt x="296" y="4"/>
                    </a:cubicBezTo>
                    <a:cubicBezTo>
                      <a:pt x="296" y="4"/>
                      <a:pt x="296" y="4"/>
                      <a:pt x="296" y="4"/>
                    </a:cubicBezTo>
                    <a:cubicBezTo>
                      <a:pt x="297" y="4"/>
                      <a:pt x="297" y="4"/>
                      <a:pt x="297" y="4"/>
                    </a:cubicBezTo>
                    <a:cubicBezTo>
                      <a:pt x="376" y="30"/>
                      <a:pt x="376" y="30"/>
                      <a:pt x="376" y="30"/>
                    </a:cubicBezTo>
                    <a:cubicBezTo>
                      <a:pt x="377" y="30"/>
                      <a:pt x="378" y="31"/>
                      <a:pt x="379" y="31"/>
                    </a:cubicBezTo>
                    <a:cubicBezTo>
                      <a:pt x="382" y="31"/>
                      <a:pt x="384" y="30"/>
                      <a:pt x="386" y="27"/>
                    </a:cubicBezTo>
                    <a:cubicBezTo>
                      <a:pt x="386" y="27"/>
                      <a:pt x="387" y="27"/>
                      <a:pt x="388" y="26"/>
                    </a:cubicBezTo>
                    <a:cubicBezTo>
                      <a:pt x="388" y="26"/>
                      <a:pt x="389" y="26"/>
                      <a:pt x="390" y="26"/>
                    </a:cubicBezTo>
                    <a:cubicBezTo>
                      <a:pt x="391" y="26"/>
                      <a:pt x="391" y="26"/>
                      <a:pt x="392" y="26"/>
                    </a:cubicBezTo>
                    <a:cubicBezTo>
                      <a:pt x="503" y="53"/>
                      <a:pt x="503" y="53"/>
                      <a:pt x="503" y="53"/>
                    </a:cubicBezTo>
                    <a:cubicBezTo>
                      <a:pt x="504" y="54"/>
                      <a:pt x="506" y="54"/>
                      <a:pt x="507" y="55"/>
                    </a:cubicBezTo>
                    <a:cubicBezTo>
                      <a:pt x="509" y="56"/>
                      <a:pt x="510" y="57"/>
                      <a:pt x="511" y="58"/>
                    </a:cubicBezTo>
                    <a:cubicBezTo>
                      <a:pt x="524" y="72"/>
                      <a:pt x="524" y="72"/>
                      <a:pt x="524" y="72"/>
                    </a:cubicBezTo>
                    <a:cubicBezTo>
                      <a:pt x="525" y="72"/>
                      <a:pt x="525" y="73"/>
                      <a:pt x="525" y="73"/>
                    </a:cubicBezTo>
                    <a:cubicBezTo>
                      <a:pt x="525" y="74"/>
                      <a:pt x="525" y="74"/>
                      <a:pt x="524" y="75"/>
                    </a:cubicBezTo>
                    <a:cubicBezTo>
                      <a:pt x="521" y="76"/>
                      <a:pt x="521" y="76"/>
                      <a:pt x="521" y="76"/>
                    </a:cubicBezTo>
                    <a:cubicBezTo>
                      <a:pt x="519" y="77"/>
                      <a:pt x="517" y="80"/>
                      <a:pt x="517" y="82"/>
                    </a:cubicBezTo>
                    <a:cubicBezTo>
                      <a:pt x="517" y="84"/>
                      <a:pt x="518" y="85"/>
                      <a:pt x="519" y="87"/>
                    </a:cubicBezTo>
                    <a:cubicBezTo>
                      <a:pt x="538" y="120"/>
                      <a:pt x="538" y="120"/>
                      <a:pt x="538" y="120"/>
                    </a:cubicBezTo>
                    <a:cubicBezTo>
                      <a:pt x="539" y="121"/>
                      <a:pt x="540" y="123"/>
                      <a:pt x="540" y="125"/>
                    </a:cubicBezTo>
                    <a:cubicBezTo>
                      <a:pt x="540" y="126"/>
                      <a:pt x="539" y="127"/>
                      <a:pt x="539" y="128"/>
                    </a:cubicBezTo>
                    <a:cubicBezTo>
                      <a:pt x="539" y="129"/>
                      <a:pt x="538" y="129"/>
                      <a:pt x="538" y="129"/>
                    </a:cubicBezTo>
                    <a:cubicBezTo>
                      <a:pt x="538" y="129"/>
                      <a:pt x="538" y="129"/>
                      <a:pt x="538" y="129"/>
                    </a:cubicBezTo>
                    <a:cubicBezTo>
                      <a:pt x="538" y="129"/>
                      <a:pt x="537" y="129"/>
                      <a:pt x="536" y="128"/>
                    </a:cubicBezTo>
                    <a:cubicBezTo>
                      <a:pt x="503" y="78"/>
                      <a:pt x="503" y="78"/>
                      <a:pt x="503" y="78"/>
                    </a:cubicBezTo>
                    <a:cubicBezTo>
                      <a:pt x="502" y="76"/>
                      <a:pt x="499" y="74"/>
                      <a:pt x="496" y="74"/>
                    </a:cubicBezTo>
                    <a:cubicBezTo>
                      <a:pt x="495" y="74"/>
                      <a:pt x="494" y="75"/>
                      <a:pt x="493" y="75"/>
                    </a:cubicBezTo>
                    <a:cubicBezTo>
                      <a:pt x="474" y="86"/>
                      <a:pt x="474" y="86"/>
                      <a:pt x="474" y="86"/>
                    </a:cubicBezTo>
                    <a:cubicBezTo>
                      <a:pt x="471" y="88"/>
                      <a:pt x="470" y="91"/>
                      <a:pt x="470" y="94"/>
                    </a:cubicBezTo>
                    <a:cubicBezTo>
                      <a:pt x="470" y="96"/>
                      <a:pt x="470" y="97"/>
                      <a:pt x="470" y="98"/>
                    </a:cubicBezTo>
                    <a:cubicBezTo>
                      <a:pt x="475" y="114"/>
                      <a:pt x="475" y="114"/>
                      <a:pt x="475" y="114"/>
                    </a:cubicBezTo>
                    <a:cubicBezTo>
                      <a:pt x="476" y="116"/>
                      <a:pt x="477" y="118"/>
                      <a:pt x="479" y="119"/>
                    </a:cubicBezTo>
                    <a:cubicBezTo>
                      <a:pt x="480" y="121"/>
                      <a:pt x="482" y="122"/>
                      <a:pt x="484" y="122"/>
                    </a:cubicBezTo>
                    <a:cubicBezTo>
                      <a:pt x="495" y="124"/>
                      <a:pt x="495" y="124"/>
                      <a:pt x="495" y="124"/>
                    </a:cubicBezTo>
                    <a:cubicBezTo>
                      <a:pt x="495" y="124"/>
                      <a:pt x="497" y="125"/>
                      <a:pt x="497" y="126"/>
                    </a:cubicBezTo>
                    <a:cubicBezTo>
                      <a:pt x="498" y="127"/>
                      <a:pt x="499" y="128"/>
                      <a:pt x="499" y="130"/>
                    </a:cubicBezTo>
                    <a:cubicBezTo>
                      <a:pt x="505" y="155"/>
                      <a:pt x="505" y="155"/>
                      <a:pt x="505" y="155"/>
                    </a:cubicBezTo>
                    <a:cubicBezTo>
                      <a:pt x="505" y="156"/>
                      <a:pt x="505" y="157"/>
                      <a:pt x="505" y="158"/>
                    </a:cubicBezTo>
                    <a:cubicBezTo>
                      <a:pt x="505" y="161"/>
                      <a:pt x="505" y="164"/>
                      <a:pt x="504" y="166"/>
                    </a:cubicBezTo>
                    <a:cubicBezTo>
                      <a:pt x="500" y="175"/>
                      <a:pt x="500" y="175"/>
                      <a:pt x="500" y="175"/>
                    </a:cubicBezTo>
                    <a:cubicBezTo>
                      <a:pt x="499" y="177"/>
                      <a:pt x="499" y="178"/>
                      <a:pt x="499" y="180"/>
                    </a:cubicBezTo>
                    <a:cubicBezTo>
                      <a:pt x="499" y="183"/>
                      <a:pt x="500" y="186"/>
                      <a:pt x="501" y="188"/>
                    </a:cubicBezTo>
                    <a:cubicBezTo>
                      <a:pt x="516" y="205"/>
                      <a:pt x="516" y="205"/>
                      <a:pt x="516" y="205"/>
                    </a:cubicBezTo>
                    <a:cubicBezTo>
                      <a:pt x="517" y="206"/>
                      <a:pt x="518" y="208"/>
                      <a:pt x="518" y="210"/>
                    </a:cubicBezTo>
                    <a:cubicBezTo>
                      <a:pt x="518" y="211"/>
                      <a:pt x="518" y="211"/>
                      <a:pt x="518" y="211"/>
                    </a:cubicBezTo>
                    <a:cubicBezTo>
                      <a:pt x="517" y="212"/>
                      <a:pt x="517" y="212"/>
                      <a:pt x="517" y="212"/>
                    </a:cubicBezTo>
                    <a:cubicBezTo>
                      <a:pt x="517" y="212"/>
                      <a:pt x="516" y="212"/>
                      <a:pt x="515" y="211"/>
                    </a:cubicBezTo>
                    <a:cubicBezTo>
                      <a:pt x="494" y="187"/>
                      <a:pt x="494" y="187"/>
                      <a:pt x="494" y="187"/>
                    </a:cubicBezTo>
                    <a:cubicBezTo>
                      <a:pt x="492" y="185"/>
                      <a:pt x="488" y="182"/>
                      <a:pt x="485" y="180"/>
                    </a:cubicBezTo>
                    <a:cubicBezTo>
                      <a:pt x="478" y="176"/>
                      <a:pt x="478" y="176"/>
                      <a:pt x="478" y="176"/>
                    </a:cubicBezTo>
                    <a:cubicBezTo>
                      <a:pt x="477" y="175"/>
                      <a:pt x="476" y="175"/>
                      <a:pt x="475" y="175"/>
                    </a:cubicBezTo>
                    <a:cubicBezTo>
                      <a:pt x="473" y="175"/>
                      <a:pt x="472" y="176"/>
                      <a:pt x="471" y="177"/>
                    </a:cubicBezTo>
                    <a:cubicBezTo>
                      <a:pt x="470" y="178"/>
                      <a:pt x="469" y="179"/>
                      <a:pt x="469" y="180"/>
                    </a:cubicBezTo>
                    <a:cubicBezTo>
                      <a:pt x="468" y="181"/>
                      <a:pt x="468" y="182"/>
                      <a:pt x="468" y="184"/>
                    </a:cubicBezTo>
                    <a:cubicBezTo>
                      <a:pt x="468" y="187"/>
                      <a:pt x="469" y="190"/>
                      <a:pt x="471" y="193"/>
                    </a:cubicBezTo>
                    <a:cubicBezTo>
                      <a:pt x="472" y="195"/>
                      <a:pt x="472" y="195"/>
                      <a:pt x="472" y="195"/>
                    </a:cubicBezTo>
                    <a:cubicBezTo>
                      <a:pt x="473" y="196"/>
                      <a:pt x="474" y="197"/>
                      <a:pt x="475" y="198"/>
                    </a:cubicBezTo>
                    <a:cubicBezTo>
                      <a:pt x="477" y="199"/>
                      <a:pt x="478" y="200"/>
                      <a:pt x="480" y="200"/>
                    </a:cubicBezTo>
                    <a:cubicBezTo>
                      <a:pt x="481" y="200"/>
                      <a:pt x="481" y="200"/>
                      <a:pt x="482" y="200"/>
                    </a:cubicBezTo>
                    <a:cubicBezTo>
                      <a:pt x="482" y="199"/>
                      <a:pt x="482" y="199"/>
                      <a:pt x="482" y="199"/>
                    </a:cubicBezTo>
                    <a:cubicBezTo>
                      <a:pt x="482" y="199"/>
                      <a:pt x="483" y="200"/>
                      <a:pt x="484" y="200"/>
                    </a:cubicBezTo>
                    <a:cubicBezTo>
                      <a:pt x="484" y="201"/>
                      <a:pt x="485" y="202"/>
                      <a:pt x="485" y="203"/>
                    </a:cubicBezTo>
                    <a:cubicBezTo>
                      <a:pt x="486" y="206"/>
                      <a:pt x="486" y="206"/>
                      <a:pt x="486" y="206"/>
                    </a:cubicBezTo>
                    <a:cubicBezTo>
                      <a:pt x="487" y="210"/>
                      <a:pt x="490" y="215"/>
                      <a:pt x="493" y="217"/>
                    </a:cubicBezTo>
                    <a:cubicBezTo>
                      <a:pt x="508" y="233"/>
                      <a:pt x="508" y="233"/>
                      <a:pt x="508" y="233"/>
                    </a:cubicBezTo>
                    <a:cubicBezTo>
                      <a:pt x="509" y="234"/>
                      <a:pt x="510" y="235"/>
                      <a:pt x="511" y="237"/>
                    </a:cubicBezTo>
                    <a:cubicBezTo>
                      <a:pt x="511" y="239"/>
                      <a:pt x="512" y="241"/>
                      <a:pt x="512" y="242"/>
                    </a:cubicBezTo>
                    <a:cubicBezTo>
                      <a:pt x="513" y="269"/>
                      <a:pt x="513" y="269"/>
                      <a:pt x="513" y="269"/>
                    </a:cubicBezTo>
                    <a:cubicBezTo>
                      <a:pt x="513" y="269"/>
                      <a:pt x="513" y="269"/>
                      <a:pt x="513" y="269"/>
                    </a:cubicBezTo>
                    <a:cubicBezTo>
                      <a:pt x="513" y="271"/>
                      <a:pt x="513" y="272"/>
                      <a:pt x="512" y="272"/>
                    </a:cubicBezTo>
                    <a:cubicBezTo>
                      <a:pt x="512" y="273"/>
                      <a:pt x="511" y="273"/>
                      <a:pt x="510" y="273"/>
                    </a:cubicBezTo>
                    <a:cubicBezTo>
                      <a:pt x="493" y="273"/>
                      <a:pt x="493" y="273"/>
                      <a:pt x="493" y="273"/>
                    </a:cubicBezTo>
                    <a:cubicBezTo>
                      <a:pt x="490" y="273"/>
                      <a:pt x="489" y="275"/>
                      <a:pt x="487" y="276"/>
                    </a:cubicBezTo>
                    <a:cubicBezTo>
                      <a:pt x="486" y="278"/>
                      <a:pt x="485" y="280"/>
                      <a:pt x="485" y="282"/>
                    </a:cubicBezTo>
                    <a:cubicBezTo>
                      <a:pt x="485" y="289"/>
                      <a:pt x="485" y="289"/>
                      <a:pt x="485" y="289"/>
                    </a:cubicBezTo>
                    <a:cubicBezTo>
                      <a:pt x="485" y="293"/>
                      <a:pt x="487" y="299"/>
                      <a:pt x="489" y="302"/>
                    </a:cubicBezTo>
                    <a:cubicBezTo>
                      <a:pt x="502" y="324"/>
                      <a:pt x="502" y="324"/>
                      <a:pt x="502" y="324"/>
                    </a:cubicBezTo>
                    <a:cubicBezTo>
                      <a:pt x="503" y="325"/>
                      <a:pt x="503" y="326"/>
                      <a:pt x="503" y="328"/>
                    </a:cubicBezTo>
                    <a:cubicBezTo>
                      <a:pt x="503" y="329"/>
                      <a:pt x="503" y="331"/>
                      <a:pt x="502" y="332"/>
                    </a:cubicBezTo>
                    <a:cubicBezTo>
                      <a:pt x="492" y="349"/>
                      <a:pt x="492" y="349"/>
                      <a:pt x="492" y="349"/>
                    </a:cubicBezTo>
                    <a:cubicBezTo>
                      <a:pt x="492" y="350"/>
                      <a:pt x="491" y="350"/>
                      <a:pt x="491" y="350"/>
                    </a:cubicBezTo>
                    <a:cubicBezTo>
                      <a:pt x="490" y="350"/>
                      <a:pt x="490" y="350"/>
                      <a:pt x="489" y="349"/>
                    </a:cubicBezTo>
                    <a:cubicBezTo>
                      <a:pt x="477" y="333"/>
                      <a:pt x="477" y="333"/>
                      <a:pt x="477" y="333"/>
                    </a:cubicBezTo>
                    <a:cubicBezTo>
                      <a:pt x="476" y="333"/>
                      <a:pt x="476" y="332"/>
                      <a:pt x="475" y="332"/>
                    </a:cubicBezTo>
                    <a:cubicBezTo>
                      <a:pt x="474" y="331"/>
                      <a:pt x="474" y="331"/>
                      <a:pt x="473" y="331"/>
                    </a:cubicBezTo>
                    <a:cubicBezTo>
                      <a:pt x="472" y="331"/>
                      <a:pt x="471" y="331"/>
                      <a:pt x="471" y="332"/>
                    </a:cubicBezTo>
                    <a:cubicBezTo>
                      <a:pt x="470" y="332"/>
                      <a:pt x="470" y="333"/>
                      <a:pt x="469" y="334"/>
                    </a:cubicBezTo>
                    <a:cubicBezTo>
                      <a:pt x="469" y="335"/>
                      <a:pt x="469" y="336"/>
                      <a:pt x="469" y="337"/>
                    </a:cubicBezTo>
                    <a:cubicBezTo>
                      <a:pt x="469" y="341"/>
                      <a:pt x="469" y="341"/>
                      <a:pt x="469" y="341"/>
                    </a:cubicBezTo>
                    <a:cubicBezTo>
                      <a:pt x="469" y="345"/>
                      <a:pt x="470" y="351"/>
                      <a:pt x="472" y="354"/>
                    </a:cubicBezTo>
                    <a:cubicBezTo>
                      <a:pt x="487" y="384"/>
                      <a:pt x="487" y="384"/>
                      <a:pt x="487" y="384"/>
                    </a:cubicBezTo>
                    <a:cubicBezTo>
                      <a:pt x="488" y="384"/>
                      <a:pt x="488" y="385"/>
                      <a:pt x="488" y="385"/>
                    </a:cubicBezTo>
                    <a:cubicBezTo>
                      <a:pt x="488" y="385"/>
                      <a:pt x="488" y="385"/>
                      <a:pt x="488" y="385"/>
                    </a:cubicBezTo>
                    <a:cubicBezTo>
                      <a:pt x="488" y="385"/>
                      <a:pt x="488" y="385"/>
                      <a:pt x="488" y="385"/>
                    </a:cubicBezTo>
                    <a:cubicBezTo>
                      <a:pt x="488" y="385"/>
                      <a:pt x="488" y="385"/>
                      <a:pt x="488" y="385"/>
                    </a:cubicBezTo>
                    <a:cubicBezTo>
                      <a:pt x="488" y="385"/>
                      <a:pt x="488" y="385"/>
                      <a:pt x="488" y="385"/>
                    </a:cubicBezTo>
                    <a:cubicBezTo>
                      <a:pt x="488" y="385"/>
                      <a:pt x="488" y="385"/>
                      <a:pt x="488" y="385"/>
                    </a:cubicBezTo>
                    <a:cubicBezTo>
                      <a:pt x="489" y="385"/>
                      <a:pt x="489" y="385"/>
                      <a:pt x="489" y="385"/>
                    </a:cubicBezTo>
                    <a:cubicBezTo>
                      <a:pt x="488" y="384"/>
                      <a:pt x="488" y="384"/>
                      <a:pt x="488" y="384"/>
                    </a:cubicBezTo>
                    <a:cubicBezTo>
                      <a:pt x="488" y="385"/>
                      <a:pt x="488" y="385"/>
                      <a:pt x="488" y="385"/>
                    </a:cubicBezTo>
                    <a:cubicBezTo>
                      <a:pt x="489" y="385"/>
                      <a:pt x="489" y="385"/>
                      <a:pt x="489" y="385"/>
                    </a:cubicBezTo>
                    <a:cubicBezTo>
                      <a:pt x="488" y="384"/>
                      <a:pt x="488" y="384"/>
                      <a:pt x="488" y="384"/>
                    </a:cubicBezTo>
                    <a:cubicBezTo>
                      <a:pt x="489" y="385"/>
                      <a:pt x="489" y="385"/>
                      <a:pt x="489" y="385"/>
                    </a:cubicBezTo>
                    <a:cubicBezTo>
                      <a:pt x="489" y="384"/>
                      <a:pt x="489" y="384"/>
                      <a:pt x="489" y="384"/>
                    </a:cubicBezTo>
                    <a:cubicBezTo>
                      <a:pt x="488" y="384"/>
                      <a:pt x="488" y="384"/>
                      <a:pt x="488" y="384"/>
                    </a:cubicBezTo>
                    <a:cubicBezTo>
                      <a:pt x="489" y="385"/>
                      <a:pt x="489" y="385"/>
                      <a:pt x="489" y="385"/>
                    </a:cubicBezTo>
                    <a:cubicBezTo>
                      <a:pt x="489" y="384"/>
                      <a:pt x="489" y="384"/>
                      <a:pt x="489" y="384"/>
                    </a:cubicBezTo>
                    <a:cubicBezTo>
                      <a:pt x="489" y="384"/>
                      <a:pt x="489" y="384"/>
                      <a:pt x="489" y="384"/>
                    </a:cubicBezTo>
                    <a:cubicBezTo>
                      <a:pt x="488" y="384"/>
                      <a:pt x="488" y="384"/>
                      <a:pt x="488" y="384"/>
                    </a:cubicBezTo>
                    <a:cubicBezTo>
                      <a:pt x="483" y="381"/>
                      <a:pt x="483" y="381"/>
                      <a:pt x="483" y="381"/>
                    </a:cubicBezTo>
                    <a:cubicBezTo>
                      <a:pt x="482" y="381"/>
                      <a:pt x="481" y="380"/>
                      <a:pt x="480" y="379"/>
                    </a:cubicBezTo>
                    <a:cubicBezTo>
                      <a:pt x="479" y="377"/>
                      <a:pt x="477" y="376"/>
                      <a:pt x="477" y="374"/>
                    </a:cubicBezTo>
                    <a:cubicBezTo>
                      <a:pt x="466" y="351"/>
                      <a:pt x="466" y="351"/>
                      <a:pt x="466" y="351"/>
                    </a:cubicBezTo>
                    <a:cubicBezTo>
                      <a:pt x="465" y="349"/>
                      <a:pt x="463" y="343"/>
                      <a:pt x="463" y="340"/>
                    </a:cubicBezTo>
                    <a:cubicBezTo>
                      <a:pt x="463" y="336"/>
                      <a:pt x="463" y="336"/>
                      <a:pt x="463" y="336"/>
                    </a:cubicBezTo>
                    <a:cubicBezTo>
                      <a:pt x="463" y="333"/>
                      <a:pt x="463" y="331"/>
                      <a:pt x="462" y="329"/>
                    </a:cubicBezTo>
                    <a:cubicBezTo>
                      <a:pt x="462" y="327"/>
                      <a:pt x="461" y="324"/>
                      <a:pt x="459" y="323"/>
                    </a:cubicBezTo>
                    <a:cubicBezTo>
                      <a:pt x="425" y="277"/>
                      <a:pt x="425" y="277"/>
                      <a:pt x="425" y="277"/>
                    </a:cubicBezTo>
                    <a:cubicBezTo>
                      <a:pt x="424" y="275"/>
                      <a:pt x="422" y="274"/>
                      <a:pt x="420" y="274"/>
                    </a:cubicBezTo>
                    <a:cubicBezTo>
                      <a:pt x="418" y="274"/>
                      <a:pt x="416" y="275"/>
                      <a:pt x="414" y="277"/>
                    </a:cubicBezTo>
                    <a:cubicBezTo>
                      <a:pt x="391" y="309"/>
                      <a:pt x="391" y="309"/>
                      <a:pt x="391" y="309"/>
                    </a:cubicBezTo>
                    <a:cubicBezTo>
                      <a:pt x="389" y="312"/>
                      <a:pt x="387" y="316"/>
                      <a:pt x="387" y="321"/>
                    </a:cubicBezTo>
                    <a:cubicBezTo>
                      <a:pt x="387" y="322"/>
                      <a:pt x="387" y="322"/>
                      <a:pt x="387" y="322"/>
                    </a:cubicBezTo>
                    <a:cubicBezTo>
                      <a:pt x="387" y="322"/>
                      <a:pt x="387" y="322"/>
                      <a:pt x="387" y="322"/>
                    </a:cubicBezTo>
                    <a:cubicBezTo>
                      <a:pt x="387" y="323"/>
                      <a:pt x="387" y="323"/>
                      <a:pt x="387" y="324"/>
                    </a:cubicBezTo>
                    <a:cubicBezTo>
                      <a:pt x="387" y="327"/>
                      <a:pt x="387" y="332"/>
                      <a:pt x="386" y="334"/>
                    </a:cubicBezTo>
                    <a:cubicBezTo>
                      <a:pt x="380" y="348"/>
                      <a:pt x="380" y="348"/>
                      <a:pt x="380" y="348"/>
                    </a:cubicBezTo>
                    <a:cubicBezTo>
                      <a:pt x="380" y="349"/>
                      <a:pt x="380" y="349"/>
                      <a:pt x="380" y="349"/>
                    </a:cubicBezTo>
                    <a:cubicBezTo>
                      <a:pt x="380" y="349"/>
                      <a:pt x="380" y="349"/>
                      <a:pt x="380" y="349"/>
                    </a:cubicBezTo>
                    <a:cubicBezTo>
                      <a:pt x="380" y="350"/>
                      <a:pt x="380" y="350"/>
                      <a:pt x="380" y="350"/>
                    </a:cubicBezTo>
                    <a:cubicBezTo>
                      <a:pt x="380" y="349"/>
                      <a:pt x="380" y="349"/>
                      <a:pt x="380" y="349"/>
                    </a:cubicBezTo>
                    <a:cubicBezTo>
                      <a:pt x="380" y="349"/>
                      <a:pt x="380" y="349"/>
                      <a:pt x="380" y="349"/>
                    </a:cubicBezTo>
                    <a:cubicBezTo>
                      <a:pt x="380" y="350"/>
                      <a:pt x="380" y="350"/>
                      <a:pt x="380" y="350"/>
                    </a:cubicBezTo>
                    <a:cubicBezTo>
                      <a:pt x="380" y="349"/>
                      <a:pt x="380" y="349"/>
                      <a:pt x="380" y="349"/>
                    </a:cubicBezTo>
                    <a:cubicBezTo>
                      <a:pt x="380" y="350"/>
                      <a:pt x="380" y="350"/>
                      <a:pt x="380" y="350"/>
                    </a:cubicBezTo>
                    <a:cubicBezTo>
                      <a:pt x="380" y="349"/>
                      <a:pt x="380" y="349"/>
                      <a:pt x="380" y="349"/>
                    </a:cubicBezTo>
                    <a:cubicBezTo>
                      <a:pt x="380" y="349"/>
                      <a:pt x="380" y="349"/>
                      <a:pt x="380" y="349"/>
                    </a:cubicBezTo>
                    <a:cubicBezTo>
                      <a:pt x="380" y="350"/>
                      <a:pt x="380" y="350"/>
                      <a:pt x="380" y="350"/>
                    </a:cubicBezTo>
                    <a:cubicBezTo>
                      <a:pt x="380" y="349"/>
                      <a:pt x="380" y="349"/>
                      <a:pt x="380" y="349"/>
                    </a:cubicBezTo>
                    <a:cubicBezTo>
                      <a:pt x="380" y="350"/>
                      <a:pt x="380" y="350"/>
                      <a:pt x="380" y="350"/>
                    </a:cubicBezTo>
                    <a:cubicBezTo>
                      <a:pt x="380" y="349"/>
                      <a:pt x="380" y="349"/>
                      <a:pt x="380" y="349"/>
                    </a:cubicBezTo>
                    <a:cubicBezTo>
                      <a:pt x="380" y="349"/>
                      <a:pt x="380" y="349"/>
                      <a:pt x="380" y="349"/>
                    </a:cubicBezTo>
                    <a:cubicBezTo>
                      <a:pt x="380" y="350"/>
                      <a:pt x="380" y="350"/>
                      <a:pt x="380" y="350"/>
                    </a:cubicBezTo>
                    <a:cubicBezTo>
                      <a:pt x="380" y="349"/>
                      <a:pt x="380" y="349"/>
                      <a:pt x="380" y="349"/>
                    </a:cubicBezTo>
                    <a:cubicBezTo>
                      <a:pt x="380" y="350"/>
                      <a:pt x="380" y="350"/>
                      <a:pt x="380" y="350"/>
                    </a:cubicBezTo>
                    <a:cubicBezTo>
                      <a:pt x="380" y="349"/>
                      <a:pt x="380" y="349"/>
                      <a:pt x="380" y="349"/>
                    </a:cubicBezTo>
                    <a:cubicBezTo>
                      <a:pt x="380" y="349"/>
                      <a:pt x="380" y="349"/>
                      <a:pt x="380" y="349"/>
                    </a:cubicBezTo>
                    <a:cubicBezTo>
                      <a:pt x="380" y="350"/>
                      <a:pt x="380" y="350"/>
                      <a:pt x="380" y="350"/>
                    </a:cubicBezTo>
                    <a:cubicBezTo>
                      <a:pt x="380" y="349"/>
                      <a:pt x="380" y="349"/>
                      <a:pt x="380" y="349"/>
                    </a:cubicBezTo>
                    <a:cubicBezTo>
                      <a:pt x="380" y="349"/>
                      <a:pt x="380" y="349"/>
                      <a:pt x="380" y="349"/>
                    </a:cubicBezTo>
                    <a:cubicBezTo>
                      <a:pt x="380" y="349"/>
                      <a:pt x="380" y="349"/>
                      <a:pt x="380" y="348"/>
                    </a:cubicBezTo>
                    <a:cubicBezTo>
                      <a:pt x="356" y="286"/>
                      <a:pt x="356" y="286"/>
                      <a:pt x="356" y="286"/>
                    </a:cubicBezTo>
                    <a:cubicBezTo>
                      <a:pt x="355" y="284"/>
                      <a:pt x="354" y="283"/>
                      <a:pt x="353" y="282"/>
                    </a:cubicBezTo>
                    <a:cubicBezTo>
                      <a:pt x="352" y="281"/>
                      <a:pt x="351" y="280"/>
                      <a:pt x="349" y="280"/>
                    </a:cubicBezTo>
                    <a:cubicBezTo>
                      <a:pt x="348" y="280"/>
                      <a:pt x="347" y="280"/>
                      <a:pt x="347" y="281"/>
                    </a:cubicBezTo>
                    <a:cubicBezTo>
                      <a:pt x="346" y="281"/>
                      <a:pt x="346" y="281"/>
                      <a:pt x="346" y="281"/>
                    </a:cubicBezTo>
                    <a:cubicBezTo>
                      <a:pt x="345" y="281"/>
                      <a:pt x="344" y="281"/>
                      <a:pt x="342" y="279"/>
                    </a:cubicBezTo>
                    <a:cubicBezTo>
                      <a:pt x="331" y="268"/>
                      <a:pt x="331" y="268"/>
                      <a:pt x="331" y="268"/>
                    </a:cubicBezTo>
                    <a:cubicBezTo>
                      <a:pt x="330" y="266"/>
                      <a:pt x="328" y="265"/>
                      <a:pt x="326" y="264"/>
                    </a:cubicBezTo>
                    <a:cubicBezTo>
                      <a:pt x="325" y="263"/>
                      <a:pt x="323" y="263"/>
                      <a:pt x="321" y="263"/>
                    </a:cubicBezTo>
                    <a:cubicBezTo>
                      <a:pt x="304" y="263"/>
                      <a:pt x="304" y="263"/>
                      <a:pt x="304" y="263"/>
                    </a:cubicBezTo>
                    <a:cubicBezTo>
                      <a:pt x="303" y="263"/>
                      <a:pt x="301" y="262"/>
                      <a:pt x="300" y="262"/>
                    </a:cubicBezTo>
                    <a:cubicBezTo>
                      <a:pt x="298" y="261"/>
                      <a:pt x="297" y="261"/>
                      <a:pt x="296" y="260"/>
                    </a:cubicBezTo>
                    <a:cubicBezTo>
                      <a:pt x="260" y="232"/>
                      <a:pt x="260" y="232"/>
                      <a:pt x="260" y="232"/>
                    </a:cubicBezTo>
                    <a:cubicBezTo>
                      <a:pt x="259" y="231"/>
                      <a:pt x="257" y="231"/>
                      <a:pt x="256" y="231"/>
                    </a:cubicBezTo>
                    <a:cubicBezTo>
                      <a:pt x="253" y="231"/>
                      <a:pt x="251" y="232"/>
                      <a:pt x="249" y="234"/>
                    </a:cubicBezTo>
                    <a:cubicBezTo>
                      <a:pt x="249" y="235"/>
                      <a:pt x="249" y="235"/>
                      <a:pt x="249" y="235"/>
                    </a:cubicBezTo>
                    <a:cubicBezTo>
                      <a:pt x="249" y="235"/>
                      <a:pt x="249" y="235"/>
                      <a:pt x="249" y="235"/>
                    </a:cubicBezTo>
                    <a:cubicBezTo>
                      <a:pt x="249" y="235"/>
                      <a:pt x="249" y="235"/>
                      <a:pt x="249" y="235"/>
                    </a:cubicBezTo>
                    <a:cubicBezTo>
                      <a:pt x="248" y="236"/>
                      <a:pt x="247" y="238"/>
                      <a:pt x="247" y="240"/>
                    </a:cubicBezTo>
                    <a:cubicBezTo>
                      <a:pt x="247" y="242"/>
                      <a:pt x="248" y="245"/>
                      <a:pt x="249" y="246"/>
                    </a:cubicBezTo>
                    <a:cubicBezTo>
                      <a:pt x="268" y="265"/>
                      <a:pt x="268" y="265"/>
                      <a:pt x="268" y="265"/>
                    </a:cubicBezTo>
                    <a:cubicBezTo>
                      <a:pt x="269" y="266"/>
                      <a:pt x="271" y="267"/>
                      <a:pt x="273" y="268"/>
                    </a:cubicBezTo>
                    <a:cubicBezTo>
                      <a:pt x="275" y="269"/>
                      <a:pt x="277" y="269"/>
                      <a:pt x="279" y="269"/>
                    </a:cubicBezTo>
                    <a:cubicBezTo>
                      <a:pt x="282" y="269"/>
                      <a:pt x="282" y="269"/>
                      <a:pt x="282" y="269"/>
                    </a:cubicBezTo>
                    <a:cubicBezTo>
                      <a:pt x="283" y="269"/>
                      <a:pt x="285" y="270"/>
                      <a:pt x="286" y="270"/>
                    </a:cubicBezTo>
                    <a:cubicBezTo>
                      <a:pt x="288" y="271"/>
                      <a:pt x="289" y="272"/>
                      <a:pt x="290" y="272"/>
                    </a:cubicBezTo>
                    <a:cubicBezTo>
                      <a:pt x="295" y="275"/>
                      <a:pt x="295" y="275"/>
                      <a:pt x="295" y="275"/>
                    </a:cubicBezTo>
                    <a:cubicBezTo>
                      <a:pt x="296" y="276"/>
                      <a:pt x="296" y="277"/>
                      <a:pt x="296" y="278"/>
                    </a:cubicBezTo>
                    <a:cubicBezTo>
                      <a:pt x="296" y="279"/>
                      <a:pt x="296" y="280"/>
                      <a:pt x="295" y="281"/>
                    </a:cubicBezTo>
                    <a:cubicBezTo>
                      <a:pt x="271" y="317"/>
                      <a:pt x="271" y="317"/>
                      <a:pt x="271" y="317"/>
                    </a:cubicBezTo>
                    <a:cubicBezTo>
                      <a:pt x="270" y="318"/>
                      <a:pt x="269" y="319"/>
                      <a:pt x="267" y="320"/>
                    </a:cubicBezTo>
                    <a:cubicBezTo>
                      <a:pt x="266" y="320"/>
                      <a:pt x="265" y="321"/>
                      <a:pt x="264" y="321"/>
                    </a:cubicBezTo>
                    <a:cubicBezTo>
                      <a:pt x="257" y="321"/>
                      <a:pt x="257" y="321"/>
                      <a:pt x="257" y="321"/>
                    </a:cubicBezTo>
                    <a:cubicBezTo>
                      <a:pt x="256" y="321"/>
                      <a:pt x="255" y="320"/>
                      <a:pt x="253" y="320"/>
                    </a:cubicBezTo>
                    <a:cubicBezTo>
                      <a:pt x="252" y="319"/>
                      <a:pt x="250" y="318"/>
                      <a:pt x="249" y="317"/>
                    </a:cubicBezTo>
                    <a:cubicBezTo>
                      <a:pt x="240" y="309"/>
                      <a:pt x="240" y="309"/>
                      <a:pt x="240" y="309"/>
                    </a:cubicBezTo>
                    <a:cubicBezTo>
                      <a:pt x="238" y="307"/>
                      <a:pt x="235" y="303"/>
                      <a:pt x="234" y="300"/>
                    </a:cubicBezTo>
                    <a:cubicBezTo>
                      <a:pt x="214" y="254"/>
                      <a:pt x="214" y="254"/>
                      <a:pt x="214" y="254"/>
                    </a:cubicBezTo>
                    <a:cubicBezTo>
                      <a:pt x="213" y="253"/>
                      <a:pt x="212" y="251"/>
                      <a:pt x="211" y="250"/>
                    </a:cubicBezTo>
                    <a:cubicBezTo>
                      <a:pt x="209" y="248"/>
                      <a:pt x="208" y="247"/>
                      <a:pt x="206" y="247"/>
                    </a:cubicBezTo>
                    <a:cubicBezTo>
                      <a:pt x="205" y="247"/>
                      <a:pt x="203" y="248"/>
                      <a:pt x="203" y="249"/>
                    </a:cubicBezTo>
                    <a:cubicBezTo>
                      <a:pt x="202" y="250"/>
                      <a:pt x="202" y="251"/>
                      <a:pt x="202" y="252"/>
                    </a:cubicBezTo>
                    <a:cubicBezTo>
                      <a:pt x="202" y="254"/>
                      <a:pt x="202" y="255"/>
                      <a:pt x="203" y="256"/>
                    </a:cubicBezTo>
                    <a:cubicBezTo>
                      <a:pt x="232" y="331"/>
                      <a:pt x="232" y="331"/>
                      <a:pt x="232" y="331"/>
                    </a:cubicBezTo>
                    <a:cubicBezTo>
                      <a:pt x="233" y="333"/>
                      <a:pt x="234" y="334"/>
                      <a:pt x="236" y="336"/>
                    </a:cubicBezTo>
                    <a:cubicBezTo>
                      <a:pt x="237" y="337"/>
                      <a:pt x="239" y="338"/>
                      <a:pt x="241" y="338"/>
                    </a:cubicBezTo>
                    <a:cubicBezTo>
                      <a:pt x="242" y="338"/>
                      <a:pt x="242" y="338"/>
                      <a:pt x="242" y="338"/>
                    </a:cubicBezTo>
                    <a:cubicBezTo>
                      <a:pt x="266" y="336"/>
                      <a:pt x="266" y="336"/>
                      <a:pt x="266" y="336"/>
                    </a:cubicBezTo>
                    <a:cubicBezTo>
                      <a:pt x="266" y="336"/>
                      <a:pt x="266" y="336"/>
                      <a:pt x="266" y="336"/>
                    </a:cubicBezTo>
                    <a:cubicBezTo>
                      <a:pt x="267" y="336"/>
                      <a:pt x="267" y="336"/>
                      <a:pt x="267" y="336"/>
                    </a:cubicBezTo>
                    <a:cubicBezTo>
                      <a:pt x="267" y="337"/>
                      <a:pt x="267" y="337"/>
                      <a:pt x="267" y="337"/>
                    </a:cubicBezTo>
                    <a:cubicBezTo>
                      <a:pt x="267" y="338"/>
                      <a:pt x="267" y="338"/>
                      <a:pt x="266" y="339"/>
                    </a:cubicBezTo>
                    <a:cubicBezTo>
                      <a:pt x="250" y="380"/>
                      <a:pt x="250" y="380"/>
                      <a:pt x="250" y="380"/>
                    </a:cubicBezTo>
                    <a:cubicBezTo>
                      <a:pt x="248" y="383"/>
                      <a:pt x="246" y="388"/>
                      <a:pt x="244" y="390"/>
                    </a:cubicBezTo>
                    <a:cubicBezTo>
                      <a:pt x="223" y="415"/>
                      <a:pt x="223" y="415"/>
                      <a:pt x="223" y="415"/>
                    </a:cubicBezTo>
                    <a:cubicBezTo>
                      <a:pt x="222" y="417"/>
                      <a:pt x="221" y="419"/>
                      <a:pt x="220" y="421"/>
                    </a:cubicBezTo>
                    <a:cubicBezTo>
                      <a:pt x="220" y="423"/>
                      <a:pt x="219" y="426"/>
                      <a:pt x="219" y="428"/>
                    </a:cubicBezTo>
                    <a:cubicBezTo>
                      <a:pt x="219" y="437"/>
                      <a:pt x="219" y="437"/>
                      <a:pt x="219" y="437"/>
                    </a:cubicBezTo>
                    <a:cubicBezTo>
                      <a:pt x="219" y="441"/>
                      <a:pt x="220" y="447"/>
                      <a:pt x="222" y="450"/>
                    </a:cubicBezTo>
                    <a:cubicBezTo>
                      <a:pt x="222" y="450"/>
                      <a:pt x="222" y="450"/>
                      <a:pt x="222" y="450"/>
                    </a:cubicBezTo>
                    <a:cubicBezTo>
                      <a:pt x="223" y="451"/>
                      <a:pt x="223" y="451"/>
                      <a:pt x="223" y="451"/>
                    </a:cubicBezTo>
                    <a:cubicBezTo>
                      <a:pt x="223" y="451"/>
                      <a:pt x="223" y="451"/>
                      <a:pt x="223" y="451"/>
                    </a:cubicBezTo>
                    <a:cubicBezTo>
                      <a:pt x="224" y="454"/>
                      <a:pt x="225" y="459"/>
                      <a:pt x="225" y="462"/>
                    </a:cubicBezTo>
                    <a:cubicBezTo>
                      <a:pt x="225" y="481"/>
                      <a:pt x="225" y="481"/>
                      <a:pt x="225" y="481"/>
                    </a:cubicBezTo>
                    <a:cubicBezTo>
                      <a:pt x="225" y="482"/>
                      <a:pt x="225" y="484"/>
                      <a:pt x="224" y="486"/>
                    </a:cubicBezTo>
                    <a:cubicBezTo>
                      <a:pt x="224" y="488"/>
                      <a:pt x="223" y="489"/>
                      <a:pt x="222" y="490"/>
                    </a:cubicBezTo>
                    <a:cubicBezTo>
                      <a:pt x="206" y="506"/>
                      <a:pt x="206" y="506"/>
                      <a:pt x="206" y="506"/>
                    </a:cubicBezTo>
                    <a:cubicBezTo>
                      <a:pt x="204" y="507"/>
                      <a:pt x="203" y="509"/>
                      <a:pt x="202" y="511"/>
                    </a:cubicBezTo>
                    <a:cubicBezTo>
                      <a:pt x="202" y="513"/>
                      <a:pt x="201" y="516"/>
                      <a:pt x="201" y="518"/>
                    </a:cubicBezTo>
                    <a:cubicBezTo>
                      <a:pt x="201" y="526"/>
                      <a:pt x="201" y="526"/>
                      <a:pt x="201" y="526"/>
                    </a:cubicBezTo>
                    <a:cubicBezTo>
                      <a:pt x="201" y="527"/>
                      <a:pt x="201" y="529"/>
                      <a:pt x="200" y="531"/>
                    </a:cubicBezTo>
                    <a:cubicBezTo>
                      <a:pt x="199" y="533"/>
                      <a:pt x="199" y="535"/>
                      <a:pt x="198" y="536"/>
                    </a:cubicBezTo>
                    <a:cubicBezTo>
                      <a:pt x="170" y="570"/>
                      <a:pt x="170" y="570"/>
                      <a:pt x="170" y="570"/>
                    </a:cubicBezTo>
                    <a:cubicBezTo>
                      <a:pt x="169" y="571"/>
                      <a:pt x="168" y="573"/>
                      <a:pt x="166" y="574"/>
                    </a:cubicBezTo>
                    <a:cubicBezTo>
                      <a:pt x="165" y="575"/>
                      <a:pt x="163" y="576"/>
                      <a:pt x="162" y="576"/>
                    </a:cubicBezTo>
                    <a:cubicBezTo>
                      <a:pt x="142" y="582"/>
                      <a:pt x="142" y="582"/>
                      <a:pt x="142" y="582"/>
                    </a:cubicBezTo>
                    <a:cubicBezTo>
                      <a:pt x="142" y="582"/>
                      <a:pt x="142" y="582"/>
                      <a:pt x="142" y="582"/>
                    </a:cubicBezTo>
                    <a:cubicBezTo>
                      <a:pt x="141" y="582"/>
                      <a:pt x="141" y="582"/>
                      <a:pt x="140" y="582"/>
                    </a:cubicBezTo>
                    <a:cubicBezTo>
                      <a:pt x="139" y="581"/>
                      <a:pt x="139" y="580"/>
                      <a:pt x="138" y="579"/>
                    </a:cubicBezTo>
                    <a:cubicBezTo>
                      <a:pt x="111" y="492"/>
                      <a:pt x="111" y="492"/>
                      <a:pt x="111" y="492"/>
                    </a:cubicBezTo>
                    <a:cubicBezTo>
                      <a:pt x="111" y="491"/>
                      <a:pt x="111" y="489"/>
                      <a:pt x="111" y="487"/>
                    </a:cubicBezTo>
                    <a:cubicBezTo>
                      <a:pt x="111" y="485"/>
                      <a:pt x="111" y="483"/>
                      <a:pt x="112" y="481"/>
                    </a:cubicBezTo>
                    <a:cubicBezTo>
                      <a:pt x="117" y="467"/>
                      <a:pt x="117" y="467"/>
                      <a:pt x="117" y="467"/>
                    </a:cubicBezTo>
                    <a:cubicBezTo>
                      <a:pt x="118" y="465"/>
                      <a:pt x="118" y="462"/>
                      <a:pt x="118" y="459"/>
                    </a:cubicBezTo>
                    <a:cubicBezTo>
                      <a:pt x="118" y="457"/>
                      <a:pt x="118" y="455"/>
                      <a:pt x="118" y="453"/>
                    </a:cubicBezTo>
                    <a:cubicBezTo>
                      <a:pt x="108" y="415"/>
                      <a:pt x="108" y="415"/>
                      <a:pt x="108" y="415"/>
                    </a:cubicBezTo>
                    <a:cubicBezTo>
                      <a:pt x="108" y="412"/>
                      <a:pt x="107" y="406"/>
                      <a:pt x="107" y="403"/>
                    </a:cubicBezTo>
                    <a:cubicBezTo>
                      <a:pt x="107" y="388"/>
                      <a:pt x="107" y="388"/>
                      <a:pt x="107" y="388"/>
                    </a:cubicBezTo>
                    <a:cubicBezTo>
                      <a:pt x="107" y="385"/>
                      <a:pt x="106" y="383"/>
                      <a:pt x="105" y="381"/>
                    </a:cubicBezTo>
                    <a:cubicBezTo>
                      <a:pt x="104" y="379"/>
                      <a:pt x="103" y="377"/>
                      <a:pt x="102" y="376"/>
                    </a:cubicBezTo>
                    <a:cubicBezTo>
                      <a:pt x="82" y="361"/>
                      <a:pt x="82" y="361"/>
                      <a:pt x="82" y="361"/>
                    </a:cubicBezTo>
                    <a:cubicBezTo>
                      <a:pt x="81" y="360"/>
                      <a:pt x="78" y="359"/>
                      <a:pt x="76" y="359"/>
                    </a:cubicBezTo>
                    <a:cubicBezTo>
                      <a:pt x="74" y="359"/>
                      <a:pt x="73" y="360"/>
                      <a:pt x="71" y="361"/>
                    </a:cubicBezTo>
                    <a:cubicBezTo>
                      <a:pt x="58" y="368"/>
                      <a:pt x="58" y="368"/>
                      <a:pt x="58" y="368"/>
                    </a:cubicBezTo>
                    <a:cubicBezTo>
                      <a:pt x="56" y="369"/>
                      <a:pt x="53" y="370"/>
                      <a:pt x="51" y="370"/>
                    </a:cubicBezTo>
                    <a:cubicBezTo>
                      <a:pt x="50" y="370"/>
                      <a:pt x="50" y="370"/>
                      <a:pt x="50" y="370"/>
                    </a:cubicBezTo>
                    <a:cubicBezTo>
                      <a:pt x="19" y="363"/>
                      <a:pt x="19" y="363"/>
                      <a:pt x="19" y="363"/>
                    </a:cubicBezTo>
                    <a:cubicBezTo>
                      <a:pt x="18" y="363"/>
                      <a:pt x="17" y="363"/>
                      <a:pt x="16" y="361"/>
                    </a:cubicBezTo>
                    <a:cubicBezTo>
                      <a:pt x="15" y="360"/>
                      <a:pt x="15" y="359"/>
                      <a:pt x="14" y="358"/>
                    </a:cubicBezTo>
                    <a:cubicBezTo>
                      <a:pt x="5" y="311"/>
                      <a:pt x="5" y="311"/>
                      <a:pt x="5" y="311"/>
                    </a:cubicBezTo>
                    <a:cubicBezTo>
                      <a:pt x="3" y="312"/>
                      <a:pt x="3" y="312"/>
                      <a:pt x="3" y="312"/>
                    </a:cubicBezTo>
                    <a:cubicBezTo>
                      <a:pt x="0" y="312"/>
                      <a:pt x="0" y="312"/>
                      <a:pt x="0" y="312"/>
                    </a:cubicBezTo>
                    <a:cubicBezTo>
                      <a:pt x="10" y="358"/>
                      <a:pt x="10" y="358"/>
                      <a:pt x="10" y="358"/>
                    </a:cubicBezTo>
                    <a:cubicBezTo>
                      <a:pt x="11" y="361"/>
                      <a:pt x="12" y="363"/>
                      <a:pt x="13" y="364"/>
                    </a:cubicBezTo>
                    <a:cubicBezTo>
                      <a:pt x="14" y="366"/>
                      <a:pt x="16" y="367"/>
                      <a:pt x="18" y="368"/>
                    </a:cubicBezTo>
                    <a:cubicBezTo>
                      <a:pt x="49" y="374"/>
                      <a:pt x="49" y="374"/>
                      <a:pt x="49" y="374"/>
                    </a:cubicBezTo>
                    <a:cubicBezTo>
                      <a:pt x="50" y="374"/>
                      <a:pt x="50" y="374"/>
                      <a:pt x="51" y="374"/>
                    </a:cubicBezTo>
                    <a:cubicBezTo>
                      <a:pt x="54" y="374"/>
                      <a:pt x="57" y="373"/>
                      <a:pt x="60" y="372"/>
                    </a:cubicBezTo>
                    <a:cubicBezTo>
                      <a:pt x="73" y="364"/>
                      <a:pt x="73" y="364"/>
                      <a:pt x="73" y="364"/>
                    </a:cubicBezTo>
                    <a:cubicBezTo>
                      <a:pt x="74" y="364"/>
                      <a:pt x="75" y="364"/>
                      <a:pt x="76" y="364"/>
                    </a:cubicBezTo>
                    <a:cubicBezTo>
                      <a:pt x="77" y="364"/>
                      <a:pt x="79" y="364"/>
                      <a:pt x="80" y="365"/>
                    </a:cubicBezTo>
                    <a:cubicBezTo>
                      <a:pt x="99" y="379"/>
                      <a:pt x="99" y="379"/>
                      <a:pt x="99" y="379"/>
                    </a:cubicBezTo>
                    <a:cubicBezTo>
                      <a:pt x="100" y="380"/>
                      <a:pt x="101" y="381"/>
                      <a:pt x="101" y="383"/>
                    </a:cubicBezTo>
                    <a:cubicBezTo>
                      <a:pt x="102" y="384"/>
                      <a:pt x="103" y="386"/>
                      <a:pt x="103" y="388"/>
                    </a:cubicBezTo>
                    <a:cubicBezTo>
                      <a:pt x="103" y="403"/>
                      <a:pt x="103" y="403"/>
                      <a:pt x="103" y="403"/>
                    </a:cubicBezTo>
                    <a:cubicBezTo>
                      <a:pt x="103" y="407"/>
                      <a:pt x="103" y="413"/>
                      <a:pt x="104" y="416"/>
                    </a:cubicBezTo>
                    <a:cubicBezTo>
                      <a:pt x="114" y="454"/>
                      <a:pt x="114" y="454"/>
                      <a:pt x="114" y="454"/>
                    </a:cubicBezTo>
                    <a:cubicBezTo>
                      <a:pt x="114" y="456"/>
                      <a:pt x="114" y="457"/>
                      <a:pt x="114" y="459"/>
                    </a:cubicBezTo>
                    <a:cubicBezTo>
                      <a:pt x="114" y="461"/>
                      <a:pt x="114" y="464"/>
                      <a:pt x="113" y="466"/>
                    </a:cubicBezTo>
                    <a:cubicBezTo>
                      <a:pt x="108" y="480"/>
                      <a:pt x="108" y="480"/>
                      <a:pt x="108" y="480"/>
                    </a:cubicBezTo>
                    <a:cubicBezTo>
                      <a:pt x="107" y="482"/>
                      <a:pt x="107" y="485"/>
                      <a:pt x="107" y="487"/>
                    </a:cubicBezTo>
                    <a:cubicBezTo>
                      <a:pt x="107" y="489"/>
                      <a:pt x="107" y="491"/>
                      <a:pt x="107" y="493"/>
                    </a:cubicBezTo>
                    <a:cubicBezTo>
                      <a:pt x="134" y="580"/>
                      <a:pt x="134" y="580"/>
                      <a:pt x="134" y="580"/>
                    </a:cubicBezTo>
                    <a:cubicBezTo>
                      <a:pt x="135" y="582"/>
                      <a:pt x="136" y="584"/>
                      <a:pt x="137" y="585"/>
                    </a:cubicBezTo>
                    <a:cubicBezTo>
                      <a:pt x="138" y="586"/>
                      <a:pt x="140" y="587"/>
                      <a:pt x="142" y="587"/>
                    </a:cubicBezTo>
                    <a:cubicBezTo>
                      <a:pt x="142" y="587"/>
                      <a:pt x="143" y="587"/>
                      <a:pt x="144" y="586"/>
                    </a:cubicBezTo>
                    <a:cubicBezTo>
                      <a:pt x="164" y="580"/>
                      <a:pt x="164" y="580"/>
                      <a:pt x="164" y="580"/>
                    </a:cubicBezTo>
                    <a:cubicBezTo>
                      <a:pt x="165" y="579"/>
                      <a:pt x="167" y="578"/>
                      <a:pt x="169" y="577"/>
                    </a:cubicBezTo>
                    <a:cubicBezTo>
                      <a:pt x="171" y="576"/>
                      <a:pt x="172" y="575"/>
                      <a:pt x="173" y="573"/>
                    </a:cubicBezTo>
                    <a:cubicBezTo>
                      <a:pt x="201" y="539"/>
                      <a:pt x="201" y="539"/>
                      <a:pt x="201" y="539"/>
                    </a:cubicBezTo>
                    <a:cubicBezTo>
                      <a:pt x="202" y="537"/>
                      <a:pt x="203" y="535"/>
                      <a:pt x="204" y="533"/>
                    </a:cubicBezTo>
                    <a:cubicBezTo>
                      <a:pt x="205" y="530"/>
                      <a:pt x="205" y="528"/>
                      <a:pt x="205" y="526"/>
                    </a:cubicBezTo>
                    <a:cubicBezTo>
                      <a:pt x="205" y="518"/>
                      <a:pt x="205" y="518"/>
                      <a:pt x="205" y="518"/>
                    </a:cubicBezTo>
                    <a:cubicBezTo>
                      <a:pt x="205" y="516"/>
                      <a:pt x="206" y="515"/>
                      <a:pt x="206" y="513"/>
                    </a:cubicBezTo>
                    <a:cubicBezTo>
                      <a:pt x="207" y="511"/>
                      <a:pt x="208" y="510"/>
                      <a:pt x="209" y="509"/>
                    </a:cubicBezTo>
                    <a:cubicBezTo>
                      <a:pt x="225" y="493"/>
                      <a:pt x="225" y="493"/>
                      <a:pt x="225" y="493"/>
                    </a:cubicBezTo>
                    <a:cubicBezTo>
                      <a:pt x="226" y="492"/>
                      <a:pt x="227" y="490"/>
                      <a:pt x="228" y="488"/>
                    </a:cubicBezTo>
                    <a:cubicBezTo>
                      <a:pt x="229" y="485"/>
                      <a:pt x="230" y="483"/>
                      <a:pt x="230" y="481"/>
                    </a:cubicBezTo>
                    <a:cubicBezTo>
                      <a:pt x="230" y="462"/>
                      <a:pt x="230" y="462"/>
                      <a:pt x="230" y="462"/>
                    </a:cubicBezTo>
                    <a:cubicBezTo>
                      <a:pt x="230" y="458"/>
                      <a:pt x="228" y="453"/>
                      <a:pt x="226" y="449"/>
                    </a:cubicBezTo>
                    <a:cubicBezTo>
                      <a:pt x="226" y="449"/>
                      <a:pt x="226" y="449"/>
                      <a:pt x="226" y="449"/>
                    </a:cubicBezTo>
                    <a:cubicBezTo>
                      <a:pt x="226" y="448"/>
                      <a:pt x="226" y="448"/>
                      <a:pt x="226" y="448"/>
                    </a:cubicBezTo>
                    <a:cubicBezTo>
                      <a:pt x="226" y="448"/>
                      <a:pt x="226" y="448"/>
                      <a:pt x="226" y="448"/>
                    </a:cubicBezTo>
                    <a:cubicBezTo>
                      <a:pt x="225" y="446"/>
                      <a:pt x="223" y="440"/>
                      <a:pt x="223" y="437"/>
                    </a:cubicBezTo>
                    <a:cubicBezTo>
                      <a:pt x="223" y="428"/>
                      <a:pt x="223" y="428"/>
                      <a:pt x="223" y="428"/>
                    </a:cubicBezTo>
                    <a:cubicBezTo>
                      <a:pt x="223" y="426"/>
                      <a:pt x="224" y="424"/>
                      <a:pt x="224" y="423"/>
                    </a:cubicBezTo>
                    <a:cubicBezTo>
                      <a:pt x="225" y="421"/>
                      <a:pt x="226" y="419"/>
                      <a:pt x="227" y="418"/>
                    </a:cubicBezTo>
                    <a:cubicBezTo>
                      <a:pt x="247" y="393"/>
                      <a:pt x="247" y="393"/>
                      <a:pt x="247" y="393"/>
                    </a:cubicBezTo>
                    <a:cubicBezTo>
                      <a:pt x="249" y="390"/>
                      <a:pt x="252" y="385"/>
                      <a:pt x="254" y="382"/>
                    </a:cubicBezTo>
                    <a:cubicBezTo>
                      <a:pt x="270" y="340"/>
                      <a:pt x="270" y="340"/>
                      <a:pt x="270" y="340"/>
                    </a:cubicBezTo>
                    <a:cubicBezTo>
                      <a:pt x="271" y="339"/>
                      <a:pt x="271" y="338"/>
                      <a:pt x="271" y="337"/>
                    </a:cubicBezTo>
                    <a:cubicBezTo>
                      <a:pt x="271" y="336"/>
                      <a:pt x="271" y="334"/>
                      <a:pt x="270" y="333"/>
                    </a:cubicBezTo>
                    <a:cubicBezTo>
                      <a:pt x="269" y="332"/>
                      <a:pt x="267" y="332"/>
                      <a:pt x="266" y="332"/>
                    </a:cubicBezTo>
                    <a:cubicBezTo>
                      <a:pt x="266" y="332"/>
                      <a:pt x="266" y="332"/>
                      <a:pt x="266" y="332"/>
                    </a:cubicBezTo>
                    <a:cubicBezTo>
                      <a:pt x="242" y="334"/>
                      <a:pt x="242" y="334"/>
                      <a:pt x="242" y="334"/>
                    </a:cubicBezTo>
                    <a:cubicBezTo>
                      <a:pt x="241" y="334"/>
                      <a:pt x="241" y="334"/>
                      <a:pt x="241" y="334"/>
                    </a:cubicBezTo>
                    <a:cubicBezTo>
                      <a:pt x="241" y="334"/>
                      <a:pt x="240" y="333"/>
                      <a:pt x="239" y="332"/>
                    </a:cubicBezTo>
                    <a:cubicBezTo>
                      <a:pt x="238" y="332"/>
                      <a:pt x="237" y="330"/>
                      <a:pt x="236" y="329"/>
                    </a:cubicBezTo>
                    <a:cubicBezTo>
                      <a:pt x="207" y="255"/>
                      <a:pt x="207" y="255"/>
                      <a:pt x="207" y="255"/>
                    </a:cubicBezTo>
                    <a:cubicBezTo>
                      <a:pt x="206" y="254"/>
                      <a:pt x="206" y="253"/>
                      <a:pt x="206" y="252"/>
                    </a:cubicBezTo>
                    <a:cubicBezTo>
                      <a:pt x="206" y="252"/>
                      <a:pt x="206" y="252"/>
                      <a:pt x="206" y="252"/>
                    </a:cubicBezTo>
                    <a:cubicBezTo>
                      <a:pt x="206" y="252"/>
                      <a:pt x="206" y="252"/>
                      <a:pt x="206" y="252"/>
                    </a:cubicBezTo>
                    <a:cubicBezTo>
                      <a:pt x="206" y="251"/>
                      <a:pt x="206" y="251"/>
                      <a:pt x="206" y="251"/>
                    </a:cubicBezTo>
                    <a:cubicBezTo>
                      <a:pt x="206" y="252"/>
                      <a:pt x="206" y="252"/>
                      <a:pt x="206" y="252"/>
                    </a:cubicBezTo>
                    <a:cubicBezTo>
                      <a:pt x="206" y="252"/>
                      <a:pt x="206" y="252"/>
                      <a:pt x="206" y="252"/>
                    </a:cubicBezTo>
                    <a:cubicBezTo>
                      <a:pt x="206" y="251"/>
                      <a:pt x="206" y="251"/>
                      <a:pt x="206" y="251"/>
                    </a:cubicBezTo>
                    <a:cubicBezTo>
                      <a:pt x="206" y="252"/>
                      <a:pt x="206" y="252"/>
                      <a:pt x="206" y="252"/>
                    </a:cubicBezTo>
                    <a:cubicBezTo>
                      <a:pt x="206" y="251"/>
                      <a:pt x="206" y="251"/>
                      <a:pt x="206" y="251"/>
                    </a:cubicBezTo>
                    <a:cubicBezTo>
                      <a:pt x="206" y="252"/>
                      <a:pt x="206" y="252"/>
                      <a:pt x="206" y="252"/>
                    </a:cubicBezTo>
                    <a:cubicBezTo>
                      <a:pt x="206" y="252"/>
                      <a:pt x="206" y="252"/>
                      <a:pt x="206" y="252"/>
                    </a:cubicBezTo>
                    <a:cubicBezTo>
                      <a:pt x="206" y="251"/>
                      <a:pt x="206" y="251"/>
                      <a:pt x="206" y="251"/>
                    </a:cubicBezTo>
                    <a:cubicBezTo>
                      <a:pt x="206" y="252"/>
                      <a:pt x="206" y="252"/>
                      <a:pt x="206" y="252"/>
                    </a:cubicBezTo>
                    <a:cubicBezTo>
                      <a:pt x="206" y="251"/>
                      <a:pt x="206" y="251"/>
                      <a:pt x="206" y="251"/>
                    </a:cubicBezTo>
                    <a:cubicBezTo>
                      <a:pt x="206" y="252"/>
                      <a:pt x="206" y="252"/>
                      <a:pt x="206" y="252"/>
                    </a:cubicBezTo>
                    <a:cubicBezTo>
                      <a:pt x="206" y="252"/>
                      <a:pt x="206" y="252"/>
                      <a:pt x="206" y="252"/>
                    </a:cubicBezTo>
                    <a:cubicBezTo>
                      <a:pt x="206" y="251"/>
                      <a:pt x="206" y="251"/>
                      <a:pt x="206" y="251"/>
                    </a:cubicBezTo>
                    <a:cubicBezTo>
                      <a:pt x="206" y="252"/>
                      <a:pt x="206" y="252"/>
                      <a:pt x="206" y="252"/>
                    </a:cubicBezTo>
                    <a:cubicBezTo>
                      <a:pt x="206" y="252"/>
                      <a:pt x="207" y="252"/>
                      <a:pt x="208" y="253"/>
                    </a:cubicBezTo>
                    <a:cubicBezTo>
                      <a:pt x="209" y="254"/>
                      <a:pt x="210" y="255"/>
                      <a:pt x="210" y="256"/>
                    </a:cubicBezTo>
                    <a:cubicBezTo>
                      <a:pt x="230" y="301"/>
                      <a:pt x="230" y="301"/>
                      <a:pt x="230" y="301"/>
                    </a:cubicBezTo>
                    <a:cubicBezTo>
                      <a:pt x="232" y="305"/>
                      <a:pt x="235" y="309"/>
                      <a:pt x="237" y="312"/>
                    </a:cubicBezTo>
                    <a:cubicBezTo>
                      <a:pt x="246" y="321"/>
                      <a:pt x="246" y="321"/>
                      <a:pt x="246" y="321"/>
                    </a:cubicBezTo>
                    <a:cubicBezTo>
                      <a:pt x="248" y="322"/>
                      <a:pt x="249" y="323"/>
                      <a:pt x="251" y="324"/>
                    </a:cubicBezTo>
                    <a:cubicBezTo>
                      <a:pt x="253" y="325"/>
                      <a:pt x="255" y="325"/>
                      <a:pt x="257" y="325"/>
                    </a:cubicBezTo>
                    <a:cubicBezTo>
                      <a:pt x="264" y="325"/>
                      <a:pt x="264" y="325"/>
                      <a:pt x="264" y="325"/>
                    </a:cubicBezTo>
                    <a:cubicBezTo>
                      <a:pt x="266" y="325"/>
                      <a:pt x="268" y="324"/>
                      <a:pt x="270" y="323"/>
                    </a:cubicBezTo>
                    <a:cubicBezTo>
                      <a:pt x="271" y="322"/>
                      <a:pt x="273" y="321"/>
                      <a:pt x="274" y="319"/>
                    </a:cubicBezTo>
                    <a:cubicBezTo>
                      <a:pt x="299" y="283"/>
                      <a:pt x="299" y="283"/>
                      <a:pt x="299" y="283"/>
                    </a:cubicBezTo>
                    <a:cubicBezTo>
                      <a:pt x="300" y="282"/>
                      <a:pt x="301" y="280"/>
                      <a:pt x="301" y="278"/>
                    </a:cubicBezTo>
                    <a:cubicBezTo>
                      <a:pt x="301" y="276"/>
                      <a:pt x="299" y="273"/>
                      <a:pt x="297" y="272"/>
                    </a:cubicBezTo>
                    <a:cubicBezTo>
                      <a:pt x="293" y="269"/>
                      <a:pt x="293" y="269"/>
                      <a:pt x="293" y="269"/>
                    </a:cubicBezTo>
                    <a:cubicBezTo>
                      <a:pt x="291" y="268"/>
                      <a:pt x="289" y="267"/>
                      <a:pt x="288" y="266"/>
                    </a:cubicBezTo>
                    <a:cubicBezTo>
                      <a:pt x="286" y="266"/>
                      <a:pt x="284" y="265"/>
                      <a:pt x="282" y="265"/>
                    </a:cubicBezTo>
                    <a:cubicBezTo>
                      <a:pt x="279" y="265"/>
                      <a:pt x="279" y="265"/>
                      <a:pt x="279" y="265"/>
                    </a:cubicBezTo>
                    <a:cubicBezTo>
                      <a:pt x="278" y="265"/>
                      <a:pt x="276" y="265"/>
                      <a:pt x="275" y="264"/>
                    </a:cubicBezTo>
                    <a:cubicBezTo>
                      <a:pt x="273" y="264"/>
                      <a:pt x="272" y="263"/>
                      <a:pt x="271" y="262"/>
                    </a:cubicBezTo>
                    <a:cubicBezTo>
                      <a:pt x="253" y="243"/>
                      <a:pt x="253" y="243"/>
                      <a:pt x="253" y="243"/>
                    </a:cubicBezTo>
                    <a:cubicBezTo>
                      <a:pt x="252" y="242"/>
                      <a:pt x="251" y="241"/>
                      <a:pt x="251" y="240"/>
                    </a:cubicBezTo>
                    <a:cubicBezTo>
                      <a:pt x="251" y="239"/>
                      <a:pt x="252" y="238"/>
                      <a:pt x="252" y="237"/>
                    </a:cubicBezTo>
                    <a:cubicBezTo>
                      <a:pt x="252" y="237"/>
                      <a:pt x="252" y="237"/>
                      <a:pt x="252" y="237"/>
                    </a:cubicBezTo>
                    <a:cubicBezTo>
                      <a:pt x="253" y="237"/>
                      <a:pt x="253" y="237"/>
                      <a:pt x="253" y="237"/>
                    </a:cubicBezTo>
                    <a:cubicBezTo>
                      <a:pt x="253" y="236"/>
                      <a:pt x="255" y="235"/>
                      <a:pt x="256" y="235"/>
                    </a:cubicBezTo>
                    <a:cubicBezTo>
                      <a:pt x="256" y="235"/>
                      <a:pt x="257" y="235"/>
                      <a:pt x="258" y="236"/>
                    </a:cubicBezTo>
                    <a:cubicBezTo>
                      <a:pt x="293" y="263"/>
                      <a:pt x="293" y="263"/>
                      <a:pt x="293" y="263"/>
                    </a:cubicBezTo>
                    <a:cubicBezTo>
                      <a:pt x="295" y="264"/>
                      <a:pt x="296" y="265"/>
                      <a:pt x="298" y="266"/>
                    </a:cubicBezTo>
                    <a:cubicBezTo>
                      <a:pt x="300" y="267"/>
                      <a:pt x="302" y="267"/>
                      <a:pt x="304" y="267"/>
                    </a:cubicBezTo>
                    <a:cubicBezTo>
                      <a:pt x="321" y="267"/>
                      <a:pt x="321" y="267"/>
                      <a:pt x="321" y="267"/>
                    </a:cubicBezTo>
                    <a:cubicBezTo>
                      <a:pt x="322" y="267"/>
                      <a:pt x="323" y="267"/>
                      <a:pt x="325" y="268"/>
                    </a:cubicBezTo>
                    <a:cubicBezTo>
                      <a:pt x="326" y="269"/>
                      <a:pt x="327" y="270"/>
                      <a:pt x="328" y="271"/>
                    </a:cubicBezTo>
                    <a:cubicBezTo>
                      <a:pt x="339" y="282"/>
                      <a:pt x="339" y="282"/>
                      <a:pt x="339" y="282"/>
                    </a:cubicBezTo>
                    <a:cubicBezTo>
                      <a:pt x="341" y="284"/>
                      <a:pt x="344" y="285"/>
                      <a:pt x="346" y="285"/>
                    </a:cubicBezTo>
                    <a:cubicBezTo>
                      <a:pt x="347" y="285"/>
                      <a:pt x="348" y="285"/>
                      <a:pt x="349" y="284"/>
                    </a:cubicBezTo>
                    <a:cubicBezTo>
                      <a:pt x="349" y="284"/>
                      <a:pt x="349" y="284"/>
                      <a:pt x="349" y="284"/>
                    </a:cubicBezTo>
                    <a:cubicBezTo>
                      <a:pt x="349" y="284"/>
                      <a:pt x="349" y="284"/>
                      <a:pt x="349" y="284"/>
                    </a:cubicBezTo>
                    <a:cubicBezTo>
                      <a:pt x="349" y="284"/>
                      <a:pt x="349" y="284"/>
                      <a:pt x="349" y="284"/>
                    </a:cubicBezTo>
                    <a:cubicBezTo>
                      <a:pt x="349" y="284"/>
                      <a:pt x="349" y="284"/>
                      <a:pt x="349" y="284"/>
                    </a:cubicBezTo>
                    <a:cubicBezTo>
                      <a:pt x="349" y="284"/>
                      <a:pt x="349" y="284"/>
                      <a:pt x="349" y="284"/>
                    </a:cubicBezTo>
                    <a:cubicBezTo>
                      <a:pt x="349" y="284"/>
                      <a:pt x="349" y="284"/>
                      <a:pt x="349" y="284"/>
                    </a:cubicBezTo>
                    <a:cubicBezTo>
                      <a:pt x="349" y="284"/>
                      <a:pt x="350" y="284"/>
                      <a:pt x="350" y="285"/>
                    </a:cubicBezTo>
                    <a:cubicBezTo>
                      <a:pt x="351" y="285"/>
                      <a:pt x="351" y="286"/>
                      <a:pt x="352" y="287"/>
                    </a:cubicBezTo>
                    <a:cubicBezTo>
                      <a:pt x="376" y="350"/>
                      <a:pt x="376" y="350"/>
                      <a:pt x="376" y="350"/>
                    </a:cubicBezTo>
                    <a:cubicBezTo>
                      <a:pt x="376" y="351"/>
                      <a:pt x="377" y="352"/>
                      <a:pt x="377" y="352"/>
                    </a:cubicBezTo>
                    <a:cubicBezTo>
                      <a:pt x="378" y="353"/>
                      <a:pt x="379" y="354"/>
                      <a:pt x="380" y="354"/>
                    </a:cubicBezTo>
                    <a:cubicBezTo>
                      <a:pt x="381" y="354"/>
                      <a:pt x="382" y="353"/>
                      <a:pt x="383" y="352"/>
                    </a:cubicBezTo>
                    <a:cubicBezTo>
                      <a:pt x="384" y="352"/>
                      <a:pt x="384" y="351"/>
                      <a:pt x="384" y="350"/>
                    </a:cubicBezTo>
                    <a:cubicBezTo>
                      <a:pt x="390" y="336"/>
                      <a:pt x="390" y="336"/>
                      <a:pt x="390" y="336"/>
                    </a:cubicBezTo>
                    <a:cubicBezTo>
                      <a:pt x="391" y="332"/>
                      <a:pt x="392" y="327"/>
                      <a:pt x="392" y="324"/>
                    </a:cubicBezTo>
                    <a:cubicBezTo>
                      <a:pt x="392" y="323"/>
                      <a:pt x="392" y="323"/>
                      <a:pt x="392" y="322"/>
                    </a:cubicBezTo>
                    <a:cubicBezTo>
                      <a:pt x="392" y="321"/>
                      <a:pt x="392" y="321"/>
                      <a:pt x="392" y="321"/>
                    </a:cubicBezTo>
                    <a:cubicBezTo>
                      <a:pt x="392" y="321"/>
                      <a:pt x="392" y="321"/>
                      <a:pt x="392" y="321"/>
                    </a:cubicBezTo>
                    <a:cubicBezTo>
                      <a:pt x="392" y="317"/>
                      <a:pt x="393" y="313"/>
                      <a:pt x="394" y="311"/>
                    </a:cubicBezTo>
                    <a:cubicBezTo>
                      <a:pt x="418" y="279"/>
                      <a:pt x="418" y="279"/>
                      <a:pt x="418" y="279"/>
                    </a:cubicBezTo>
                    <a:cubicBezTo>
                      <a:pt x="419" y="278"/>
                      <a:pt x="419" y="278"/>
                      <a:pt x="420" y="278"/>
                    </a:cubicBezTo>
                    <a:cubicBezTo>
                      <a:pt x="420" y="278"/>
                      <a:pt x="421" y="278"/>
                      <a:pt x="422" y="279"/>
                    </a:cubicBezTo>
                    <a:cubicBezTo>
                      <a:pt x="456" y="325"/>
                      <a:pt x="456" y="325"/>
                      <a:pt x="456" y="325"/>
                    </a:cubicBezTo>
                    <a:cubicBezTo>
                      <a:pt x="457" y="326"/>
                      <a:pt x="458" y="328"/>
                      <a:pt x="458" y="330"/>
                    </a:cubicBezTo>
                    <a:cubicBezTo>
                      <a:pt x="459" y="332"/>
                      <a:pt x="459" y="334"/>
                      <a:pt x="459" y="336"/>
                    </a:cubicBezTo>
                    <a:cubicBezTo>
                      <a:pt x="459" y="340"/>
                      <a:pt x="459" y="340"/>
                      <a:pt x="459" y="340"/>
                    </a:cubicBezTo>
                    <a:cubicBezTo>
                      <a:pt x="459" y="344"/>
                      <a:pt x="460" y="350"/>
                      <a:pt x="462" y="353"/>
                    </a:cubicBezTo>
                    <a:cubicBezTo>
                      <a:pt x="473" y="376"/>
                      <a:pt x="473" y="376"/>
                      <a:pt x="473" y="376"/>
                    </a:cubicBezTo>
                    <a:cubicBezTo>
                      <a:pt x="474" y="378"/>
                      <a:pt x="475" y="380"/>
                      <a:pt x="477" y="381"/>
                    </a:cubicBezTo>
                    <a:cubicBezTo>
                      <a:pt x="478" y="383"/>
                      <a:pt x="480" y="384"/>
                      <a:pt x="481" y="385"/>
                    </a:cubicBezTo>
                    <a:cubicBezTo>
                      <a:pt x="486" y="388"/>
                      <a:pt x="486" y="388"/>
                      <a:pt x="486" y="388"/>
                    </a:cubicBezTo>
                    <a:cubicBezTo>
                      <a:pt x="487" y="388"/>
                      <a:pt x="488" y="388"/>
                      <a:pt x="489" y="388"/>
                    </a:cubicBezTo>
                    <a:cubicBezTo>
                      <a:pt x="490" y="388"/>
                      <a:pt x="491" y="388"/>
                      <a:pt x="491" y="387"/>
                    </a:cubicBezTo>
                    <a:cubicBezTo>
                      <a:pt x="492" y="387"/>
                      <a:pt x="492" y="386"/>
                      <a:pt x="492" y="385"/>
                    </a:cubicBezTo>
                    <a:cubicBezTo>
                      <a:pt x="492" y="384"/>
                      <a:pt x="492" y="383"/>
                      <a:pt x="491" y="382"/>
                    </a:cubicBezTo>
                    <a:cubicBezTo>
                      <a:pt x="476" y="352"/>
                      <a:pt x="476" y="352"/>
                      <a:pt x="476" y="352"/>
                    </a:cubicBezTo>
                    <a:cubicBezTo>
                      <a:pt x="475" y="350"/>
                      <a:pt x="473" y="344"/>
                      <a:pt x="473" y="341"/>
                    </a:cubicBezTo>
                    <a:cubicBezTo>
                      <a:pt x="473" y="337"/>
                      <a:pt x="473" y="337"/>
                      <a:pt x="473" y="337"/>
                    </a:cubicBezTo>
                    <a:cubicBezTo>
                      <a:pt x="473" y="336"/>
                      <a:pt x="474" y="335"/>
                      <a:pt x="474" y="335"/>
                    </a:cubicBezTo>
                    <a:cubicBezTo>
                      <a:pt x="474" y="335"/>
                      <a:pt x="474" y="335"/>
                      <a:pt x="474" y="335"/>
                    </a:cubicBezTo>
                    <a:cubicBezTo>
                      <a:pt x="473" y="335"/>
                      <a:pt x="473" y="335"/>
                      <a:pt x="473" y="335"/>
                    </a:cubicBezTo>
                    <a:cubicBezTo>
                      <a:pt x="473" y="335"/>
                      <a:pt x="473" y="335"/>
                      <a:pt x="473" y="335"/>
                    </a:cubicBezTo>
                    <a:cubicBezTo>
                      <a:pt x="474" y="335"/>
                      <a:pt x="474" y="335"/>
                      <a:pt x="474" y="335"/>
                    </a:cubicBezTo>
                    <a:cubicBezTo>
                      <a:pt x="473" y="335"/>
                      <a:pt x="473" y="335"/>
                      <a:pt x="473" y="335"/>
                    </a:cubicBezTo>
                    <a:cubicBezTo>
                      <a:pt x="473" y="335"/>
                      <a:pt x="473" y="335"/>
                      <a:pt x="473" y="335"/>
                    </a:cubicBezTo>
                    <a:cubicBezTo>
                      <a:pt x="473" y="334"/>
                      <a:pt x="473" y="334"/>
                      <a:pt x="473" y="334"/>
                    </a:cubicBezTo>
                    <a:cubicBezTo>
                      <a:pt x="473" y="335"/>
                      <a:pt x="473" y="335"/>
                      <a:pt x="473" y="335"/>
                    </a:cubicBezTo>
                    <a:cubicBezTo>
                      <a:pt x="473" y="335"/>
                      <a:pt x="473" y="335"/>
                      <a:pt x="473" y="335"/>
                    </a:cubicBezTo>
                    <a:cubicBezTo>
                      <a:pt x="473" y="334"/>
                      <a:pt x="473" y="334"/>
                      <a:pt x="473" y="334"/>
                    </a:cubicBezTo>
                    <a:cubicBezTo>
                      <a:pt x="473" y="335"/>
                      <a:pt x="473" y="335"/>
                      <a:pt x="473" y="335"/>
                    </a:cubicBezTo>
                    <a:cubicBezTo>
                      <a:pt x="473" y="335"/>
                      <a:pt x="473" y="335"/>
                      <a:pt x="473" y="335"/>
                    </a:cubicBezTo>
                    <a:cubicBezTo>
                      <a:pt x="473" y="335"/>
                      <a:pt x="473" y="335"/>
                      <a:pt x="473" y="335"/>
                    </a:cubicBezTo>
                    <a:cubicBezTo>
                      <a:pt x="473" y="335"/>
                      <a:pt x="473" y="335"/>
                      <a:pt x="473" y="335"/>
                    </a:cubicBezTo>
                    <a:cubicBezTo>
                      <a:pt x="473" y="335"/>
                      <a:pt x="473" y="335"/>
                      <a:pt x="473" y="335"/>
                    </a:cubicBezTo>
                    <a:cubicBezTo>
                      <a:pt x="473" y="335"/>
                      <a:pt x="473" y="335"/>
                      <a:pt x="473" y="335"/>
                    </a:cubicBezTo>
                    <a:cubicBezTo>
                      <a:pt x="473" y="335"/>
                      <a:pt x="473" y="335"/>
                      <a:pt x="473" y="335"/>
                    </a:cubicBezTo>
                    <a:cubicBezTo>
                      <a:pt x="473" y="336"/>
                      <a:pt x="473" y="336"/>
                      <a:pt x="473" y="336"/>
                    </a:cubicBezTo>
                    <a:cubicBezTo>
                      <a:pt x="486" y="352"/>
                      <a:pt x="486" y="352"/>
                      <a:pt x="486" y="352"/>
                    </a:cubicBezTo>
                    <a:cubicBezTo>
                      <a:pt x="487" y="353"/>
                      <a:pt x="489" y="354"/>
                      <a:pt x="491" y="354"/>
                    </a:cubicBezTo>
                    <a:cubicBezTo>
                      <a:pt x="493" y="354"/>
                      <a:pt x="495" y="353"/>
                      <a:pt x="496" y="351"/>
                    </a:cubicBezTo>
                    <a:cubicBezTo>
                      <a:pt x="506" y="334"/>
                      <a:pt x="506" y="334"/>
                      <a:pt x="506" y="334"/>
                    </a:cubicBezTo>
                    <a:cubicBezTo>
                      <a:pt x="507" y="332"/>
                      <a:pt x="508" y="330"/>
                      <a:pt x="508" y="328"/>
                    </a:cubicBezTo>
                    <a:cubicBezTo>
                      <a:pt x="508" y="326"/>
                      <a:pt x="507" y="323"/>
                      <a:pt x="506" y="321"/>
                    </a:cubicBezTo>
                    <a:cubicBezTo>
                      <a:pt x="493" y="300"/>
                      <a:pt x="493" y="300"/>
                      <a:pt x="493" y="300"/>
                    </a:cubicBezTo>
                    <a:cubicBezTo>
                      <a:pt x="491" y="298"/>
                      <a:pt x="490" y="292"/>
                      <a:pt x="490" y="289"/>
                    </a:cubicBezTo>
                    <a:cubicBezTo>
                      <a:pt x="490" y="282"/>
                      <a:pt x="490" y="282"/>
                      <a:pt x="490" y="282"/>
                    </a:cubicBezTo>
                    <a:cubicBezTo>
                      <a:pt x="490" y="281"/>
                      <a:pt x="490" y="280"/>
                      <a:pt x="491" y="279"/>
                    </a:cubicBezTo>
                    <a:cubicBezTo>
                      <a:pt x="491" y="278"/>
                      <a:pt x="492" y="278"/>
                      <a:pt x="493" y="278"/>
                    </a:cubicBezTo>
                    <a:cubicBezTo>
                      <a:pt x="510" y="278"/>
                      <a:pt x="510" y="278"/>
                      <a:pt x="510" y="278"/>
                    </a:cubicBezTo>
                    <a:cubicBezTo>
                      <a:pt x="512" y="278"/>
                      <a:pt x="514" y="277"/>
                      <a:pt x="515" y="275"/>
                    </a:cubicBezTo>
                    <a:cubicBezTo>
                      <a:pt x="517" y="274"/>
                      <a:pt x="517" y="271"/>
                      <a:pt x="517" y="269"/>
                    </a:cubicBezTo>
                    <a:cubicBezTo>
                      <a:pt x="517" y="269"/>
                      <a:pt x="517" y="269"/>
                      <a:pt x="517" y="269"/>
                    </a:cubicBezTo>
                    <a:cubicBezTo>
                      <a:pt x="516" y="242"/>
                      <a:pt x="516" y="242"/>
                      <a:pt x="516" y="242"/>
                    </a:cubicBezTo>
                    <a:cubicBezTo>
                      <a:pt x="516" y="240"/>
                      <a:pt x="515" y="237"/>
                      <a:pt x="515" y="235"/>
                    </a:cubicBezTo>
                    <a:cubicBezTo>
                      <a:pt x="514" y="233"/>
                      <a:pt x="513" y="231"/>
                      <a:pt x="511" y="230"/>
                    </a:cubicBezTo>
                    <a:cubicBezTo>
                      <a:pt x="496" y="214"/>
                      <a:pt x="496" y="214"/>
                      <a:pt x="496" y="214"/>
                    </a:cubicBezTo>
                    <a:cubicBezTo>
                      <a:pt x="494" y="212"/>
                      <a:pt x="491" y="208"/>
                      <a:pt x="490" y="205"/>
                    </a:cubicBezTo>
                    <a:cubicBezTo>
                      <a:pt x="490" y="202"/>
                      <a:pt x="490" y="202"/>
                      <a:pt x="490" y="202"/>
                    </a:cubicBezTo>
                    <a:cubicBezTo>
                      <a:pt x="489" y="200"/>
                      <a:pt x="488" y="198"/>
                      <a:pt x="487" y="197"/>
                    </a:cubicBezTo>
                    <a:cubicBezTo>
                      <a:pt x="485" y="196"/>
                      <a:pt x="484" y="195"/>
                      <a:pt x="482" y="195"/>
                    </a:cubicBezTo>
                    <a:cubicBezTo>
                      <a:pt x="481" y="195"/>
                      <a:pt x="481" y="195"/>
                      <a:pt x="481" y="195"/>
                    </a:cubicBezTo>
                    <a:cubicBezTo>
                      <a:pt x="480" y="195"/>
                      <a:pt x="480" y="195"/>
                      <a:pt x="480" y="195"/>
                    </a:cubicBezTo>
                    <a:cubicBezTo>
                      <a:pt x="479" y="195"/>
                      <a:pt x="479" y="195"/>
                      <a:pt x="478" y="195"/>
                    </a:cubicBezTo>
                    <a:cubicBezTo>
                      <a:pt x="477" y="194"/>
                      <a:pt x="476" y="193"/>
                      <a:pt x="475" y="192"/>
                    </a:cubicBezTo>
                    <a:cubicBezTo>
                      <a:pt x="474" y="191"/>
                      <a:pt x="474" y="191"/>
                      <a:pt x="474" y="191"/>
                    </a:cubicBezTo>
                    <a:cubicBezTo>
                      <a:pt x="473" y="189"/>
                      <a:pt x="473" y="186"/>
                      <a:pt x="473" y="184"/>
                    </a:cubicBezTo>
                    <a:cubicBezTo>
                      <a:pt x="473" y="183"/>
                      <a:pt x="473" y="182"/>
                      <a:pt x="473" y="181"/>
                    </a:cubicBezTo>
                    <a:cubicBezTo>
                      <a:pt x="473" y="181"/>
                      <a:pt x="473" y="180"/>
                      <a:pt x="474" y="180"/>
                    </a:cubicBezTo>
                    <a:cubicBezTo>
                      <a:pt x="475" y="179"/>
                      <a:pt x="475" y="179"/>
                      <a:pt x="475" y="179"/>
                    </a:cubicBezTo>
                    <a:cubicBezTo>
                      <a:pt x="475" y="179"/>
                      <a:pt x="475" y="179"/>
                      <a:pt x="476" y="180"/>
                    </a:cubicBezTo>
                    <a:cubicBezTo>
                      <a:pt x="483" y="184"/>
                      <a:pt x="483" y="184"/>
                      <a:pt x="483" y="184"/>
                    </a:cubicBezTo>
                    <a:cubicBezTo>
                      <a:pt x="485" y="185"/>
                      <a:pt x="489" y="188"/>
                      <a:pt x="491" y="190"/>
                    </a:cubicBezTo>
                    <a:cubicBezTo>
                      <a:pt x="512" y="214"/>
                      <a:pt x="512" y="214"/>
                      <a:pt x="512" y="214"/>
                    </a:cubicBezTo>
                    <a:cubicBezTo>
                      <a:pt x="513" y="215"/>
                      <a:pt x="515" y="216"/>
                      <a:pt x="517" y="216"/>
                    </a:cubicBezTo>
                    <a:cubicBezTo>
                      <a:pt x="519" y="216"/>
                      <a:pt x="521" y="215"/>
                      <a:pt x="521" y="213"/>
                    </a:cubicBezTo>
                    <a:cubicBezTo>
                      <a:pt x="522" y="212"/>
                      <a:pt x="522" y="211"/>
                      <a:pt x="522" y="210"/>
                    </a:cubicBezTo>
                    <a:cubicBezTo>
                      <a:pt x="522" y="207"/>
                      <a:pt x="521" y="204"/>
                      <a:pt x="520" y="202"/>
                    </a:cubicBezTo>
                    <a:cubicBezTo>
                      <a:pt x="505" y="185"/>
                      <a:pt x="505" y="185"/>
                      <a:pt x="505" y="185"/>
                    </a:cubicBezTo>
                    <a:cubicBezTo>
                      <a:pt x="504" y="184"/>
                      <a:pt x="503" y="182"/>
                      <a:pt x="503" y="180"/>
                    </a:cubicBezTo>
                    <a:cubicBezTo>
                      <a:pt x="503" y="179"/>
                      <a:pt x="503" y="178"/>
                      <a:pt x="504" y="177"/>
                    </a:cubicBezTo>
                    <a:cubicBezTo>
                      <a:pt x="508" y="167"/>
                      <a:pt x="508" y="167"/>
                      <a:pt x="508" y="167"/>
                    </a:cubicBezTo>
                    <a:cubicBezTo>
                      <a:pt x="509" y="165"/>
                      <a:pt x="509" y="161"/>
                      <a:pt x="509" y="158"/>
                    </a:cubicBezTo>
                    <a:cubicBezTo>
                      <a:pt x="509" y="157"/>
                      <a:pt x="509" y="155"/>
                      <a:pt x="509" y="154"/>
                    </a:cubicBezTo>
                    <a:cubicBezTo>
                      <a:pt x="504" y="129"/>
                      <a:pt x="504" y="129"/>
                      <a:pt x="504" y="129"/>
                    </a:cubicBezTo>
                    <a:cubicBezTo>
                      <a:pt x="503" y="127"/>
                      <a:pt x="502" y="125"/>
                      <a:pt x="501" y="123"/>
                    </a:cubicBezTo>
                    <a:cubicBezTo>
                      <a:pt x="499" y="121"/>
                      <a:pt x="497" y="120"/>
                      <a:pt x="495" y="120"/>
                    </a:cubicBezTo>
                    <a:cubicBezTo>
                      <a:pt x="485" y="118"/>
                      <a:pt x="485" y="118"/>
                      <a:pt x="485" y="118"/>
                    </a:cubicBezTo>
                    <a:cubicBezTo>
                      <a:pt x="484" y="118"/>
                      <a:pt x="483" y="117"/>
                      <a:pt x="482" y="116"/>
                    </a:cubicBezTo>
                    <a:cubicBezTo>
                      <a:pt x="481" y="115"/>
                      <a:pt x="480" y="114"/>
                      <a:pt x="479" y="112"/>
                    </a:cubicBezTo>
                    <a:cubicBezTo>
                      <a:pt x="474" y="96"/>
                      <a:pt x="474" y="96"/>
                      <a:pt x="474" y="96"/>
                    </a:cubicBezTo>
                    <a:cubicBezTo>
                      <a:pt x="474" y="96"/>
                      <a:pt x="474" y="95"/>
                      <a:pt x="474" y="94"/>
                    </a:cubicBezTo>
                    <a:cubicBezTo>
                      <a:pt x="474" y="92"/>
                      <a:pt x="475" y="91"/>
                      <a:pt x="476" y="90"/>
                    </a:cubicBezTo>
                    <a:cubicBezTo>
                      <a:pt x="495" y="79"/>
                      <a:pt x="495" y="79"/>
                      <a:pt x="495" y="79"/>
                    </a:cubicBezTo>
                    <a:cubicBezTo>
                      <a:pt x="496" y="79"/>
                      <a:pt x="496" y="79"/>
                      <a:pt x="496" y="79"/>
                    </a:cubicBezTo>
                    <a:cubicBezTo>
                      <a:pt x="498" y="78"/>
                      <a:pt x="499" y="79"/>
                      <a:pt x="500" y="81"/>
                    </a:cubicBezTo>
                    <a:cubicBezTo>
                      <a:pt x="533" y="131"/>
                      <a:pt x="533" y="131"/>
                      <a:pt x="533" y="131"/>
                    </a:cubicBezTo>
                    <a:cubicBezTo>
                      <a:pt x="534" y="133"/>
                      <a:pt x="536" y="134"/>
                      <a:pt x="538" y="134"/>
                    </a:cubicBezTo>
                    <a:cubicBezTo>
                      <a:pt x="539" y="134"/>
                      <a:pt x="540" y="133"/>
                      <a:pt x="541" y="133"/>
                    </a:cubicBezTo>
                    <a:cubicBezTo>
                      <a:pt x="541" y="132"/>
                      <a:pt x="542" y="131"/>
                      <a:pt x="543" y="130"/>
                    </a:cubicBezTo>
                    <a:cubicBezTo>
                      <a:pt x="544" y="129"/>
                      <a:pt x="544" y="127"/>
                      <a:pt x="544" y="125"/>
                    </a:cubicBezTo>
                    <a:cubicBezTo>
                      <a:pt x="544" y="122"/>
                      <a:pt x="543" y="120"/>
                      <a:pt x="542" y="118"/>
                    </a:cubicBezTo>
                    <a:cubicBezTo>
                      <a:pt x="522" y="84"/>
                      <a:pt x="522" y="84"/>
                      <a:pt x="522" y="84"/>
                    </a:cubicBezTo>
                    <a:cubicBezTo>
                      <a:pt x="522" y="84"/>
                      <a:pt x="522" y="83"/>
                      <a:pt x="522" y="82"/>
                    </a:cubicBezTo>
                    <a:cubicBezTo>
                      <a:pt x="522" y="81"/>
                      <a:pt x="522" y="80"/>
                      <a:pt x="523" y="80"/>
                    </a:cubicBezTo>
                    <a:cubicBezTo>
                      <a:pt x="526" y="78"/>
                      <a:pt x="526" y="78"/>
                      <a:pt x="526" y="78"/>
                    </a:cubicBezTo>
                    <a:cubicBezTo>
                      <a:pt x="528" y="78"/>
                      <a:pt x="530" y="76"/>
                      <a:pt x="529" y="73"/>
                    </a:cubicBezTo>
                    <a:cubicBezTo>
                      <a:pt x="529" y="72"/>
                      <a:pt x="529" y="70"/>
                      <a:pt x="527" y="69"/>
                    </a:cubicBezTo>
                    <a:cubicBezTo>
                      <a:pt x="514" y="55"/>
                      <a:pt x="514" y="55"/>
                      <a:pt x="514" y="55"/>
                    </a:cubicBezTo>
                    <a:cubicBezTo>
                      <a:pt x="513" y="54"/>
                      <a:pt x="511" y="53"/>
                      <a:pt x="509" y="52"/>
                    </a:cubicBezTo>
                    <a:cubicBezTo>
                      <a:pt x="508" y="51"/>
                      <a:pt x="506" y="50"/>
                      <a:pt x="504" y="49"/>
                    </a:cubicBezTo>
                    <a:cubicBezTo>
                      <a:pt x="393" y="22"/>
                      <a:pt x="393" y="22"/>
                      <a:pt x="393" y="22"/>
                    </a:cubicBezTo>
                    <a:cubicBezTo>
                      <a:pt x="392" y="22"/>
                      <a:pt x="391" y="21"/>
                      <a:pt x="390" y="21"/>
                    </a:cubicBezTo>
                    <a:cubicBezTo>
                      <a:pt x="389" y="21"/>
                      <a:pt x="387" y="22"/>
                      <a:pt x="386" y="22"/>
                    </a:cubicBezTo>
                    <a:cubicBezTo>
                      <a:pt x="385" y="23"/>
                      <a:pt x="383" y="24"/>
                      <a:pt x="383" y="25"/>
                    </a:cubicBezTo>
                    <a:cubicBezTo>
                      <a:pt x="382" y="26"/>
                      <a:pt x="381" y="26"/>
                      <a:pt x="379" y="26"/>
                    </a:cubicBezTo>
                    <a:cubicBezTo>
                      <a:pt x="378" y="26"/>
                      <a:pt x="378" y="26"/>
                      <a:pt x="377" y="26"/>
                    </a:cubicBezTo>
                    <a:cubicBezTo>
                      <a:pt x="299" y="0"/>
                      <a:pt x="299" y="0"/>
                      <a:pt x="299" y="0"/>
                    </a:cubicBezTo>
                    <a:cubicBezTo>
                      <a:pt x="298" y="0"/>
                      <a:pt x="297" y="0"/>
                      <a:pt x="296" y="0"/>
                    </a:cubicBezTo>
                    <a:cubicBezTo>
                      <a:pt x="295" y="0"/>
                      <a:pt x="294" y="0"/>
                      <a:pt x="293" y="1"/>
                    </a:cubicBezTo>
                    <a:cubicBezTo>
                      <a:pt x="292" y="2"/>
                      <a:pt x="291" y="4"/>
                      <a:pt x="291" y="5"/>
                    </a:cubicBezTo>
                    <a:cubicBezTo>
                      <a:pt x="291" y="6"/>
                      <a:pt x="291" y="8"/>
                      <a:pt x="290" y="10"/>
                    </a:cubicBezTo>
                    <a:cubicBezTo>
                      <a:pt x="290" y="11"/>
                      <a:pt x="289" y="13"/>
                      <a:pt x="288" y="15"/>
                    </a:cubicBezTo>
                    <a:cubicBezTo>
                      <a:pt x="282" y="28"/>
                      <a:pt x="282" y="28"/>
                      <a:pt x="282" y="28"/>
                    </a:cubicBezTo>
                    <a:cubicBezTo>
                      <a:pt x="281" y="31"/>
                      <a:pt x="277" y="34"/>
                      <a:pt x="275" y="36"/>
                    </a:cubicBezTo>
                    <a:cubicBezTo>
                      <a:pt x="265" y="42"/>
                      <a:pt x="265" y="42"/>
                      <a:pt x="265" y="42"/>
                    </a:cubicBezTo>
                    <a:cubicBezTo>
                      <a:pt x="264" y="43"/>
                      <a:pt x="262" y="44"/>
                      <a:pt x="260" y="44"/>
                    </a:cubicBezTo>
                    <a:cubicBezTo>
                      <a:pt x="259" y="45"/>
                      <a:pt x="257" y="45"/>
                      <a:pt x="256" y="45"/>
                    </a:cubicBezTo>
                    <a:cubicBezTo>
                      <a:pt x="221" y="45"/>
                      <a:pt x="221" y="45"/>
                      <a:pt x="221" y="45"/>
                    </a:cubicBezTo>
                    <a:cubicBezTo>
                      <a:pt x="219" y="45"/>
                      <a:pt x="217" y="46"/>
                      <a:pt x="215" y="47"/>
                    </a:cubicBezTo>
                    <a:cubicBezTo>
                      <a:pt x="214" y="48"/>
                      <a:pt x="212" y="50"/>
                      <a:pt x="212" y="52"/>
                    </a:cubicBezTo>
                    <a:cubicBezTo>
                      <a:pt x="211" y="53"/>
                      <a:pt x="210" y="54"/>
                      <a:pt x="209" y="54"/>
                    </a:cubicBezTo>
                    <a:cubicBezTo>
                      <a:pt x="209" y="54"/>
                      <a:pt x="209" y="54"/>
                      <a:pt x="208" y="54"/>
                    </a:cubicBezTo>
                    <a:cubicBezTo>
                      <a:pt x="199" y="48"/>
                      <a:pt x="199" y="48"/>
                      <a:pt x="199" y="48"/>
                    </a:cubicBezTo>
                    <a:cubicBezTo>
                      <a:pt x="198" y="48"/>
                      <a:pt x="198" y="47"/>
                      <a:pt x="198" y="47"/>
                    </a:cubicBezTo>
                    <a:cubicBezTo>
                      <a:pt x="198" y="47"/>
                      <a:pt x="198" y="47"/>
                      <a:pt x="198" y="47"/>
                    </a:cubicBezTo>
                    <a:cubicBezTo>
                      <a:pt x="197" y="48"/>
                      <a:pt x="197" y="48"/>
                      <a:pt x="197" y="48"/>
                    </a:cubicBezTo>
                    <a:cubicBezTo>
                      <a:pt x="198" y="48"/>
                      <a:pt x="198" y="48"/>
                      <a:pt x="198" y="48"/>
                    </a:cubicBezTo>
                    <a:cubicBezTo>
                      <a:pt x="198" y="47"/>
                      <a:pt x="198" y="47"/>
                      <a:pt x="198" y="47"/>
                    </a:cubicBezTo>
                    <a:cubicBezTo>
                      <a:pt x="197" y="48"/>
                      <a:pt x="197" y="48"/>
                      <a:pt x="197" y="48"/>
                    </a:cubicBezTo>
                    <a:cubicBezTo>
                      <a:pt x="198" y="48"/>
                      <a:pt x="198" y="48"/>
                      <a:pt x="198" y="48"/>
                    </a:cubicBezTo>
                    <a:cubicBezTo>
                      <a:pt x="197" y="48"/>
                      <a:pt x="197" y="48"/>
                      <a:pt x="197" y="48"/>
                    </a:cubicBezTo>
                    <a:cubicBezTo>
                      <a:pt x="198" y="49"/>
                      <a:pt x="198" y="49"/>
                      <a:pt x="198" y="49"/>
                    </a:cubicBezTo>
                    <a:cubicBezTo>
                      <a:pt x="198" y="48"/>
                      <a:pt x="198" y="48"/>
                      <a:pt x="198" y="48"/>
                    </a:cubicBezTo>
                    <a:cubicBezTo>
                      <a:pt x="197" y="48"/>
                      <a:pt x="197" y="48"/>
                      <a:pt x="197" y="48"/>
                    </a:cubicBezTo>
                    <a:cubicBezTo>
                      <a:pt x="198" y="49"/>
                      <a:pt x="198" y="49"/>
                      <a:pt x="198" y="49"/>
                    </a:cubicBezTo>
                    <a:cubicBezTo>
                      <a:pt x="197" y="48"/>
                      <a:pt x="197" y="48"/>
                      <a:pt x="197" y="48"/>
                    </a:cubicBezTo>
                    <a:cubicBezTo>
                      <a:pt x="197" y="49"/>
                      <a:pt x="197" y="49"/>
                      <a:pt x="197" y="49"/>
                    </a:cubicBezTo>
                    <a:cubicBezTo>
                      <a:pt x="198" y="49"/>
                      <a:pt x="198" y="49"/>
                      <a:pt x="198" y="49"/>
                    </a:cubicBezTo>
                    <a:cubicBezTo>
                      <a:pt x="197" y="48"/>
                      <a:pt x="197" y="48"/>
                      <a:pt x="197" y="48"/>
                    </a:cubicBezTo>
                    <a:cubicBezTo>
                      <a:pt x="197" y="49"/>
                      <a:pt x="197" y="49"/>
                      <a:pt x="197" y="49"/>
                    </a:cubicBezTo>
                    <a:cubicBezTo>
                      <a:pt x="197" y="49"/>
                      <a:pt x="197" y="49"/>
                      <a:pt x="197" y="49"/>
                    </a:cubicBezTo>
                    <a:cubicBezTo>
                      <a:pt x="197" y="50"/>
                      <a:pt x="197" y="50"/>
                      <a:pt x="197" y="50"/>
                    </a:cubicBezTo>
                    <a:cubicBezTo>
                      <a:pt x="197" y="49"/>
                      <a:pt x="197" y="49"/>
                      <a:pt x="197" y="49"/>
                    </a:cubicBezTo>
                    <a:cubicBezTo>
                      <a:pt x="197" y="49"/>
                      <a:pt x="197" y="49"/>
                      <a:pt x="197" y="49"/>
                    </a:cubicBezTo>
                    <a:cubicBezTo>
                      <a:pt x="197" y="50"/>
                      <a:pt x="197" y="50"/>
                      <a:pt x="197" y="50"/>
                    </a:cubicBezTo>
                    <a:cubicBezTo>
                      <a:pt x="197" y="50"/>
                      <a:pt x="197" y="50"/>
                      <a:pt x="197" y="50"/>
                    </a:cubicBezTo>
                    <a:cubicBezTo>
                      <a:pt x="198" y="50"/>
                      <a:pt x="198" y="50"/>
                      <a:pt x="198" y="50"/>
                    </a:cubicBezTo>
                    <a:cubicBezTo>
                      <a:pt x="198" y="50"/>
                      <a:pt x="198" y="50"/>
                      <a:pt x="198" y="50"/>
                    </a:cubicBezTo>
                    <a:cubicBezTo>
                      <a:pt x="201" y="50"/>
                      <a:pt x="201" y="50"/>
                      <a:pt x="201" y="50"/>
                    </a:cubicBezTo>
                    <a:cubicBezTo>
                      <a:pt x="201" y="50"/>
                      <a:pt x="201" y="50"/>
                      <a:pt x="201" y="50"/>
                    </a:cubicBezTo>
                    <a:cubicBezTo>
                      <a:pt x="203" y="50"/>
                      <a:pt x="205" y="49"/>
                      <a:pt x="206" y="49"/>
                    </a:cubicBezTo>
                    <a:cubicBezTo>
                      <a:pt x="208" y="48"/>
                      <a:pt x="209" y="47"/>
                      <a:pt x="210" y="46"/>
                    </a:cubicBezTo>
                    <a:cubicBezTo>
                      <a:pt x="210" y="45"/>
                      <a:pt x="211" y="44"/>
                      <a:pt x="211" y="43"/>
                    </a:cubicBezTo>
                    <a:cubicBezTo>
                      <a:pt x="211" y="42"/>
                      <a:pt x="210" y="41"/>
                      <a:pt x="209" y="40"/>
                    </a:cubicBezTo>
                    <a:cubicBezTo>
                      <a:pt x="208" y="39"/>
                      <a:pt x="207" y="38"/>
                      <a:pt x="206" y="38"/>
                    </a:cubicBezTo>
                    <a:cubicBezTo>
                      <a:pt x="197" y="35"/>
                      <a:pt x="197" y="35"/>
                      <a:pt x="197" y="35"/>
                    </a:cubicBezTo>
                    <a:cubicBezTo>
                      <a:pt x="195" y="35"/>
                      <a:pt x="190" y="33"/>
                      <a:pt x="188" y="31"/>
                    </a:cubicBezTo>
                    <a:cubicBezTo>
                      <a:pt x="183" y="28"/>
                      <a:pt x="183" y="28"/>
                      <a:pt x="183" y="28"/>
                    </a:cubicBezTo>
                    <a:cubicBezTo>
                      <a:pt x="181" y="27"/>
                      <a:pt x="180" y="26"/>
                      <a:pt x="178" y="26"/>
                    </a:cubicBezTo>
                    <a:cubicBezTo>
                      <a:pt x="176" y="26"/>
                      <a:pt x="173" y="27"/>
                      <a:pt x="171" y="29"/>
                    </a:cubicBezTo>
                    <a:cubicBezTo>
                      <a:pt x="136" y="64"/>
                      <a:pt x="136" y="64"/>
                      <a:pt x="136" y="64"/>
                    </a:cubicBezTo>
                    <a:cubicBezTo>
                      <a:pt x="133" y="66"/>
                      <a:pt x="131" y="71"/>
                      <a:pt x="130" y="75"/>
                    </a:cubicBezTo>
                    <a:cubicBezTo>
                      <a:pt x="130" y="76"/>
                      <a:pt x="130" y="76"/>
                      <a:pt x="130" y="76"/>
                    </a:cubicBezTo>
                    <a:cubicBezTo>
                      <a:pt x="130" y="76"/>
                      <a:pt x="130" y="77"/>
                      <a:pt x="130" y="78"/>
                    </a:cubicBezTo>
                    <a:cubicBezTo>
                      <a:pt x="130" y="79"/>
                      <a:pt x="130" y="81"/>
                      <a:pt x="131" y="82"/>
                    </a:cubicBezTo>
                    <a:cubicBezTo>
                      <a:pt x="132" y="83"/>
                      <a:pt x="133" y="84"/>
                      <a:pt x="13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7" y="84"/>
                      <a:pt x="138" y="84"/>
                      <a:pt x="138" y="85"/>
                    </a:cubicBezTo>
                    <a:cubicBezTo>
                      <a:pt x="139" y="86"/>
                      <a:pt x="140" y="87"/>
                      <a:pt x="140" y="88"/>
                    </a:cubicBezTo>
                    <a:cubicBezTo>
                      <a:pt x="141" y="91"/>
                      <a:pt x="141" y="91"/>
                      <a:pt x="141" y="91"/>
                    </a:cubicBezTo>
                    <a:cubicBezTo>
                      <a:pt x="142" y="92"/>
                      <a:pt x="143" y="93"/>
                      <a:pt x="143" y="94"/>
                    </a:cubicBezTo>
                    <a:cubicBezTo>
                      <a:pt x="144" y="95"/>
                      <a:pt x="145" y="95"/>
                      <a:pt x="147" y="95"/>
                    </a:cubicBezTo>
                    <a:cubicBezTo>
                      <a:pt x="148" y="95"/>
                      <a:pt x="150" y="94"/>
                      <a:pt x="151" y="93"/>
                    </a:cubicBezTo>
                    <a:cubicBezTo>
                      <a:pt x="156" y="86"/>
                      <a:pt x="156" y="86"/>
                      <a:pt x="156" y="86"/>
                    </a:cubicBezTo>
                    <a:cubicBezTo>
                      <a:pt x="158" y="83"/>
                      <a:pt x="160" y="78"/>
                      <a:pt x="160" y="74"/>
                    </a:cubicBezTo>
                    <a:cubicBezTo>
                      <a:pt x="161" y="71"/>
                      <a:pt x="163" y="66"/>
                      <a:pt x="164" y="64"/>
                    </a:cubicBezTo>
                    <a:cubicBezTo>
                      <a:pt x="167" y="60"/>
                      <a:pt x="167" y="60"/>
                      <a:pt x="167" y="60"/>
                    </a:cubicBezTo>
                    <a:cubicBezTo>
                      <a:pt x="167" y="59"/>
                      <a:pt x="168" y="59"/>
                      <a:pt x="169" y="58"/>
                    </a:cubicBezTo>
                    <a:cubicBezTo>
                      <a:pt x="170" y="58"/>
                      <a:pt x="171" y="57"/>
                      <a:pt x="171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1" y="58"/>
                      <a:pt x="170" y="59"/>
                      <a:pt x="169" y="60"/>
                    </a:cubicBezTo>
                    <a:cubicBezTo>
                      <a:pt x="168" y="62"/>
                      <a:pt x="167" y="65"/>
                      <a:pt x="167" y="67"/>
                    </a:cubicBezTo>
                    <a:cubicBezTo>
                      <a:pt x="167" y="69"/>
                      <a:pt x="168" y="70"/>
                      <a:pt x="168" y="71"/>
                    </a:cubicBezTo>
                    <a:cubicBezTo>
                      <a:pt x="169" y="74"/>
                      <a:pt x="172" y="75"/>
                      <a:pt x="175" y="75"/>
                    </a:cubicBezTo>
                    <a:cubicBezTo>
                      <a:pt x="176" y="75"/>
                      <a:pt x="177" y="75"/>
                      <a:pt x="178" y="75"/>
                    </a:cubicBezTo>
                    <a:cubicBezTo>
                      <a:pt x="179" y="75"/>
                      <a:pt x="179" y="75"/>
                      <a:pt x="179" y="75"/>
                    </a:cubicBezTo>
                    <a:cubicBezTo>
                      <a:pt x="180" y="74"/>
                      <a:pt x="180" y="74"/>
                      <a:pt x="181" y="74"/>
                    </a:cubicBezTo>
                    <a:cubicBezTo>
                      <a:pt x="182" y="74"/>
                      <a:pt x="182" y="74"/>
                      <a:pt x="182" y="74"/>
                    </a:cubicBezTo>
                    <a:cubicBezTo>
                      <a:pt x="182" y="74"/>
                      <a:pt x="182" y="74"/>
                      <a:pt x="182" y="74"/>
                    </a:cubicBezTo>
                    <a:cubicBezTo>
                      <a:pt x="182" y="74"/>
                      <a:pt x="182" y="74"/>
                      <a:pt x="182" y="74"/>
                    </a:cubicBezTo>
                    <a:cubicBezTo>
                      <a:pt x="182" y="74"/>
                      <a:pt x="182" y="74"/>
                      <a:pt x="182" y="74"/>
                    </a:cubicBezTo>
                    <a:cubicBezTo>
                      <a:pt x="182" y="74"/>
                      <a:pt x="182" y="74"/>
                      <a:pt x="182" y="74"/>
                    </a:cubicBezTo>
                    <a:cubicBezTo>
                      <a:pt x="182" y="74"/>
                      <a:pt x="182" y="74"/>
                      <a:pt x="182" y="74"/>
                    </a:cubicBezTo>
                    <a:cubicBezTo>
                      <a:pt x="182" y="74"/>
                      <a:pt x="182" y="74"/>
                      <a:pt x="182" y="74"/>
                    </a:cubicBezTo>
                    <a:cubicBezTo>
                      <a:pt x="182" y="74"/>
                      <a:pt x="182" y="74"/>
                      <a:pt x="182" y="74"/>
                    </a:cubicBezTo>
                    <a:cubicBezTo>
                      <a:pt x="182" y="74"/>
                      <a:pt x="182" y="74"/>
                      <a:pt x="182" y="74"/>
                    </a:cubicBezTo>
                    <a:cubicBezTo>
                      <a:pt x="182" y="74"/>
                      <a:pt x="182" y="74"/>
                      <a:pt x="182" y="74"/>
                    </a:cubicBezTo>
                    <a:cubicBezTo>
                      <a:pt x="182" y="74"/>
                      <a:pt x="182" y="74"/>
                      <a:pt x="182" y="74"/>
                    </a:cubicBezTo>
                    <a:cubicBezTo>
                      <a:pt x="182" y="74"/>
                      <a:pt x="182" y="74"/>
                      <a:pt x="182" y="74"/>
                    </a:cubicBezTo>
                    <a:cubicBezTo>
                      <a:pt x="182" y="74"/>
                      <a:pt x="182" y="74"/>
                      <a:pt x="182" y="74"/>
                    </a:cubicBezTo>
                    <a:cubicBezTo>
                      <a:pt x="182" y="74"/>
                      <a:pt x="182" y="74"/>
                      <a:pt x="182" y="74"/>
                    </a:cubicBezTo>
                    <a:cubicBezTo>
                      <a:pt x="182" y="74"/>
                      <a:pt x="182" y="74"/>
                      <a:pt x="182" y="74"/>
                    </a:cubicBezTo>
                    <a:cubicBezTo>
                      <a:pt x="182" y="74"/>
                      <a:pt x="182" y="74"/>
                      <a:pt x="182" y="74"/>
                    </a:cubicBezTo>
                    <a:cubicBezTo>
                      <a:pt x="182" y="74"/>
                      <a:pt x="182" y="74"/>
                      <a:pt x="182" y="74"/>
                    </a:cubicBezTo>
                    <a:cubicBezTo>
                      <a:pt x="182" y="74"/>
                      <a:pt x="182" y="74"/>
                      <a:pt x="182" y="74"/>
                    </a:cubicBezTo>
                    <a:cubicBezTo>
                      <a:pt x="182" y="74"/>
                      <a:pt x="182" y="75"/>
                      <a:pt x="181" y="76"/>
                    </a:cubicBezTo>
                    <a:cubicBezTo>
                      <a:pt x="181" y="76"/>
                      <a:pt x="180" y="77"/>
                      <a:pt x="179" y="78"/>
                    </a:cubicBezTo>
                    <a:cubicBezTo>
                      <a:pt x="176" y="80"/>
                      <a:pt x="176" y="80"/>
                      <a:pt x="176" y="80"/>
                    </a:cubicBezTo>
                    <a:cubicBezTo>
                      <a:pt x="173" y="82"/>
                      <a:pt x="170" y="85"/>
                      <a:pt x="167" y="88"/>
                    </a:cubicBezTo>
                    <a:cubicBezTo>
                      <a:pt x="152" y="104"/>
                      <a:pt x="152" y="104"/>
                      <a:pt x="152" y="104"/>
                    </a:cubicBezTo>
                    <a:cubicBezTo>
                      <a:pt x="150" y="105"/>
                      <a:pt x="148" y="106"/>
                      <a:pt x="146" y="106"/>
                    </a:cubicBezTo>
                    <a:cubicBezTo>
                      <a:pt x="145" y="106"/>
                      <a:pt x="145" y="106"/>
                      <a:pt x="145" y="106"/>
                    </a:cubicBezTo>
                    <a:cubicBezTo>
                      <a:pt x="144" y="108"/>
                      <a:pt x="144" y="108"/>
                      <a:pt x="144" y="108"/>
                    </a:cubicBezTo>
                    <a:cubicBezTo>
                      <a:pt x="145" y="106"/>
                      <a:pt x="145" y="106"/>
                      <a:pt x="145" y="106"/>
                    </a:cubicBezTo>
                    <a:cubicBezTo>
                      <a:pt x="145" y="106"/>
                      <a:pt x="145" y="106"/>
                      <a:pt x="145" y="106"/>
                    </a:cubicBezTo>
                    <a:cubicBezTo>
                      <a:pt x="145" y="106"/>
                      <a:pt x="145" y="106"/>
                      <a:pt x="145" y="106"/>
                    </a:cubicBezTo>
                    <a:cubicBezTo>
                      <a:pt x="145" y="106"/>
                      <a:pt x="145" y="106"/>
                      <a:pt x="145" y="106"/>
                    </a:cubicBezTo>
                    <a:cubicBezTo>
                      <a:pt x="144" y="106"/>
                      <a:pt x="143" y="105"/>
                      <a:pt x="142" y="104"/>
                    </a:cubicBezTo>
                    <a:cubicBezTo>
                      <a:pt x="141" y="103"/>
                      <a:pt x="140" y="102"/>
                      <a:pt x="140" y="100"/>
                    </a:cubicBezTo>
                    <a:cubicBezTo>
                      <a:pt x="139" y="96"/>
                      <a:pt x="139" y="96"/>
                      <a:pt x="139" y="96"/>
                    </a:cubicBezTo>
                    <a:cubicBezTo>
                      <a:pt x="139" y="95"/>
                      <a:pt x="138" y="94"/>
                      <a:pt x="138" y="94"/>
                    </a:cubicBezTo>
                    <a:cubicBezTo>
                      <a:pt x="138" y="93"/>
                      <a:pt x="137" y="93"/>
                      <a:pt x="137" y="93"/>
                    </a:cubicBezTo>
                    <a:cubicBezTo>
                      <a:pt x="136" y="92"/>
                      <a:pt x="136" y="92"/>
                      <a:pt x="135" y="92"/>
                    </a:cubicBezTo>
                    <a:cubicBezTo>
                      <a:pt x="134" y="92"/>
                      <a:pt x="133" y="93"/>
                      <a:pt x="132" y="93"/>
                    </a:cubicBezTo>
                    <a:cubicBezTo>
                      <a:pt x="132" y="94"/>
                      <a:pt x="131" y="95"/>
                      <a:pt x="131" y="96"/>
                    </a:cubicBezTo>
                    <a:cubicBezTo>
                      <a:pt x="129" y="101"/>
                      <a:pt x="129" y="101"/>
                      <a:pt x="129" y="101"/>
                    </a:cubicBezTo>
                    <a:cubicBezTo>
                      <a:pt x="128" y="103"/>
                      <a:pt x="127" y="104"/>
                      <a:pt x="126" y="105"/>
                    </a:cubicBezTo>
                    <a:cubicBezTo>
                      <a:pt x="126" y="105"/>
                      <a:pt x="126" y="105"/>
                      <a:pt x="125" y="106"/>
                    </a:cubicBezTo>
                    <a:cubicBezTo>
                      <a:pt x="125" y="106"/>
                      <a:pt x="125" y="106"/>
                      <a:pt x="125" y="106"/>
                    </a:cubicBezTo>
                    <a:cubicBezTo>
                      <a:pt x="125" y="106"/>
                      <a:pt x="125" y="106"/>
                      <a:pt x="125" y="106"/>
                    </a:cubicBezTo>
                    <a:cubicBezTo>
                      <a:pt x="125" y="106"/>
                      <a:pt x="125" y="106"/>
                      <a:pt x="125" y="106"/>
                    </a:cubicBezTo>
                    <a:cubicBezTo>
                      <a:pt x="125" y="106"/>
                      <a:pt x="125" y="106"/>
                      <a:pt x="125" y="106"/>
                    </a:cubicBezTo>
                    <a:cubicBezTo>
                      <a:pt x="125" y="106"/>
                      <a:pt x="125" y="106"/>
                      <a:pt x="125" y="106"/>
                    </a:cubicBezTo>
                    <a:cubicBezTo>
                      <a:pt x="125" y="106"/>
                      <a:pt x="125" y="106"/>
                      <a:pt x="125" y="106"/>
                    </a:cubicBezTo>
                    <a:cubicBezTo>
                      <a:pt x="125" y="106"/>
                      <a:pt x="125" y="106"/>
                      <a:pt x="125" y="106"/>
                    </a:cubicBezTo>
                    <a:cubicBezTo>
                      <a:pt x="124" y="106"/>
                      <a:pt x="124" y="106"/>
                      <a:pt x="123" y="106"/>
                    </a:cubicBezTo>
                    <a:cubicBezTo>
                      <a:pt x="121" y="107"/>
                      <a:pt x="119" y="109"/>
                      <a:pt x="117" y="111"/>
                    </a:cubicBezTo>
                    <a:cubicBezTo>
                      <a:pt x="114" y="115"/>
                      <a:pt x="114" y="115"/>
                      <a:pt x="114" y="115"/>
                    </a:cubicBezTo>
                    <a:cubicBezTo>
                      <a:pt x="113" y="117"/>
                      <a:pt x="109" y="121"/>
                      <a:pt x="107" y="122"/>
                    </a:cubicBezTo>
                    <a:cubicBezTo>
                      <a:pt x="89" y="133"/>
                      <a:pt x="89" y="133"/>
                      <a:pt x="89" y="133"/>
                    </a:cubicBezTo>
                    <a:cubicBezTo>
                      <a:pt x="86" y="134"/>
                      <a:pt x="85" y="136"/>
                      <a:pt x="85" y="138"/>
                    </a:cubicBezTo>
                    <a:cubicBezTo>
                      <a:pt x="85" y="140"/>
                      <a:pt x="85" y="141"/>
                      <a:pt x="86" y="142"/>
                    </a:cubicBezTo>
                    <a:cubicBezTo>
                      <a:pt x="87" y="143"/>
                      <a:pt x="87" y="145"/>
                      <a:pt x="87" y="147"/>
                    </a:cubicBezTo>
                    <a:cubicBezTo>
                      <a:pt x="87" y="148"/>
                      <a:pt x="87" y="149"/>
                      <a:pt x="87" y="150"/>
                    </a:cubicBezTo>
                    <a:cubicBezTo>
                      <a:pt x="86" y="152"/>
                      <a:pt x="86" y="152"/>
                      <a:pt x="86" y="152"/>
                    </a:cubicBezTo>
                    <a:cubicBezTo>
                      <a:pt x="86" y="153"/>
                      <a:pt x="85" y="154"/>
                      <a:pt x="84" y="155"/>
                    </a:cubicBezTo>
                    <a:cubicBezTo>
                      <a:pt x="83" y="156"/>
                      <a:pt x="82" y="157"/>
                      <a:pt x="81" y="157"/>
                    </a:cubicBezTo>
                    <a:cubicBezTo>
                      <a:pt x="68" y="160"/>
                      <a:pt x="68" y="160"/>
                      <a:pt x="68" y="160"/>
                    </a:cubicBezTo>
                    <a:cubicBezTo>
                      <a:pt x="66" y="160"/>
                      <a:pt x="65" y="162"/>
                      <a:pt x="63" y="163"/>
                    </a:cubicBezTo>
                    <a:cubicBezTo>
                      <a:pt x="62" y="165"/>
                      <a:pt x="61" y="167"/>
                      <a:pt x="60" y="169"/>
                    </a:cubicBezTo>
                    <a:cubicBezTo>
                      <a:pt x="56" y="188"/>
                      <a:pt x="56" y="188"/>
                      <a:pt x="56" y="188"/>
                    </a:cubicBezTo>
                    <a:cubicBezTo>
                      <a:pt x="56" y="189"/>
                      <a:pt x="56" y="189"/>
                      <a:pt x="56" y="190"/>
                    </a:cubicBezTo>
                    <a:cubicBezTo>
                      <a:pt x="56" y="192"/>
                      <a:pt x="56" y="193"/>
                      <a:pt x="57" y="195"/>
                    </a:cubicBezTo>
                    <a:cubicBezTo>
                      <a:pt x="58" y="196"/>
                      <a:pt x="60" y="197"/>
                      <a:pt x="61" y="197"/>
                    </a:cubicBezTo>
                    <a:cubicBezTo>
                      <a:pt x="62" y="197"/>
                      <a:pt x="62" y="197"/>
                      <a:pt x="62" y="197"/>
                    </a:cubicBezTo>
                    <a:cubicBezTo>
                      <a:pt x="79" y="196"/>
                      <a:pt x="79" y="196"/>
                      <a:pt x="79" y="196"/>
                    </a:cubicBezTo>
                    <a:cubicBezTo>
                      <a:pt x="81" y="195"/>
                      <a:pt x="83" y="195"/>
                      <a:pt x="85" y="194"/>
                    </a:cubicBezTo>
                    <a:cubicBezTo>
                      <a:pt x="87" y="193"/>
                      <a:pt x="88" y="191"/>
                      <a:pt x="90" y="189"/>
                    </a:cubicBezTo>
                    <a:cubicBezTo>
                      <a:pt x="99" y="176"/>
                      <a:pt x="99" y="176"/>
                      <a:pt x="99" y="176"/>
                    </a:cubicBezTo>
                    <a:cubicBezTo>
                      <a:pt x="101" y="173"/>
                      <a:pt x="105" y="170"/>
                      <a:pt x="107" y="169"/>
                    </a:cubicBezTo>
                    <a:cubicBezTo>
                      <a:pt x="120" y="163"/>
                      <a:pt x="120" y="163"/>
                      <a:pt x="120" y="163"/>
                    </a:cubicBezTo>
                    <a:cubicBezTo>
                      <a:pt x="120" y="162"/>
                      <a:pt x="121" y="162"/>
                      <a:pt x="121" y="162"/>
                    </a:cubicBezTo>
                    <a:cubicBezTo>
                      <a:pt x="122" y="162"/>
                      <a:pt x="124" y="163"/>
                      <a:pt x="125" y="165"/>
                    </a:cubicBezTo>
                    <a:cubicBezTo>
                      <a:pt x="134" y="185"/>
                      <a:pt x="134" y="185"/>
                      <a:pt x="134" y="185"/>
                    </a:cubicBezTo>
                    <a:cubicBezTo>
                      <a:pt x="134" y="186"/>
                      <a:pt x="135" y="187"/>
                      <a:pt x="136" y="188"/>
                    </a:cubicBezTo>
                    <a:cubicBezTo>
                      <a:pt x="137" y="188"/>
                      <a:pt x="138" y="189"/>
                      <a:pt x="139" y="189"/>
                    </a:cubicBezTo>
                    <a:cubicBezTo>
                      <a:pt x="141" y="189"/>
                      <a:pt x="143" y="188"/>
                      <a:pt x="144" y="186"/>
                    </a:cubicBezTo>
                    <a:cubicBezTo>
                      <a:pt x="144" y="185"/>
                      <a:pt x="144" y="185"/>
                      <a:pt x="144" y="185"/>
                    </a:cubicBezTo>
                    <a:cubicBezTo>
                      <a:pt x="144" y="185"/>
                      <a:pt x="144" y="185"/>
                      <a:pt x="144" y="185"/>
                    </a:cubicBezTo>
                    <a:cubicBezTo>
                      <a:pt x="144" y="185"/>
                      <a:pt x="144" y="185"/>
                      <a:pt x="144" y="185"/>
                    </a:cubicBezTo>
                    <a:cubicBezTo>
                      <a:pt x="145" y="183"/>
                      <a:pt x="146" y="181"/>
                      <a:pt x="146" y="179"/>
                    </a:cubicBezTo>
                    <a:cubicBezTo>
                      <a:pt x="146" y="176"/>
                      <a:pt x="146" y="174"/>
                      <a:pt x="144" y="172"/>
                    </a:cubicBezTo>
                    <a:cubicBezTo>
                      <a:pt x="140" y="164"/>
                      <a:pt x="140" y="164"/>
                      <a:pt x="140" y="164"/>
                    </a:cubicBezTo>
                    <a:cubicBezTo>
                      <a:pt x="139" y="163"/>
                      <a:pt x="138" y="160"/>
                      <a:pt x="138" y="159"/>
                    </a:cubicBezTo>
                    <a:cubicBezTo>
                      <a:pt x="138" y="158"/>
                      <a:pt x="138" y="157"/>
                      <a:pt x="139" y="157"/>
                    </a:cubicBezTo>
                    <a:cubicBezTo>
                      <a:pt x="139" y="157"/>
                      <a:pt x="139" y="157"/>
                      <a:pt x="139" y="157"/>
                    </a:cubicBezTo>
                    <a:cubicBezTo>
                      <a:pt x="139" y="157"/>
                      <a:pt x="139" y="157"/>
                      <a:pt x="139" y="157"/>
                    </a:cubicBezTo>
                    <a:cubicBezTo>
                      <a:pt x="138" y="156"/>
                      <a:pt x="138" y="156"/>
                      <a:pt x="138" y="156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9" y="157"/>
                      <a:pt x="139" y="157"/>
                      <a:pt x="139" y="157"/>
                    </a:cubicBezTo>
                    <a:cubicBezTo>
                      <a:pt x="138" y="156"/>
                      <a:pt x="138" y="156"/>
                      <a:pt x="138" y="156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9" y="157"/>
                      <a:pt x="139" y="157"/>
                      <a:pt x="139" y="157"/>
                    </a:cubicBezTo>
                    <a:cubicBezTo>
                      <a:pt x="139" y="157"/>
                      <a:pt x="139" y="158"/>
                      <a:pt x="140" y="158"/>
                    </a:cubicBezTo>
                    <a:cubicBezTo>
                      <a:pt x="157" y="187"/>
                      <a:pt x="157" y="187"/>
                      <a:pt x="157" y="187"/>
                    </a:cubicBezTo>
                    <a:cubicBezTo>
                      <a:pt x="159" y="189"/>
                      <a:pt x="160" y="191"/>
                      <a:pt x="163" y="191"/>
                    </a:cubicBezTo>
                    <a:cubicBezTo>
                      <a:pt x="165" y="191"/>
                      <a:pt x="166" y="189"/>
                      <a:pt x="168" y="187"/>
                    </a:cubicBezTo>
                    <a:cubicBezTo>
                      <a:pt x="171" y="182"/>
                      <a:pt x="171" y="182"/>
                      <a:pt x="171" y="182"/>
                    </a:cubicBezTo>
                    <a:cubicBezTo>
                      <a:pt x="171" y="181"/>
                      <a:pt x="171" y="181"/>
                      <a:pt x="171" y="181"/>
                    </a:cubicBezTo>
                    <a:cubicBezTo>
                      <a:pt x="172" y="181"/>
                      <a:pt x="172" y="181"/>
                      <a:pt x="172" y="181"/>
                    </a:cubicBezTo>
                    <a:cubicBezTo>
                      <a:pt x="171" y="181"/>
                      <a:pt x="171" y="181"/>
                      <a:pt x="171" y="181"/>
                    </a:cubicBezTo>
                    <a:cubicBezTo>
                      <a:pt x="171" y="181"/>
                      <a:pt x="171" y="181"/>
                      <a:pt x="171" y="181"/>
                    </a:cubicBezTo>
                    <a:cubicBezTo>
                      <a:pt x="172" y="181"/>
                      <a:pt x="172" y="181"/>
                      <a:pt x="172" y="181"/>
                    </a:cubicBezTo>
                    <a:cubicBezTo>
                      <a:pt x="171" y="181"/>
                      <a:pt x="171" y="181"/>
                      <a:pt x="171" y="181"/>
                    </a:cubicBezTo>
                    <a:cubicBezTo>
                      <a:pt x="171" y="181"/>
                      <a:pt x="171" y="181"/>
                      <a:pt x="171" y="181"/>
                    </a:cubicBezTo>
                    <a:cubicBezTo>
                      <a:pt x="171" y="181"/>
                      <a:pt x="171" y="181"/>
                      <a:pt x="171" y="181"/>
                    </a:cubicBezTo>
                    <a:cubicBezTo>
                      <a:pt x="171" y="181"/>
                      <a:pt x="171" y="181"/>
                      <a:pt x="171" y="181"/>
                    </a:cubicBezTo>
                    <a:cubicBezTo>
                      <a:pt x="171" y="181"/>
                      <a:pt x="171" y="181"/>
                      <a:pt x="171" y="181"/>
                    </a:cubicBezTo>
                    <a:cubicBezTo>
                      <a:pt x="171" y="181"/>
                      <a:pt x="171" y="181"/>
                      <a:pt x="171" y="181"/>
                    </a:cubicBezTo>
                    <a:cubicBezTo>
                      <a:pt x="171" y="181"/>
                      <a:pt x="171" y="181"/>
                      <a:pt x="171" y="181"/>
                    </a:cubicBezTo>
                    <a:cubicBezTo>
                      <a:pt x="171" y="181"/>
                      <a:pt x="171" y="181"/>
                      <a:pt x="171" y="181"/>
                    </a:cubicBezTo>
                    <a:cubicBezTo>
                      <a:pt x="171" y="181"/>
                      <a:pt x="171" y="181"/>
                      <a:pt x="171" y="181"/>
                    </a:cubicBezTo>
                    <a:cubicBezTo>
                      <a:pt x="171" y="181"/>
                      <a:pt x="171" y="181"/>
                      <a:pt x="171" y="181"/>
                    </a:cubicBezTo>
                    <a:cubicBezTo>
                      <a:pt x="171" y="181"/>
                      <a:pt x="171" y="181"/>
                      <a:pt x="171" y="181"/>
                    </a:cubicBezTo>
                    <a:cubicBezTo>
                      <a:pt x="171" y="181"/>
                      <a:pt x="171" y="181"/>
                      <a:pt x="171" y="181"/>
                    </a:cubicBezTo>
                    <a:cubicBezTo>
                      <a:pt x="171" y="181"/>
                      <a:pt x="172" y="182"/>
                      <a:pt x="172" y="183"/>
                    </a:cubicBezTo>
                    <a:cubicBezTo>
                      <a:pt x="173" y="187"/>
                      <a:pt x="173" y="187"/>
                      <a:pt x="173" y="187"/>
                    </a:cubicBezTo>
                    <a:cubicBezTo>
                      <a:pt x="174" y="189"/>
                      <a:pt x="175" y="191"/>
                      <a:pt x="176" y="193"/>
                    </a:cubicBezTo>
                    <a:cubicBezTo>
                      <a:pt x="178" y="195"/>
                      <a:pt x="179" y="196"/>
                      <a:pt x="181" y="197"/>
                    </a:cubicBezTo>
                    <a:cubicBezTo>
                      <a:pt x="194" y="200"/>
                      <a:pt x="194" y="200"/>
                      <a:pt x="194" y="200"/>
                    </a:cubicBezTo>
                    <a:cubicBezTo>
                      <a:pt x="195" y="200"/>
                      <a:pt x="196" y="201"/>
                      <a:pt x="197" y="202"/>
                    </a:cubicBezTo>
                    <a:cubicBezTo>
                      <a:pt x="197" y="203"/>
                      <a:pt x="198" y="205"/>
                      <a:pt x="198" y="206"/>
                    </a:cubicBezTo>
                    <a:cubicBezTo>
                      <a:pt x="198" y="229"/>
                      <a:pt x="198" y="229"/>
                      <a:pt x="198" y="229"/>
                    </a:cubicBezTo>
                    <a:cubicBezTo>
                      <a:pt x="198" y="230"/>
                      <a:pt x="197" y="231"/>
                      <a:pt x="197" y="231"/>
                    </a:cubicBezTo>
                    <a:cubicBezTo>
                      <a:pt x="197" y="231"/>
                      <a:pt x="197" y="231"/>
                      <a:pt x="197" y="231"/>
                    </a:cubicBezTo>
                    <a:cubicBezTo>
                      <a:pt x="197" y="231"/>
                      <a:pt x="197" y="231"/>
                      <a:pt x="197" y="231"/>
                    </a:cubicBezTo>
                    <a:cubicBezTo>
                      <a:pt x="197" y="231"/>
                      <a:pt x="197" y="231"/>
                      <a:pt x="197" y="231"/>
                    </a:cubicBezTo>
                    <a:cubicBezTo>
                      <a:pt x="197" y="231"/>
                      <a:pt x="197" y="231"/>
                      <a:pt x="197" y="231"/>
                    </a:cubicBezTo>
                    <a:cubicBezTo>
                      <a:pt x="197" y="231"/>
                      <a:pt x="197" y="231"/>
                      <a:pt x="197" y="231"/>
                    </a:cubicBezTo>
                    <a:cubicBezTo>
                      <a:pt x="197" y="231"/>
                      <a:pt x="197" y="231"/>
                      <a:pt x="197" y="231"/>
                    </a:cubicBezTo>
                    <a:cubicBezTo>
                      <a:pt x="197" y="231"/>
                      <a:pt x="197" y="231"/>
                      <a:pt x="197" y="231"/>
                    </a:cubicBezTo>
                    <a:cubicBezTo>
                      <a:pt x="197" y="231"/>
                      <a:pt x="197" y="231"/>
                      <a:pt x="197" y="231"/>
                    </a:cubicBezTo>
                    <a:cubicBezTo>
                      <a:pt x="195" y="229"/>
                      <a:pt x="195" y="229"/>
                      <a:pt x="195" y="229"/>
                    </a:cubicBezTo>
                    <a:cubicBezTo>
                      <a:pt x="193" y="228"/>
                      <a:pt x="191" y="227"/>
                      <a:pt x="188" y="227"/>
                    </a:cubicBezTo>
                    <a:cubicBezTo>
                      <a:pt x="187" y="227"/>
                      <a:pt x="185" y="228"/>
                      <a:pt x="183" y="229"/>
                    </a:cubicBezTo>
                    <a:cubicBezTo>
                      <a:pt x="182" y="230"/>
                      <a:pt x="182" y="230"/>
                      <a:pt x="182" y="230"/>
                    </a:cubicBezTo>
                    <a:cubicBezTo>
                      <a:pt x="181" y="230"/>
                      <a:pt x="180" y="230"/>
                      <a:pt x="179" y="230"/>
                    </a:cubicBezTo>
                    <a:cubicBezTo>
                      <a:pt x="177" y="230"/>
                      <a:pt x="176" y="230"/>
                      <a:pt x="175" y="229"/>
                    </a:cubicBezTo>
                    <a:cubicBezTo>
                      <a:pt x="168" y="225"/>
                      <a:pt x="168" y="225"/>
                      <a:pt x="168" y="225"/>
                    </a:cubicBezTo>
                    <a:cubicBezTo>
                      <a:pt x="167" y="223"/>
                      <a:pt x="165" y="223"/>
                      <a:pt x="163" y="223"/>
                    </a:cubicBezTo>
                    <a:cubicBezTo>
                      <a:pt x="161" y="223"/>
                      <a:pt x="159" y="224"/>
                      <a:pt x="157" y="225"/>
                    </a:cubicBezTo>
                    <a:cubicBezTo>
                      <a:pt x="154" y="227"/>
                      <a:pt x="154" y="227"/>
                      <a:pt x="154" y="227"/>
                    </a:cubicBezTo>
                    <a:cubicBezTo>
                      <a:pt x="153" y="228"/>
                      <a:pt x="151" y="229"/>
                      <a:pt x="149" y="229"/>
                    </a:cubicBezTo>
                    <a:cubicBezTo>
                      <a:pt x="148" y="229"/>
                      <a:pt x="147" y="229"/>
                      <a:pt x="147" y="228"/>
                    </a:cubicBezTo>
                    <a:cubicBezTo>
                      <a:pt x="129" y="219"/>
                      <a:pt x="129" y="219"/>
                      <a:pt x="129" y="219"/>
                    </a:cubicBezTo>
                    <a:cubicBezTo>
                      <a:pt x="128" y="219"/>
                      <a:pt x="127" y="217"/>
                      <a:pt x="126" y="216"/>
                    </a:cubicBezTo>
                    <a:cubicBezTo>
                      <a:pt x="125" y="215"/>
                      <a:pt x="125" y="213"/>
                      <a:pt x="125" y="212"/>
                    </a:cubicBezTo>
                    <a:cubicBezTo>
                      <a:pt x="124" y="201"/>
                      <a:pt x="124" y="201"/>
                      <a:pt x="124" y="201"/>
                    </a:cubicBezTo>
                    <a:cubicBezTo>
                      <a:pt x="124" y="199"/>
                      <a:pt x="123" y="197"/>
                      <a:pt x="122" y="196"/>
                    </a:cubicBezTo>
                    <a:cubicBezTo>
                      <a:pt x="121" y="195"/>
                      <a:pt x="119" y="194"/>
                      <a:pt x="118" y="194"/>
                    </a:cubicBezTo>
                    <a:cubicBezTo>
                      <a:pt x="117" y="194"/>
                      <a:pt x="117" y="194"/>
                      <a:pt x="116" y="194"/>
                    </a:cubicBezTo>
                    <a:cubicBezTo>
                      <a:pt x="51" y="210"/>
                      <a:pt x="51" y="210"/>
                      <a:pt x="51" y="210"/>
                    </a:cubicBezTo>
                    <a:cubicBezTo>
                      <a:pt x="50" y="211"/>
                      <a:pt x="48" y="212"/>
                      <a:pt x="46" y="213"/>
                    </a:cubicBezTo>
                    <a:cubicBezTo>
                      <a:pt x="45" y="215"/>
                      <a:pt x="43" y="216"/>
                      <a:pt x="42" y="218"/>
                    </a:cubicBezTo>
                    <a:cubicBezTo>
                      <a:pt x="2" y="299"/>
                      <a:pt x="2" y="299"/>
                      <a:pt x="2" y="299"/>
                    </a:cubicBezTo>
                    <a:cubicBezTo>
                      <a:pt x="1" y="301"/>
                      <a:pt x="0" y="305"/>
                      <a:pt x="0" y="308"/>
                    </a:cubicBezTo>
                    <a:cubicBezTo>
                      <a:pt x="0" y="310"/>
                      <a:pt x="0" y="311"/>
                      <a:pt x="0" y="312"/>
                    </a:cubicBezTo>
                    <a:lnTo>
                      <a:pt x="3" y="31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19" name="Freeform 284"/>
              <p:cNvSpPr>
                <a:spLocks/>
              </p:cNvSpPr>
              <p:nvPr/>
            </p:nvSpPr>
            <p:spPr bwMode="auto">
              <a:xfrm>
                <a:off x="-3751262" y="2446334"/>
                <a:ext cx="508000" cy="323850"/>
              </a:xfrm>
              <a:custGeom>
                <a:avLst/>
                <a:gdLst/>
                <a:ahLst/>
                <a:cxnLst>
                  <a:cxn ang="0">
                    <a:pos x="6" y="86"/>
                  </a:cxn>
                  <a:cxn ang="0">
                    <a:pos x="11" y="85"/>
                  </a:cxn>
                  <a:cxn ang="0">
                    <a:pos x="10" y="84"/>
                  </a:cxn>
                  <a:cxn ang="0">
                    <a:pos x="10" y="84"/>
                  </a:cxn>
                  <a:cxn ang="0">
                    <a:pos x="10" y="84"/>
                  </a:cxn>
                  <a:cxn ang="0">
                    <a:pos x="11" y="86"/>
                  </a:cxn>
                  <a:cxn ang="0">
                    <a:pos x="19" y="83"/>
                  </a:cxn>
                  <a:cxn ang="0">
                    <a:pos x="34" y="70"/>
                  </a:cxn>
                  <a:cxn ang="0">
                    <a:pos x="69" y="53"/>
                  </a:cxn>
                  <a:cxn ang="0">
                    <a:pos x="84" y="55"/>
                  </a:cxn>
                  <a:cxn ang="0">
                    <a:pos x="87" y="47"/>
                  </a:cxn>
                  <a:cxn ang="0">
                    <a:pos x="84" y="42"/>
                  </a:cxn>
                  <a:cxn ang="0">
                    <a:pos x="84" y="42"/>
                  </a:cxn>
                  <a:cxn ang="0">
                    <a:pos x="84" y="41"/>
                  </a:cxn>
                  <a:cxn ang="0">
                    <a:pos x="84" y="41"/>
                  </a:cxn>
                  <a:cxn ang="0">
                    <a:pos x="88" y="41"/>
                  </a:cxn>
                  <a:cxn ang="0">
                    <a:pos x="93" y="40"/>
                  </a:cxn>
                  <a:cxn ang="0">
                    <a:pos x="134" y="12"/>
                  </a:cxn>
                  <a:cxn ang="0">
                    <a:pos x="131" y="5"/>
                  </a:cxn>
                  <a:cxn ang="0">
                    <a:pos x="130" y="9"/>
                  </a:cxn>
                  <a:cxn ang="0">
                    <a:pos x="131" y="10"/>
                  </a:cxn>
                  <a:cxn ang="0">
                    <a:pos x="131" y="10"/>
                  </a:cxn>
                  <a:cxn ang="0">
                    <a:pos x="131" y="10"/>
                  </a:cxn>
                  <a:cxn ang="0">
                    <a:pos x="131" y="9"/>
                  </a:cxn>
                  <a:cxn ang="0">
                    <a:pos x="131" y="9"/>
                  </a:cxn>
                  <a:cxn ang="0">
                    <a:pos x="130" y="10"/>
                  </a:cxn>
                  <a:cxn ang="0">
                    <a:pos x="89" y="37"/>
                  </a:cxn>
                  <a:cxn ang="0">
                    <a:pos x="84" y="37"/>
                  </a:cxn>
                  <a:cxn ang="0">
                    <a:pos x="82" y="48"/>
                  </a:cxn>
                  <a:cxn ang="0">
                    <a:pos x="84" y="51"/>
                  </a:cxn>
                  <a:cxn ang="0">
                    <a:pos x="84" y="51"/>
                  </a:cxn>
                  <a:cxn ang="0">
                    <a:pos x="84" y="51"/>
                  </a:cxn>
                  <a:cxn ang="0">
                    <a:pos x="84" y="51"/>
                  </a:cxn>
                  <a:cxn ang="0">
                    <a:pos x="84" y="51"/>
                  </a:cxn>
                  <a:cxn ang="0">
                    <a:pos x="84" y="51"/>
                  </a:cxn>
                  <a:cxn ang="0">
                    <a:pos x="69" y="49"/>
                  </a:cxn>
                  <a:cxn ang="0">
                    <a:pos x="31" y="66"/>
                  </a:cxn>
                  <a:cxn ang="0">
                    <a:pos x="16" y="80"/>
                  </a:cxn>
                  <a:cxn ang="0">
                    <a:pos x="13" y="82"/>
                  </a:cxn>
                  <a:cxn ang="0">
                    <a:pos x="13" y="82"/>
                  </a:cxn>
                  <a:cxn ang="0">
                    <a:pos x="13" y="82"/>
                  </a:cxn>
                  <a:cxn ang="0">
                    <a:pos x="13" y="82"/>
                  </a:cxn>
                  <a:cxn ang="0">
                    <a:pos x="13" y="83"/>
                  </a:cxn>
                  <a:cxn ang="0">
                    <a:pos x="13" y="83"/>
                  </a:cxn>
                  <a:cxn ang="0">
                    <a:pos x="11" y="80"/>
                  </a:cxn>
                  <a:cxn ang="0">
                    <a:pos x="5" y="82"/>
                  </a:cxn>
                </a:cxnLst>
                <a:rect l="0" t="0" r="r" b="b"/>
                <a:pathLst>
                  <a:path w="135" h="86">
                    <a:moveTo>
                      <a:pt x="0" y="83"/>
                    </a:moveTo>
                    <a:cubicBezTo>
                      <a:pt x="0" y="83"/>
                      <a:pt x="1" y="84"/>
                      <a:pt x="2" y="85"/>
                    </a:cubicBezTo>
                    <a:cubicBezTo>
                      <a:pt x="3" y="86"/>
                      <a:pt x="5" y="86"/>
                      <a:pt x="6" y="86"/>
                    </a:cubicBezTo>
                    <a:cubicBezTo>
                      <a:pt x="7" y="86"/>
                      <a:pt x="9" y="86"/>
                      <a:pt x="10" y="85"/>
                    </a:cubicBezTo>
                    <a:cubicBezTo>
                      <a:pt x="11" y="85"/>
                      <a:pt x="11" y="85"/>
                      <a:pt x="11" y="85"/>
                    </a:cubicBezTo>
                    <a:cubicBezTo>
                      <a:pt x="11" y="85"/>
                      <a:pt x="11" y="85"/>
                      <a:pt x="11" y="85"/>
                    </a:cubicBezTo>
                    <a:cubicBezTo>
                      <a:pt x="11" y="85"/>
                      <a:pt x="11" y="85"/>
                      <a:pt x="11" y="85"/>
                    </a:cubicBezTo>
                    <a:cubicBezTo>
                      <a:pt x="11" y="84"/>
                      <a:pt x="11" y="84"/>
                      <a:pt x="11" y="84"/>
                    </a:cubicBezTo>
                    <a:cubicBezTo>
                      <a:pt x="10" y="84"/>
                      <a:pt x="10" y="84"/>
                      <a:pt x="10" y="84"/>
                    </a:cubicBezTo>
                    <a:cubicBezTo>
                      <a:pt x="11" y="85"/>
                      <a:pt x="11" y="85"/>
                      <a:pt x="11" y="85"/>
                    </a:cubicBezTo>
                    <a:cubicBezTo>
                      <a:pt x="11" y="84"/>
                      <a:pt x="11" y="84"/>
                      <a:pt x="11" y="84"/>
                    </a:cubicBezTo>
                    <a:cubicBezTo>
                      <a:pt x="10" y="84"/>
                      <a:pt x="10" y="84"/>
                      <a:pt x="10" y="84"/>
                    </a:cubicBezTo>
                    <a:cubicBezTo>
                      <a:pt x="11" y="84"/>
                      <a:pt x="11" y="84"/>
                      <a:pt x="11" y="84"/>
                    </a:cubicBezTo>
                    <a:cubicBezTo>
                      <a:pt x="10" y="84"/>
                      <a:pt x="10" y="84"/>
                      <a:pt x="10" y="84"/>
                    </a:cubicBezTo>
                    <a:cubicBezTo>
                      <a:pt x="10" y="84"/>
                      <a:pt x="10" y="84"/>
                      <a:pt x="10" y="84"/>
                    </a:cubicBezTo>
                    <a:cubicBezTo>
                      <a:pt x="11" y="84"/>
                      <a:pt x="11" y="84"/>
                      <a:pt x="11" y="84"/>
                    </a:cubicBezTo>
                    <a:cubicBezTo>
                      <a:pt x="10" y="84"/>
                      <a:pt x="10" y="84"/>
                      <a:pt x="10" y="84"/>
                    </a:cubicBezTo>
                    <a:cubicBezTo>
                      <a:pt x="10" y="85"/>
                      <a:pt x="11" y="85"/>
                      <a:pt x="11" y="86"/>
                    </a:cubicBezTo>
                    <a:cubicBezTo>
                      <a:pt x="12" y="86"/>
                      <a:pt x="13" y="86"/>
                      <a:pt x="13" y="86"/>
                    </a:cubicBezTo>
                    <a:cubicBezTo>
                      <a:pt x="14" y="86"/>
                      <a:pt x="15" y="86"/>
                      <a:pt x="16" y="85"/>
                    </a:cubicBezTo>
                    <a:cubicBezTo>
                      <a:pt x="17" y="85"/>
                      <a:pt x="18" y="84"/>
                      <a:pt x="19" y="83"/>
                    </a:cubicBezTo>
                    <a:cubicBezTo>
                      <a:pt x="20" y="82"/>
                      <a:pt x="20" y="82"/>
                      <a:pt x="20" y="82"/>
                    </a:cubicBezTo>
                    <a:cubicBezTo>
                      <a:pt x="22" y="80"/>
                      <a:pt x="26" y="76"/>
                      <a:pt x="28" y="75"/>
                    </a:cubicBezTo>
                    <a:cubicBezTo>
                      <a:pt x="34" y="70"/>
                      <a:pt x="34" y="70"/>
                      <a:pt x="34" y="70"/>
                    </a:cubicBezTo>
                    <a:cubicBezTo>
                      <a:pt x="36" y="68"/>
                      <a:pt x="40" y="65"/>
                      <a:pt x="43" y="64"/>
                    </a:cubicBezTo>
                    <a:cubicBezTo>
                      <a:pt x="62" y="54"/>
                      <a:pt x="62" y="54"/>
                      <a:pt x="62" y="54"/>
                    </a:cubicBezTo>
                    <a:cubicBezTo>
                      <a:pt x="64" y="54"/>
                      <a:pt x="67" y="53"/>
                      <a:pt x="69" y="53"/>
                    </a:cubicBezTo>
                    <a:cubicBezTo>
                      <a:pt x="70" y="53"/>
                      <a:pt x="70" y="53"/>
                      <a:pt x="71" y="53"/>
                    </a:cubicBezTo>
                    <a:cubicBezTo>
                      <a:pt x="83" y="55"/>
                      <a:pt x="83" y="55"/>
                      <a:pt x="83" y="55"/>
                    </a:cubicBezTo>
                    <a:cubicBezTo>
                      <a:pt x="84" y="55"/>
                      <a:pt x="84" y="55"/>
                      <a:pt x="84" y="55"/>
                    </a:cubicBezTo>
                    <a:cubicBezTo>
                      <a:pt x="85" y="55"/>
                      <a:pt x="86" y="55"/>
                      <a:pt x="87" y="54"/>
                    </a:cubicBezTo>
                    <a:cubicBezTo>
                      <a:pt x="88" y="53"/>
                      <a:pt x="88" y="52"/>
                      <a:pt x="88" y="51"/>
                    </a:cubicBezTo>
                    <a:cubicBezTo>
                      <a:pt x="88" y="50"/>
                      <a:pt x="87" y="48"/>
                      <a:pt x="87" y="47"/>
                    </a:cubicBezTo>
                    <a:cubicBezTo>
                      <a:pt x="86" y="46"/>
                      <a:pt x="86" y="46"/>
                      <a:pt x="86" y="46"/>
                    </a:cubicBezTo>
                    <a:cubicBezTo>
                      <a:pt x="85" y="45"/>
                      <a:pt x="84" y="43"/>
                      <a:pt x="84" y="42"/>
                    </a:cubicBezTo>
                    <a:cubicBezTo>
                      <a:pt x="84" y="42"/>
                      <a:pt x="84" y="42"/>
                      <a:pt x="84" y="42"/>
                    </a:cubicBezTo>
                    <a:cubicBezTo>
                      <a:pt x="84" y="42"/>
                      <a:pt x="84" y="42"/>
                      <a:pt x="84" y="42"/>
                    </a:cubicBezTo>
                    <a:cubicBezTo>
                      <a:pt x="84" y="42"/>
                      <a:pt x="84" y="42"/>
                      <a:pt x="84" y="42"/>
                    </a:cubicBezTo>
                    <a:cubicBezTo>
                      <a:pt x="84" y="42"/>
                      <a:pt x="84" y="42"/>
                      <a:pt x="84" y="42"/>
                    </a:cubicBezTo>
                    <a:cubicBezTo>
                      <a:pt x="84" y="42"/>
                      <a:pt x="84" y="42"/>
                      <a:pt x="84" y="42"/>
                    </a:cubicBezTo>
                    <a:cubicBezTo>
                      <a:pt x="84" y="42"/>
                      <a:pt x="84" y="42"/>
                      <a:pt x="84" y="42"/>
                    </a:cubicBezTo>
                    <a:cubicBezTo>
                      <a:pt x="84" y="41"/>
                      <a:pt x="84" y="41"/>
                      <a:pt x="84" y="41"/>
                    </a:cubicBezTo>
                    <a:cubicBezTo>
                      <a:pt x="84" y="42"/>
                      <a:pt x="84" y="42"/>
                      <a:pt x="84" y="42"/>
                    </a:cubicBezTo>
                    <a:cubicBezTo>
                      <a:pt x="84" y="42"/>
                      <a:pt x="84" y="42"/>
                      <a:pt x="84" y="42"/>
                    </a:cubicBezTo>
                    <a:cubicBezTo>
                      <a:pt x="84" y="41"/>
                      <a:pt x="84" y="41"/>
                      <a:pt x="84" y="41"/>
                    </a:cubicBezTo>
                    <a:cubicBezTo>
                      <a:pt x="84" y="42"/>
                      <a:pt x="84" y="42"/>
                      <a:pt x="84" y="42"/>
                    </a:cubicBezTo>
                    <a:cubicBezTo>
                      <a:pt x="85" y="41"/>
                      <a:pt x="85" y="41"/>
                      <a:pt x="85" y="41"/>
                    </a:cubicBezTo>
                    <a:cubicBezTo>
                      <a:pt x="86" y="41"/>
                      <a:pt x="87" y="41"/>
                      <a:pt x="88" y="41"/>
                    </a:cubicBezTo>
                    <a:cubicBezTo>
                      <a:pt x="88" y="41"/>
                      <a:pt x="88" y="41"/>
                      <a:pt x="88" y="41"/>
                    </a:cubicBezTo>
                    <a:cubicBezTo>
                      <a:pt x="89" y="41"/>
                      <a:pt x="89" y="41"/>
                      <a:pt x="89" y="41"/>
                    </a:cubicBezTo>
                    <a:cubicBezTo>
                      <a:pt x="90" y="41"/>
                      <a:pt x="92" y="41"/>
                      <a:pt x="93" y="40"/>
                    </a:cubicBezTo>
                    <a:cubicBezTo>
                      <a:pt x="95" y="39"/>
                      <a:pt x="96" y="39"/>
                      <a:pt x="98" y="38"/>
                    </a:cubicBezTo>
                    <a:cubicBezTo>
                      <a:pt x="133" y="13"/>
                      <a:pt x="133" y="13"/>
                      <a:pt x="133" y="13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5" y="11"/>
                      <a:pt x="135" y="10"/>
                      <a:pt x="135" y="9"/>
                    </a:cubicBezTo>
                    <a:cubicBezTo>
                      <a:pt x="135" y="8"/>
                      <a:pt x="135" y="7"/>
                      <a:pt x="134" y="6"/>
                    </a:cubicBezTo>
                    <a:cubicBezTo>
                      <a:pt x="133" y="6"/>
                      <a:pt x="132" y="5"/>
                      <a:pt x="131" y="5"/>
                    </a:cubicBezTo>
                    <a:cubicBezTo>
                      <a:pt x="105" y="0"/>
                      <a:pt x="105" y="0"/>
                      <a:pt x="105" y="0"/>
                    </a:cubicBezTo>
                    <a:cubicBezTo>
                      <a:pt x="104" y="4"/>
                      <a:pt x="104" y="4"/>
                      <a:pt x="104" y="4"/>
                    </a:cubicBezTo>
                    <a:cubicBezTo>
                      <a:pt x="130" y="9"/>
                      <a:pt x="130" y="9"/>
                      <a:pt x="130" y="9"/>
                    </a:cubicBezTo>
                    <a:cubicBezTo>
                      <a:pt x="131" y="10"/>
                      <a:pt x="131" y="10"/>
                      <a:pt x="131" y="10"/>
                    </a:cubicBezTo>
                    <a:cubicBezTo>
                      <a:pt x="131" y="9"/>
                      <a:pt x="131" y="9"/>
                      <a:pt x="131" y="9"/>
                    </a:cubicBezTo>
                    <a:cubicBezTo>
                      <a:pt x="131" y="10"/>
                      <a:pt x="131" y="10"/>
                      <a:pt x="131" y="10"/>
                    </a:cubicBezTo>
                    <a:cubicBezTo>
                      <a:pt x="131" y="10"/>
                      <a:pt x="131" y="10"/>
                      <a:pt x="131" y="10"/>
                    </a:cubicBezTo>
                    <a:cubicBezTo>
                      <a:pt x="131" y="9"/>
                      <a:pt x="131" y="9"/>
                      <a:pt x="131" y="9"/>
                    </a:cubicBezTo>
                    <a:cubicBezTo>
                      <a:pt x="131" y="10"/>
                      <a:pt x="131" y="10"/>
                      <a:pt x="131" y="10"/>
                    </a:cubicBezTo>
                    <a:cubicBezTo>
                      <a:pt x="132" y="9"/>
                      <a:pt x="132" y="9"/>
                      <a:pt x="132" y="9"/>
                    </a:cubicBezTo>
                    <a:cubicBezTo>
                      <a:pt x="131" y="9"/>
                      <a:pt x="131" y="9"/>
                      <a:pt x="131" y="9"/>
                    </a:cubicBezTo>
                    <a:cubicBezTo>
                      <a:pt x="131" y="10"/>
                      <a:pt x="131" y="10"/>
                      <a:pt x="131" y="10"/>
                    </a:cubicBezTo>
                    <a:cubicBezTo>
                      <a:pt x="132" y="9"/>
                      <a:pt x="132" y="9"/>
                      <a:pt x="132" y="9"/>
                    </a:cubicBezTo>
                    <a:cubicBezTo>
                      <a:pt x="131" y="9"/>
                      <a:pt x="131" y="9"/>
                      <a:pt x="131" y="9"/>
                    </a:cubicBezTo>
                    <a:cubicBezTo>
                      <a:pt x="131" y="9"/>
                      <a:pt x="131" y="9"/>
                      <a:pt x="131" y="9"/>
                    </a:cubicBezTo>
                    <a:cubicBezTo>
                      <a:pt x="131" y="9"/>
                      <a:pt x="131" y="9"/>
                      <a:pt x="131" y="9"/>
                    </a:cubicBezTo>
                    <a:cubicBezTo>
                      <a:pt x="131" y="9"/>
                      <a:pt x="131" y="9"/>
                      <a:pt x="131" y="9"/>
                    </a:cubicBezTo>
                    <a:cubicBezTo>
                      <a:pt x="131" y="9"/>
                      <a:pt x="131" y="9"/>
                      <a:pt x="131" y="9"/>
                    </a:cubicBezTo>
                    <a:cubicBezTo>
                      <a:pt x="131" y="9"/>
                      <a:pt x="131" y="9"/>
                      <a:pt x="131" y="9"/>
                    </a:cubicBezTo>
                    <a:cubicBezTo>
                      <a:pt x="131" y="9"/>
                      <a:pt x="131" y="9"/>
                      <a:pt x="131" y="9"/>
                    </a:cubicBezTo>
                    <a:cubicBezTo>
                      <a:pt x="131" y="9"/>
                      <a:pt x="131" y="9"/>
                      <a:pt x="130" y="10"/>
                    </a:cubicBezTo>
                    <a:cubicBezTo>
                      <a:pt x="95" y="34"/>
                      <a:pt x="95" y="34"/>
                      <a:pt x="95" y="34"/>
                    </a:cubicBezTo>
                    <a:cubicBezTo>
                      <a:pt x="94" y="35"/>
                      <a:pt x="93" y="36"/>
                      <a:pt x="92" y="36"/>
                    </a:cubicBezTo>
                    <a:cubicBezTo>
                      <a:pt x="91" y="36"/>
                      <a:pt x="89" y="37"/>
                      <a:pt x="89" y="37"/>
                    </a:cubicBezTo>
                    <a:cubicBezTo>
                      <a:pt x="89" y="37"/>
                      <a:pt x="89" y="37"/>
                      <a:pt x="89" y="37"/>
                    </a:cubicBezTo>
                    <a:cubicBezTo>
                      <a:pt x="88" y="37"/>
                      <a:pt x="88" y="37"/>
                      <a:pt x="88" y="37"/>
                    </a:cubicBezTo>
                    <a:cubicBezTo>
                      <a:pt x="86" y="37"/>
                      <a:pt x="85" y="37"/>
                      <a:pt x="84" y="37"/>
                    </a:cubicBezTo>
                    <a:cubicBezTo>
                      <a:pt x="83" y="37"/>
                      <a:pt x="82" y="38"/>
                      <a:pt x="81" y="39"/>
                    </a:cubicBezTo>
                    <a:cubicBezTo>
                      <a:pt x="80" y="40"/>
                      <a:pt x="80" y="41"/>
                      <a:pt x="80" y="42"/>
                    </a:cubicBezTo>
                    <a:cubicBezTo>
                      <a:pt x="80" y="44"/>
                      <a:pt x="81" y="46"/>
                      <a:pt x="82" y="48"/>
                    </a:cubicBezTo>
                    <a:cubicBezTo>
                      <a:pt x="83" y="50"/>
                      <a:pt x="83" y="50"/>
                      <a:pt x="83" y="50"/>
                    </a:cubicBezTo>
                    <a:cubicBezTo>
                      <a:pt x="84" y="50"/>
                      <a:pt x="84" y="51"/>
                      <a:pt x="84" y="51"/>
                    </a:cubicBezTo>
                    <a:cubicBezTo>
                      <a:pt x="84" y="51"/>
                      <a:pt x="84" y="51"/>
                      <a:pt x="84" y="51"/>
                    </a:cubicBezTo>
                    <a:cubicBezTo>
                      <a:pt x="84" y="51"/>
                      <a:pt x="84" y="51"/>
                      <a:pt x="84" y="51"/>
                    </a:cubicBezTo>
                    <a:cubicBezTo>
                      <a:pt x="84" y="51"/>
                      <a:pt x="84" y="51"/>
                      <a:pt x="84" y="51"/>
                    </a:cubicBezTo>
                    <a:cubicBezTo>
                      <a:pt x="84" y="51"/>
                      <a:pt x="84" y="51"/>
                      <a:pt x="84" y="51"/>
                    </a:cubicBezTo>
                    <a:cubicBezTo>
                      <a:pt x="84" y="51"/>
                      <a:pt x="84" y="51"/>
                      <a:pt x="84" y="51"/>
                    </a:cubicBezTo>
                    <a:cubicBezTo>
                      <a:pt x="84" y="51"/>
                      <a:pt x="84" y="51"/>
                      <a:pt x="84" y="51"/>
                    </a:cubicBezTo>
                    <a:cubicBezTo>
                      <a:pt x="84" y="51"/>
                      <a:pt x="84" y="51"/>
                      <a:pt x="84" y="51"/>
                    </a:cubicBezTo>
                    <a:cubicBezTo>
                      <a:pt x="84" y="51"/>
                      <a:pt x="84" y="51"/>
                      <a:pt x="84" y="51"/>
                    </a:cubicBezTo>
                    <a:cubicBezTo>
                      <a:pt x="84" y="51"/>
                      <a:pt x="84" y="51"/>
                      <a:pt x="84" y="51"/>
                    </a:cubicBezTo>
                    <a:cubicBezTo>
                      <a:pt x="84" y="51"/>
                      <a:pt x="84" y="51"/>
                      <a:pt x="84" y="51"/>
                    </a:cubicBezTo>
                    <a:cubicBezTo>
                      <a:pt x="84" y="51"/>
                      <a:pt x="84" y="51"/>
                      <a:pt x="84" y="51"/>
                    </a:cubicBezTo>
                    <a:cubicBezTo>
                      <a:pt x="84" y="51"/>
                      <a:pt x="84" y="51"/>
                      <a:pt x="84" y="51"/>
                    </a:cubicBezTo>
                    <a:cubicBezTo>
                      <a:pt x="84" y="51"/>
                      <a:pt x="84" y="51"/>
                      <a:pt x="84" y="51"/>
                    </a:cubicBezTo>
                    <a:cubicBezTo>
                      <a:pt x="84" y="51"/>
                      <a:pt x="84" y="51"/>
                      <a:pt x="84" y="51"/>
                    </a:cubicBezTo>
                    <a:cubicBezTo>
                      <a:pt x="84" y="51"/>
                      <a:pt x="84" y="51"/>
                      <a:pt x="84" y="51"/>
                    </a:cubicBezTo>
                    <a:cubicBezTo>
                      <a:pt x="84" y="51"/>
                      <a:pt x="84" y="51"/>
                      <a:pt x="84" y="51"/>
                    </a:cubicBezTo>
                    <a:cubicBezTo>
                      <a:pt x="84" y="51"/>
                      <a:pt x="84" y="51"/>
                      <a:pt x="84" y="51"/>
                    </a:cubicBezTo>
                    <a:cubicBezTo>
                      <a:pt x="71" y="49"/>
                      <a:pt x="71" y="49"/>
                      <a:pt x="71" y="49"/>
                    </a:cubicBezTo>
                    <a:cubicBezTo>
                      <a:pt x="71" y="49"/>
                      <a:pt x="70" y="49"/>
                      <a:pt x="69" y="49"/>
                    </a:cubicBezTo>
                    <a:cubicBezTo>
                      <a:pt x="66" y="49"/>
                      <a:pt x="63" y="49"/>
                      <a:pt x="60" y="51"/>
                    </a:cubicBezTo>
                    <a:cubicBezTo>
                      <a:pt x="41" y="60"/>
                      <a:pt x="41" y="60"/>
                      <a:pt x="41" y="60"/>
                    </a:cubicBezTo>
                    <a:cubicBezTo>
                      <a:pt x="38" y="62"/>
                      <a:pt x="34" y="64"/>
                      <a:pt x="31" y="66"/>
                    </a:cubicBezTo>
                    <a:cubicBezTo>
                      <a:pt x="25" y="71"/>
                      <a:pt x="25" y="71"/>
                      <a:pt x="25" y="71"/>
                    </a:cubicBezTo>
                    <a:cubicBezTo>
                      <a:pt x="23" y="73"/>
                      <a:pt x="19" y="77"/>
                      <a:pt x="17" y="79"/>
                    </a:cubicBezTo>
                    <a:cubicBezTo>
                      <a:pt x="16" y="80"/>
                      <a:pt x="16" y="80"/>
                      <a:pt x="16" y="80"/>
                    </a:cubicBezTo>
                    <a:cubicBezTo>
                      <a:pt x="15" y="81"/>
                      <a:pt x="14" y="81"/>
                      <a:pt x="14" y="82"/>
                    </a:cubicBezTo>
                    <a:cubicBezTo>
                      <a:pt x="13" y="82"/>
                      <a:pt x="13" y="82"/>
                      <a:pt x="13" y="82"/>
                    </a:cubicBezTo>
                    <a:cubicBezTo>
                      <a:pt x="13" y="82"/>
                      <a:pt x="13" y="82"/>
                      <a:pt x="13" y="82"/>
                    </a:cubicBezTo>
                    <a:cubicBezTo>
                      <a:pt x="13" y="82"/>
                      <a:pt x="13" y="82"/>
                      <a:pt x="13" y="82"/>
                    </a:cubicBezTo>
                    <a:cubicBezTo>
                      <a:pt x="13" y="82"/>
                      <a:pt x="13" y="82"/>
                      <a:pt x="13" y="82"/>
                    </a:cubicBezTo>
                    <a:cubicBezTo>
                      <a:pt x="13" y="82"/>
                      <a:pt x="13" y="82"/>
                      <a:pt x="13" y="82"/>
                    </a:cubicBezTo>
                    <a:cubicBezTo>
                      <a:pt x="13" y="82"/>
                      <a:pt x="13" y="82"/>
                      <a:pt x="13" y="82"/>
                    </a:cubicBezTo>
                    <a:cubicBezTo>
                      <a:pt x="13" y="82"/>
                      <a:pt x="13" y="82"/>
                      <a:pt x="13" y="82"/>
                    </a:cubicBezTo>
                    <a:cubicBezTo>
                      <a:pt x="13" y="82"/>
                      <a:pt x="13" y="82"/>
                      <a:pt x="13" y="82"/>
                    </a:cubicBezTo>
                    <a:cubicBezTo>
                      <a:pt x="13" y="83"/>
                      <a:pt x="13" y="83"/>
                      <a:pt x="13" y="83"/>
                    </a:cubicBezTo>
                    <a:cubicBezTo>
                      <a:pt x="14" y="82"/>
                      <a:pt x="14" y="82"/>
                      <a:pt x="14" y="82"/>
                    </a:cubicBezTo>
                    <a:cubicBezTo>
                      <a:pt x="13" y="82"/>
                      <a:pt x="13" y="82"/>
                      <a:pt x="13" y="82"/>
                    </a:cubicBezTo>
                    <a:cubicBezTo>
                      <a:pt x="13" y="83"/>
                      <a:pt x="13" y="83"/>
                      <a:pt x="13" y="83"/>
                    </a:cubicBezTo>
                    <a:cubicBezTo>
                      <a:pt x="14" y="82"/>
                      <a:pt x="14" y="82"/>
                      <a:pt x="14" y="82"/>
                    </a:cubicBezTo>
                    <a:cubicBezTo>
                      <a:pt x="13" y="83"/>
                      <a:pt x="13" y="83"/>
                      <a:pt x="13" y="83"/>
                    </a:cubicBezTo>
                    <a:cubicBezTo>
                      <a:pt x="14" y="83"/>
                      <a:pt x="14" y="83"/>
                      <a:pt x="14" y="83"/>
                    </a:cubicBezTo>
                    <a:cubicBezTo>
                      <a:pt x="14" y="82"/>
                      <a:pt x="14" y="82"/>
                      <a:pt x="14" y="82"/>
                    </a:cubicBezTo>
                    <a:cubicBezTo>
                      <a:pt x="13" y="83"/>
                      <a:pt x="13" y="83"/>
                      <a:pt x="13" y="83"/>
                    </a:cubicBezTo>
                    <a:cubicBezTo>
                      <a:pt x="14" y="83"/>
                      <a:pt x="14" y="83"/>
                      <a:pt x="14" y="83"/>
                    </a:cubicBezTo>
                    <a:cubicBezTo>
                      <a:pt x="14" y="82"/>
                      <a:pt x="13" y="81"/>
                      <a:pt x="13" y="81"/>
                    </a:cubicBezTo>
                    <a:cubicBezTo>
                      <a:pt x="12" y="80"/>
                      <a:pt x="11" y="80"/>
                      <a:pt x="11" y="80"/>
                    </a:cubicBezTo>
                    <a:cubicBezTo>
                      <a:pt x="9" y="80"/>
                      <a:pt x="8" y="81"/>
                      <a:pt x="7" y="82"/>
                    </a:cubicBezTo>
                    <a:cubicBezTo>
                      <a:pt x="6" y="82"/>
                      <a:pt x="6" y="82"/>
                      <a:pt x="6" y="82"/>
                    </a:cubicBezTo>
                    <a:cubicBezTo>
                      <a:pt x="5" y="82"/>
                      <a:pt x="5" y="82"/>
                      <a:pt x="5" y="82"/>
                    </a:cubicBezTo>
                    <a:cubicBezTo>
                      <a:pt x="4" y="81"/>
                      <a:pt x="3" y="79"/>
                      <a:pt x="3" y="79"/>
                    </a:cubicBezTo>
                    <a:lnTo>
                      <a:pt x="0" y="8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20" name="Freeform 285"/>
              <p:cNvSpPr>
                <a:spLocks/>
              </p:cNvSpPr>
              <p:nvPr/>
            </p:nvSpPr>
            <p:spPr bwMode="auto">
              <a:xfrm>
                <a:off x="-1827212" y="3863971"/>
                <a:ext cx="150813" cy="225425"/>
              </a:xfrm>
              <a:custGeom>
                <a:avLst/>
                <a:gdLst/>
                <a:ahLst/>
                <a:cxnLst>
                  <a:cxn ang="0">
                    <a:pos x="4" y="37"/>
                  </a:cxn>
                  <a:cxn ang="0">
                    <a:pos x="6" y="36"/>
                  </a:cxn>
                  <a:cxn ang="0">
                    <a:pos x="4" y="33"/>
                  </a:cxn>
                  <a:cxn ang="0">
                    <a:pos x="5" y="30"/>
                  </a:cxn>
                  <a:cxn ang="0">
                    <a:pos x="25" y="6"/>
                  </a:cxn>
                  <a:cxn ang="0">
                    <a:pos x="28" y="5"/>
                  </a:cxn>
                  <a:cxn ang="0">
                    <a:pos x="30" y="5"/>
                  </a:cxn>
                  <a:cxn ang="0">
                    <a:pos x="33" y="8"/>
                  </a:cxn>
                  <a:cxn ang="0">
                    <a:pos x="35" y="10"/>
                  </a:cxn>
                  <a:cxn ang="0">
                    <a:pos x="35" y="14"/>
                  </a:cxn>
                  <a:cxn ang="0">
                    <a:pos x="35" y="15"/>
                  </a:cxn>
                  <a:cxn ang="0">
                    <a:pos x="26" y="54"/>
                  </a:cxn>
                  <a:cxn ang="0">
                    <a:pos x="26" y="55"/>
                  </a:cxn>
                  <a:cxn ang="0">
                    <a:pos x="25" y="55"/>
                  </a:cxn>
                  <a:cxn ang="0">
                    <a:pos x="24" y="55"/>
                  </a:cxn>
                  <a:cxn ang="0">
                    <a:pos x="6" y="36"/>
                  </a:cxn>
                  <a:cxn ang="0">
                    <a:pos x="4" y="37"/>
                  </a:cxn>
                  <a:cxn ang="0">
                    <a:pos x="2" y="39"/>
                  </a:cxn>
                  <a:cxn ang="0">
                    <a:pos x="21" y="58"/>
                  </a:cxn>
                  <a:cxn ang="0">
                    <a:pos x="25" y="60"/>
                  </a:cxn>
                  <a:cxn ang="0">
                    <a:pos x="29" y="58"/>
                  </a:cxn>
                  <a:cxn ang="0">
                    <a:pos x="31" y="55"/>
                  </a:cxn>
                  <a:cxn ang="0">
                    <a:pos x="39" y="16"/>
                  </a:cxn>
                  <a:cxn ang="0">
                    <a:pos x="40" y="14"/>
                  </a:cxn>
                  <a:cxn ang="0">
                    <a:pos x="39" y="9"/>
                  </a:cxn>
                  <a:cxn ang="0">
                    <a:pos x="36" y="4"/>
                  </a:cxn>
                  <a:cxn ang="0">
                    <a:pos x="33" y="2"/>
                  </a:cxn>
                  <a:cxn ang="0">
                    <a:pos x="28" y="0"/>
                  </a:cxn>
                  <a:cxn ang="0">
                    <a:pos x="22" y="3"/>
                  </a:cxn>
                  <a:cxn ang="0">
                    <a:pos x="2" y="27"/>
                  </a:cxn>
                  <a:cxn ang="0">
                    <a:pos x="0" y="33"/>
                  </a:cxn>
                  <a:cxn ang="0">
                    <a:pos x="2" y="39"/>
                  </a:cxn>
                  <a:cxn ang="0">
                    <a:pos x="4" y="37"/>
                  </a:cxn>
                </a:cxnLst>
                <a:rect l="0" t="0" r="r" b="b"/>
                <a:pathLst>
                  <a:path w="40" h="60">
                    <a:moveTo>
                      <a:pt x="4" y="37"/>
                    </a:moveTo>
                    <a:cubicBezTo>
                      <a:pt x="6" y="36"/>
                      <a:pt x="6" y="36"/>
                      <a:pt x="6" y="36"/>
                    </a:cubicBezTo>
                    <a:cubicBezTo>
                      <a:pt x="5" y="35"/>
                      <a:pt x="4" y="34"/>
                      <a:pt x="4" y="33"/>
                    </a:cubicBezTo>
                    <a:cubicBezTo>
                      <a:pt x="4" y="32"/>
                      <a:pt x="5" y="31"/>
                      <a:pt x="5" y="30"/>
                    </a:cubicBezTo>
                    <a:cubicBezTo>
                      <a:pt x="25" y="6"/>
                      <a:pt x="25" y="6"/>
                      <a:pt x="25" y="6"/>
                    </a:cubicBezTo>
                    <a:cubicBezTo>
                      <a:pt x="26" y="5"/>
                      <a:pt x="27" y="5"/>
                      <a:pt x="28" y="5"/>
                    </a:cubicBezTo>
                    <a:cubicBezTo>
                      <a:pt x="29" y="5"/>
                      <a:pt x="29" y="5"/>
                      <a:pt x="30" y="5"/>
                    </a:cubicBezTo>
                    <a:cubicBezTo>
                      <a:pt x="33" y="8"/>
                      <a:pt x="33" y="8"/>
                      <a:pt x="33" y="8"/>
                    </a:cubicBezTo>
                    <a:cubicBezTo>
                      <a:pt x="34" y="8"/>
                      <a:pt x="34" y="9"/>
                      <a:pt x="35" y="10"/>
                    </a:cubicBezTo>
                    <a:cubicBezTo>
                      <a:pt x="35" y="11"/>
                      <a:pt x="35" y="13"/>
                      <a:pt x="35" y="14"/>
                    </a:cubicBezTo>
                    <a:cubicBezTo>
                      <a:pt x="35" y="15"/>
                      <a:pt x="35" y="15"/>
                      <a:pt x="35" y="15"/>
                    </a:cubicBezTo>
                    <a:cubicBezTo>
                      <a:pt x="26" y="54"/>
                      <a:pt x="26" y="54"/>
                      <a:pt x="26" y="54"/>
                    </a:cubicBezTo>
                    <a:cubicBezTo>
                      <a:pt x="26" y="55"/>
                      <a:pt x="26" y="55"/>
                      <a:pt x="26" y="55"/>
                    </a:cubicBezTo>
                    <a:cubicBezTo>
                      <a:pt x="25" y="55"/>
                      <a:pt x="25" y="55"/>
                      <a:pt x="25" y="55"/>
                    </a:cubicBezTo>
                    <a:cubicBezTo>
                      <a:pt x="25" y="55"/>
                      <a:pt x="25" y="55"/>
                      <a:pt x="24" y="55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4" y="37"/>
                      <a:pt x="4" y="37"/>
                      <a:pt x="4" y="37"/>
                    </a:cubicBezTo>
                    <a:cubicBezTo>
                      <a:pt x="2" y="39"/>
                      <a:pt x="2" y="39"/>
                      <a:pt x="2" y="39"/>
                    </a:cubicBezTo>
                    <a:cubicBezTo>
                      <a:pt x="21" y="58"/>
                      <a:pt x="21" y="58"/>
                      <a:pt x="21" y="58"/>
                    </a:cubicBezTo>
                    <a:cubicBezTo>
                      <a:pt x="23" y="59"/>
                      <a:pt x="24" y="60"/>
                      <a:pt x="25" y="60"/>
                    </a:cubicBezTo>
                    <a:cubicBezTo>
                      <a:pt x="27" y="60"/>
                      <a:pt x="28" y="59"/>
                      <a:pt x="29" y="58"/>
                    </a:cubicBezTo>
                    <a:cubicBezTo>
                      <a:pt x="30" y="57"/>
                      <a:pt x="30" y="56"/>
                      <a:pt x="31" y="55"/>
                    </a:cubicBezTo>
                    <a:cubicBezTo>
                      <a:pt x="39" y="16"/>
                      <a:pt x="39" y="16"/>
                      <a:pt x="39" y="16"/>
                    </a:cubicBezTo>
                    <a:cubicBezTo>
                      <a:pt x="40" y="16"/>
                      <a:pt x="40" y="15"/>
                      <a:pt x="40" y="14"/>
                    </a:cubicBezTo>
                    <a:cubicBezTo>
                      <a:pt x="40" y="12"/>
                      <a:pt x="39" y="10"/>
                      <a:pt x="39" y="9"/>
                    </a:cubicBezTo>
                    <a:cubicBezTo>
                      <a:pt x="38" y="7"/>
                      <a:pt x="37" y="5"/>
                      <a:pt x="36" y="4"/>
                    </a:cubicBezTo>
                    <a:cubicBezTo>
                      <a:pt x="33" y="2"/>
                      <a:pt x="33" y="2"/>
                      <a:pt x="33" y="2"/>
                    </a:cubicBezTo>
                    <a:cubicBezTo>
                      <a:pt x="31" y="1"/>
                      <a:pt x="30" y="0"/>
                      <a:pt x="28" y="0"/>
                    </a:cubicBezTo>
                    <a:cubicBezTo>
                      <a:pt x="26" y="0"/>
                      <a:pt x="23" y="1"/>
                      <a:pt x="22" y="3"/>
                    </a:cubicBezTo>
                    <a:cubicBezTo>
                      <a:pt x="2" y="27"/>
                      <a:pt x="2" y="27"/>
                      <a:pt x="2" y="27"/>
                    </a:cubicBezTo>
                    <a:cubicBezTo>
                      <a:pt x="1" y="29"/>
                      <a:pt x="0" y="31"/>
                      <a:pt x="0" y="33"/>
                    </a:cubicBezTo>
                    <a:cubicBezTo>
                      <a:pt x="0" y="35"/>
                      <a:pt x="1" y="37"/>
                      <a:pt x="2" y="39"/>
                    </a:cubicBezTo>
                    <a:lnTo>
                      <a:pt x="4" y="3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21" name="Freeform 286"/>
              <p:cNvSpPr>
                <a:spLocks/>
              </p:cNvSpPr>
              <p:nvPr/>
            </p:nvSpPr>
            <p:spPr bwMode="auto">
              <a:xfrm>
                <a:off x="-2038349" y="3898895"/>
                <a:ext cx="180975" cy="250825"/>
              </a:xfrm>
              <a:custGeom>
                <a:avLst/>
                <a:gdLst/>
                <a:ahLst/>
                <a:cxnLst>
                  <a:cxn ang="0">
                    <a:pos x="5" y="4"/>
                  </a:cxn>
                  <a:cxn ang="0">
                    <a:pos x="5" y="3"/>
                  </a:cxn>
                  <a:cxn ang="0">
                    <a:pos x="4" y="3"/>
                  </a:cxn>
                  <a:cxn ang="0">
                    <a:pos x="4" y="3"/>
                  </a:cxn>
                  <a:cxn ang="0">
                    <a:pos x="4" y="3"/>
                  </a:cxn>
                  <a:cxn ang="0">
                    <a:pos x="4" y="4"/>
                  </a:cxn>
                  <a:cxn ang="0">
                    <a:pos x="3" y="3"/>
                  </a:cxn>
                  <a:cxn ang="0">
                    <a:pos x="3" y="3"/>
                  </a:cxn>
                  <a:cxn ang="0">
                    <a:pos x="4" y="4"/>
                  </a:cxn>
                  <a:cxn ang="0">
                    <a:pos x="4" y="4"/>
                  </a:cxn>
                  <a:cxn ang="0">
                    <a:pos x="4" y="4"/>
                  </a:cxn>
                  <a:cxn ang="0">
                    <a:pos x="4" y="3"/>
                  </a:cxn>
                  <a:cxn ang="0">
                    <a:pos x="4" y="4"/>
                  </a:cxn>
                  <a:cxn ang="0">
                    <a:pos x="4" y="4"/>
                  </a:cxn>
                  <a:cxn ang="0">
                    <a:pos x="4" y="4"/>
                  </a:cxn>
                  <a:cxn ang="0">
                    <a:pos x="5" y="5"/>
                  </a:cxn>
                  <a:cxn ang="0">
                    <a:pos x="13" y="10"/>
                  </a:cxn>
                  <a:cxn ang="0">
                    <a:pos x="44" y="61"/>
                  </a:cxn>
                  <a:cxn ang="0">
                    <a:pos x="44" y="63"/>
                  </a:cxn>
                  <a:cxn ang="0">
                    <a:pos x="45" y="64"/>
                  </a:cxn>
                  <a:cxn ang="0">
                    <a:pos x="44" y="63"/>
                  </a:cxn>
                  <a:cxn ang="0">
                    <a:pos x="45" y="63"/>
                  </a:cxn>
                  <a:cxn ang="0">
                    <a:pos x="45" y="63"/>
                  </a:cxn>
                  <a:cxn ang="0">
                    <a:pos x="45" y="64"/>
                  </a:cxn>
                  <a:cxn ang="0">
                    <a:pos x="45" y="63"/>
                  </a:cxn>
                  <a:cxn ang="0">
                    <a:pos x="45" y="63"/>
                  </a:cxn>
                  <a:cxn ang="0">
                    <a:pos x="45" y="63"/>
                  </a:cxn>
                  <a:cxn ang="0">
                    <a:pos x="44" y="62"/>
                  </a:cxn>
                  <a:cxn ang="0">
                    <a:pos x="3" y="6"/>
                  </a:cxn>
                  <a:cxn ang="0">
                    <a:pos x="41" y="64"/>
                  </a:cxn>
                  <a:cxn ang="0">
                    <a:pos x="45" y="67"/>
                  </a:cxn>
                  <a:cxn ang="0">
                    <a:pos x="48" y="64"/>
                  </a:cxn>
                  <a:cxn ang="0">
                    <a:pos x="48" y="61"/>
                  </a:cxn>
                  <a:cxn ang="0">
                    <a:pos x="16" y="8"/>
                  </a:cxn>
                  <a:cxn ang="0">
                    <a:pos x="7" y="0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3" y="6"/>
                  </a:cxn>
                </a:cxnLst>
                <a:rect l="0" t="0" r="r" b="b"/>
                <a:pathLst>
                  <a:path w="48" h="67">
                    <a:moveTo>
                      <a:pt x="3" y="6"/>
                    </a:moveTo>
                    <a:cubicBezTo>
                      <a:pt x="5" y="4"/>
                      <a:pt x="5" y="4"/>
                      <a:pt x="5" y="4"/>
                    </a:cubicBezTo>
                    <a:cubicBezTo>
                      <a:pt x="5" y="4"/>
                      <a:pt x="5" y="4"/>
                      <a:pt x="5" y="3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6" y="5"/>
                      <a:pt x="8" y="6"/>
                      <a:pt x="9" y="7"/>
                    </a:cubicBezTo>
                    <a:cubicBezTo>
                      <a:pt x="10" y="8"/>
                      <a:pt x="12" y="9"/>
                      <a:pt x="13" y="1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2" y="52"/>
                      <a:pt x="44" y="57"/>
                      <a:pt x="44" y="61"/>
                    </a:cubicBezTo>
                    <a:cubicBezTo>
                      <a:pt x="44" y="61"/>
                      <a:pt x="44" y="61"/>
                      <a:pt x="44" y="61"/>
                    </a:cubicBezTo>
                    <a:cubicBezTo>
                      <a:pt x="44" y="62"/>
                      <a:pt x="44" y="63"/>
                      <a:pt x="44" y="63"/>
                    </a:cubicBezTo>
                    <a:cubicBezTo>
                      <a:pt x="44" y="63"/>
                      <a:pt x="44" y="63"/>
                      <a:pt x="44" y="63"/>
                    </a:cubicBezTo>
                    <a:cubicBezTo>
                      <a:pt x="45" y="64"/>
                      <a:pt x="45" y="64"/>
                      <a:pt x="45" y="64"/>
                    </a:cubicBezTo>
                    <a:cubicBezTo>
                      <a:pt x="45" y="63"/>
                      <a:pt x="45" y="63"/>
                      <a:pt x="45" y="63"/>
                    </a:cubicBezTo>
                    <a:cubicBezTo>
                      <a:pt x="44" y="63"/>
                      <a:pt x="44" y="63"/>
                      <a:pt x="44" y="63"/>
                    </a:cubicBezTo>
                    <a:cubicBezTo>
                      <a:pt x="45" y="64"/>
                      <a:pt x="45" y="64"/>
                      <a:pt x="45" y="64"/>
                    </a:cubicBezTo>
                    <a:cubicBezTo>
                      <a:pt x="45" y="63"/>
                      <a:pt x="45" y="63"/>
                      <a:pt x="45" y="63"/>
                    </a:cubicBezTo>
                    <a:cubicBezTo>
                      <a:pt x="45" y="64"/>
                      <a:pt x="45" y="64"/>
                      <a:pt x="45" y="64"/>
                    </a:cubicBezTo>
                    <a:cubicBezTo>
                      <a:pt x="45" y="63"/>
                      <a:pt x="45" y="63"/>
                      <a:pt x="45" y="63"/>
                    </a:cubicBezTo>
                    <a:cubicBezTo>
                      <a:pt x="45" y="63"/>
                      <a:pt x="45" y="63"/>
                      <a:pt x="45" y="63"/>
                    </a:cubicBezTo>
                    <a:cubicBezTo>
                      <a:pt x="45" y="64"/>
                      <a:pt x="45" y="64"/>
                      <a:pt x="45" y="64"/>
                    </a:cubicBezTo>
                    <a:cubicBezTo>
                      <a:pt x="45" y="63"/>
                      <a:pt x="45" y="63"/>
                      <a:pt x="45" y="63"/>
                    </a:cubicBezTo>
                    <a:cubicBezTo>
                      <a:pt x="45" y="63"/>
                      <a:pt x="45" y="63"/>
                      <a:pt x="45" y="63"/>
                    </a:cubicBezTo>
                    <a:cubicBezTo>
                      <a:pt x="45" y="63"/>
                      <a:pt x="45" y="63"/>
                      <a:pt x="45" y="63"/>
                    </a:cubicBezTo>
                    <a:cubicBezTo>
                      <a:pt x="45" y="63"/>
                      <a:pt x="45" y="63"/>
                      <a:pt x="45" y="63"/>
                    </a:cubicBezTo>
                    <a:cubicBezTo>
                      <a:pt x="45" y="63"/>
                      <a:pt x="45" y="63"/>
                      <a:pt x="45" y="63"/>
                    </a:cubicBezTo>
                    <a:cubicBezTo>
                      <a:pt x="45" y="63"/>
                      <a:pt x="45" y="63"/>
                      <a:pt x="45" y="63"/>
                    </a:cubicBezTo>
                    <a:cubicBezTo>
                      <a:pt x="45" y="63"/>
                      <a:pt x="45" y="63"/>
                      <a:pt x="45" y="63"/>
                    </a:cubicBezTo>
                    <a:cubicBezTo>
                      <a:pt x="45" y="63"/>
                      <a:pt x="45" y="62"/>
                      <a:pt x="44" y="62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41" y="64"/>
                      <a:pt x="41" y="64"/>
                      <a:pt x="41" y="64"/>
                    </a:cubicBezTo>
                    <a:cubicBezTo>
                      <a:pt x="41" y="65"/>
                      <a:pt x="42" y="65"/>
                      <a:pt x="42" y="66"/>
                    </a:cubicBezTo>
                    <a:cubicBezTo>
                      <a:pt x="43" y="66"/>
                      <a:pt x="44" y="67"/>
                      <a:pt x="45" y="67"/>
                    </a:cubicBezTo>
                    <a:cubicBezTo>
                      <a:pt x="45" y="67"/>
                      <a:pt x="46" y="67"/>
                      <a:pt x="47" y="66"/>
                    </a:cubicBezTo>
                    <a:cubicBezTo>
                      <a:pt x="47" y="65"/>
                      <a:pt x="48" y="65"/>
                      <a:pt x="48" y="64"/>
                    </a:cubicBezTo>
                    <a:cubicBezTo>
                      <a:pt x="48" y="63"/>
                      <a:pt x="48" y="62"/>
                      <a:pt x="48" y="61"/>
                    </a:cubicBezTo>
                    <a:cubicBezTo>
                      <a:pt x="48" y="61"/>
                      <a:pt x="48" y="61"/>
                      <a:pt x="48" y="61"/>
                    </a:cubicBezTo>
                    <a:cubicBezTo>
                      <a:pt x="48" y="56"/>
                      <a:pt x="47" y="51"/>
                      <a:pt x="44" y="48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5" y="6"/>
                      <a:pt x="13" y="5"/>
                      <a:pt x="12" y="3"/>
                    </a:cubicBezTo>
                    <a:cubicBezTo>
                      <a:pt x="10" y="2"/>
                      <a:pt x="8" y="1"/>
                      <a:pt x="7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5" y="0"/>
                      <a:pt x="4" y="0"/>
                      <a:pt x="4" y="0"/>
                    </a:cubicBezTo>
                    <a:cubicBezTo>
                      <a:pt x="3" y="0"/>
                      <a:pt x="2" y="0"/>
                      <a:pt x="1" y="1"/>
                    </a:cubicBezTo>
                    <a:cubicBezTo>
                      <a:pt x="0" y="1"/>
                      <a:pt x="0" y="2"/>
                      <a:pt x="0" y="3"/>
                    </a:cubicBezTo>
                    <a:cubicBezTo>
                      <a:pt x="0" y="4"/>
                      <a:pt x="1" y="5"/>
                      <a:pt x="2" y="7"/>
                    </a:cubicBezTo>
                    <a:lnTo>
                      <a:pt x="3" y="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22" name="Freeform 287"/>
              <p:cNvSpPr>
                <a:spLocks/>
              </p:cNvSpPr>
              <p:nvPr/>
            </p:nvSpPr>
            <p:spPr bwMode="auto">
              <a:xfrm>
                <a:off x="-1485900" y="4025896"/>
                <a:ext cx="304799" cy="200025"/>
              </a:xfrm>
              <a:custGeom>
                <a:avLst/>
                <a:gdLst/>
                <a:ahLst/>
                <a:cxnLst>
                  <a:cxn ang="0">
                    <a:pos x="4" y="8"/>
                  </a:cxn>
                  <a:cxn ang="0">
                    <a:pos x="5" y="5"/>
                  </a:cxn>
                  <a:cxn ang="0">
                    <a:pos x="9" y="4"/>
                  </a:cxn>
                  <a:cxn ang="0">
                    <a:pos x="16" y="8"/>
                  </a:cxn>
                  <a:cxn ang="0">
                    <a:pos x="27" y="9"/>
                  </a:cxn>
                  <a:cxn ang="0">
                    <a:pos x="32" y="7"/>
                  </a:cxn>
                  <a:cxn ang="0">
                    <a:pos x="66" y="27"/>
                  </a:cxn>
                  <a:cxn ang="0">
                    <a:pos x="69" y="33"/>
                  </a:cxn>
                  <a:cxn ang="0">
                    <a:pos x="69" y="33"/>
                  </a:cxn>
                  <a:cxn ang="0">
                    <a:pos x="69" y="34"/>
                  </a:cxn>
                  <a:cxn ang="0">
                    <a:pos x="76" y="50"/>
                  </a:cxn>
                  <a:cxn ang="0">
                    <a:pos x="77" y="51"/>
                  </a:cxn>
                  <a:cxn ang="0">
                    <a:pos x="77" y="51"/>
                  </a:cxn>
                  <a:cxn ang="0">
                    <a:pos x="78" y="51"/>
                  </a:cxn>
                  <a:cxn ang="0">
                    <a:pos x="79" y="51"/>
                  </a:cxn>
                  <a:cxn ang="0">
                    <a:pos x="77" y="51"/>
                  </a:cxn>
                  <a:cxn ang="0">
                    <a:pos x="77" y="49"/>
                  </a:cxn>
                  <a:cxn ang="0">
                    <a:pos x="78" y="49"/>
                  </a:cxn>
                  <a:cxn ang="0">
                    <a:pos x="78" y="51"/>
                  </a:cxn>
                  <a:cxn ang="0">
                    <a:pos x="78" y="49"/>
                  </a:cxn>
                  <a:cxn ang="0">
                    <a:pos x="78" y="49"/>
                  </a:cxn>
                  <a:cxn ang="0">
                    <a:pos x="79" y="49"/>
                  </a:cxn>
                  <a:cxn ang="0">
                    <a:pos x="61" y="39"/>
                  </a:cxn>
                  <a:cxn ang="0">
                    <a:pos x="49" y="39"/>
                  </a:cxn>
                  <a:cxn ang="0">
                    <a:pos x="42" y="43"/>
                  </a:cxn>
                  <a:cxn ang="0">
                    <a:pos x="26" y="23"/>
                  </a:cxn>
                  <a:cxn ang="0">
                    <a:pos x="16" y="16"/>
                  </a:cxn>
                  <a:cxn ang="0">
                    <a:pos x="6" y="15"/>
                  </a:cxn>
                  <a:cxn ang="0">
                    <a:pos x="4" y="8"/>
                  </a:cxn>
                  <a:cxn ang="0">
                    <a:pos x="0" y="9"/>
                  </a:cxn>
                  <a:cxn ang="0">
                    <a:pos x="3" y="18"/>
                  </a:cxn>
                  <a:cxn ang="0">
                    <a:pos x="16" y="21"/>
                  </a:cxn>
                  <a:cxn ang="0">
                    <a:pos x="22" y="25"/>
                  </a:cxn>
                  <a:cxn ang="0">
                    <a:pos x="42" y="47"/>
                  </a:cxn>
                  <a:cxn ang="0">
                    <a:pos x="51" y="43"/>
                  </a:cxn>
                  <a:cxn ang="0">
                    <a:pos x="59" y="43"/>
                  </a:cxn>
                  <a:cxn ang="0">
                    <a:pos x="78" y="53"/>
                  </a:cxn>
                  <a:cxn ang="0">
                    <a:pos x="81" y="51"/>
                  </a:cxn>
                  <a:cxn ang="0">
                    <a:pos x="79" y="47"/>
                  </a:cxn>
                  <a:cxn ang="0">
                    <a:pos x="73" y="34"/>
                  </a:cxn>
                  <a:cxn ang="0">
                    <a:pos x="73" y="34"/>
                  </a:cxn>
                  <a:cxn ang="0">
                    <a:pos x="73" y="33"/>
                  </a:cxn>
                  <a:cxn ang="0">
                    <a:pos x="68" y="23"/>
                  </a:cxn>
                  <a:cxn ang="0">
                    <a:pos x="32" y="3"/>
                  </a:cxn>
                  <a:cxn ang="0">
                    <a:pos x="24" y="6"/>
                  </a:cxn>
                  <a:cxn ang="0">
                    <a:pos x="19" y="5"/>
                  </a:cxn>
                  <a:cxn ang="0">
                    <a:pos x="9" y="0"/>
                  </a:cxn>
                  <a:cxn ang="0">
                    <a:pos x="1" y="2"/>
                  </a:cxn>
                  <a:cxn ang="0">
                    <a:pos x="0" y="9"/>
                  </a:cxn>
                </a:cxnLst>
                <a:rect l="0" t="0" r="r" b="b"/>
                <a:pathLst>
                  <a:path w="81" h="53">
                    <a:moveTo>
                      <a:pt x="2" y="9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7"/>
                      <a:pt x="4" y="6"/>
                      <a:pt x="5" y="5"/>
                    </a:cubicBezTo>
                    <a:cubicBezTo>
                      <a:pt x="5" y="4"/>
                      <a:pt x="6" y="4"/>
                      <a:pt x="6" y="4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10" y="4"/>
                      <a:pt x="12" y="5"/>
                      <a:pt x="13" y="5"/>
                    </a:cubicBezTo>
                    <a:cubicBezTo>
                      <a:pt x="14" y="6"/>
                      <a:pt x="15" y="7"/>
                      <a:pt x="16" y="8"/>
                    </a:cubicBezTo>
                    <a:cubicBezTo>
                      <a:pt x="18" y="9"/>
                      <a:pt x="20" y="10"/>
                      <a:pt x="22" y="10"/>
                    </a:cubicBezTo>
                    <a:cubicBezTo>
                      <a:pt x="24" y="10"/>
                      <a:pt x="25" y="10"/>
                      <a:pt x="27" y="9"/>
                    </a:cubicBezTo>
                    <a:cubicBezTo>
                      <a:pt x="28" y="8"/>
                      <a:pt x="28" y="8"/>
                      <a:pt x="28" y="8"/>
                    </a:cubicBezTo>
                    <a:cubicBezTo>
                      <a:pt x="29" y="7"/>
                      <a:pt x="31" y="7"/>
                      <a:pt x="32" y="7"/>
                    </a:cubicBezTo>
                    <a:cubicBezTo>
                      <a:pt x="33" y="7"/>
                      <a:pt x="34" y="7"/>
                      <a:pt x="35" y="8"/>
                    </a:cubicBezTo>
                    <a:cubicBezTo>
                      <a:pt x="66" y="27"/>
                      <a:pt x="66" y="27"/>
                      <a:pt x="66" y="27"/>
                    </a:cubicBezTo>
                    <a:cubicBezTo>
                      <a:pt x="66" y="28"/>
                      <a:pt x="67" y="28"/>
                      <a:pt x="68" y="30"/>
                    </a:cubicBezTo>
                    <a:cubicBezTo>
                      <a:pt x="69" y="31"/>
                      <a:pt x="69" y="32"/>
                      <a:pt x="69" y="33"/>
                    </a:cubicBezTo>
                    <a:cubicBezTo>
                      <a:pt x="69" y="33"/>
                      <a:pt x="69" y="33"/>
                      <a:pt x="69" y="33"/>
                    </a:cubicBezTo>
                    <a:cubicBezTo>
                      <a:pt x="69" y="33"/>
                      <a:pt x="69" y="33"/>
                      <a:pt x="69" y="33"/>
                    </a:cubicBezTo>
                    <a:cubicBezTo>
                      <a:pt x="69" y="33"/>
                      <a:pt x="69" y="33"/>
                      <a:pt x="69" y="33"/>
                    </a:cubicBezTo>
                    <a:cubicBezTo>
                      <a:pt x="69" y="34"/>
                      <a:pt x="69" y="34"/>
                      <a:pt x="69" y="34"/>
                    </a:cubicBezTo>
                    <a:cubicBezTo>
                      <a:pt x="69" y="38"/>
                      <a:pt x="70" y="42"/>
                      <a:pt x="72" y="45"/>
                    </a:cubicBezTo>
                    <a:cubicBezTo>
                      <a:pt x="76" y="50"/>
                      <a:pt x="76" y="50"/>
                      <a:pt x="76" y="50"/>
                    </a:cubicBezTo>
                    <a:cubicBezTo>
                      <a:pt x="76" y="50"/>
                      <a:pt x="77" y="50"/>
                      <a:pt x="77" y="51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8" y="51"/>
                      <a:pt x="78" y="51"/>
                      <a:pt x="78" y="51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8" y="51"/>
                      <a:pt x="78" y="51"/>
                      <a:pt x="78" y="51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9" y="51"/>
                      <a:pt x="79" y="51"/>
                      <a:pt x="79" y="51"/>
                    </a:cubicBezTo>
                    <a:cubicBezTo>
                      <a:pt x="77" y="49"/>
                      <a:pt x="77" y="49"/>
                      <a:pt x="77" y="49"/>
                    </a:cubicBezTo>
                    <a:cubicBezTo>
                      <a:pt x="77" y="50"/>
                      <a:pt x="77" y="50"/>
                      <a:pt x="77" y="51"/>
                    </a:cubicBezTo>
                    <a:cubicBezTo>
                      <a:pt x="79" y="51"/>
                      <a:pt x="79" y="51"/>
                      <a:pt x="79" y="51"/>
                    </a:cubicBezTo>
                    <a:cubicBezTo>
                      <a:pt x="77" y="49"/>
                      <a:pt x="77" y="49"/>
                      <a:pt x="77" y="49"/>
                    </a:cubicBezTo>
                    <a:cubicBezTo>
                      <a:pt x="78" y="51"/>
                      <a:pt x="78" y="51"/>
                      <a:pt x="78" y="51"/>
                    </a:cubicBezTo>
                    <a:cubicBezTo>
                      <a:pt x="78" y="49"/>
                      <a:pt x="78" y="49"/>
                      <a:pt x="78" y="49"/>
                    </a:cubicBezTo>
                    <a:cubicBezTo>
                      <a:pt x="78" y="49"/>
                      <a:pt x="78" y="49"/>
                      <a:pt x="77" y="49"/>
                    </a:cubicBezTo>
                    <a:cubicBezTo>
                      <a:pt x="78" y="51"/>
                      <a:pt x="78" y="51"/>
                      <a:pt x="78" y="51"/>
                    </a:cubicBezTo>
                    <a:cubicBezTo>
                      <a:pt x="78" y="49"/>
                      <a:pt x="78" y="49"/>
                      <a:pt x="78" y="49"/>
                    </a:cubicBezTo>
                    <a:cubicBezTo>
                      <a:pt x="78" y="49"/>
                      <a:pt x="78" y="49"/>
                      <a:pt x="78" y="49"/>
                    </a:cubicBezTo>
                    <a:cubicBezTo>
                      <a:pt x="79" y="49"/>
                      <a:pt x="79" y="49"/>
                      <a:pt x="79" y="49"/>
                    </a:cubicBezTo>
                    <a:cubicBezTo>
                      <a:pt x="78" y="49"/>
                      <a:pt x="78" y="49"/>
                      <a:pt x="78" y="49"/>
                    </a:cubicBezTo>
                    <a:cubicBezTo>
                      <a:pt x="78" y="49"/>
                      <a:pt x="78" y="49"/>
                      <a:pt x="78" y="49"/>
                    </a:cubicBezTo>
                    <a:cubicBezTo>
                      <a:pt x="79" y="49"/>
                      <a:pt x="79" y="49"/>
                      <a:pt x="79" y="49"/>
                    </a:cubicBezTo>
                    <a:cubicBezTo>
                      <a:pt x="78" y="49"/>
                      <a:pt x="78" y="49"/>
                      <a:pt x="78" y="49"/>
                    </a:cubicBezTo>
                    <a:cubicBezTo>
                      <a:pt x="61" y="39"/>
                      <a:pt x="61" y="39"/>
                      <a:pt x="61" y="39"/>
                    </a:cubicBezTo>
                    <a:cubicBezTo>
                      <a:pt x="59" y="39"/>
                      <a:pt x="57" y="38"/>
                      <a:pt x="55" y="38"/>
                    </a:cubicBezTo>
                    <a:cubicBezTo>
                      <a:pt x="53" y="38"/>
                      <a:pt x="51" y="39"/>
                      <a:pt x="49" y="39"/>
                    </a:cubicBezTo>
                    <a:cubicBezTo>
                      <a:pt x="44" y="43"/>
                      <a:pt x="44" y="43"/>
                      <a:pt x="44" y="43"/>
                    </a:cubicBezTo>
                    <a:cubicBezTo>
                      <a:pt x="43" y="43"/>
                      <a:pt x="43" y="43"/>
                      <a:pt x="42" y="43"/>
                    </a:cubicBezTo>
                    <a:cubicBezTo>
                      <a:pt x="41" y="43"/>
                      <a:pt x="39" y="42"/>
                      <a:pt x="38" y="41"/>
                    </a:cubicBezTo>
                    <a:cubicBezTo>
                      <a:pt x="26" y="23"/>
                      <a:pt x="26" y="23"/>
                      <a:pt x="26" y="23"/>
                    </a:cubicBezTo>
                    <a:cubicBezTo>
                      <a:pt x="25" y="21"/>
                      <a:pt x="23" y="19"/>
                      <a:pt x="21" y="18"/>
                    </a:cubicBezTo>
                    <a:cubicBezTo>
                      <a:pt x="20" y="17"/>
                      <a:pt x="18" y="17"/>
                      <a:pt x="16" y="16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7" y="17"/>
                      <a:pt x="6" y="16"/>
                      <a:pt x="6" y="15"/>
                    </a:cubicBezTo>
                    <a:cubicBezTo>
                      <a:pt x="5" y="14"/>
                      <a:pt x="4" y="13"/>
                      <a:pt x="4" y="12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2" y="9"/>
                      <a:pt x="2" y="9"/>
                      <a:pt x="2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4"/>
                      <a:pt x="1" y="17"/>
                      <a:pt x="3" y="18"/>
                    </a:cubicBezTo>
                    <a:cubicBezTo>
                      <a:pt x="4" y="20"/>
                      <a:pt x="6" y="21"/>
                      <a:pt x="8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7" y="21"/>
                      <a:pt x="18" y="21"/>
                      <a:pt x="19" y="22"/>
                    </a:cubicBezTo>
                    <a:cubicBezTo>
                      <a:pt x="21" y="23"/>
                      <a:pt x="22" y="24"/>
                      <a:pt x="22" y="25"/>
                    </a:cubicBezTo>
                    <a:cubicBezTo>
                      <a:pt x="35" y="43"/>
                      <a:pt x="35" y="43"/>
                      <a:pt x="35" y="43"/>
                    </a:cubicBezTo>
                    <a:cubicBezTo>
                      <a:pt x="36" y="46"/>
                      <a:pt x="39" y="47"/>
                      <a:pt x="42" y="47"/>
                    </a:cubicBezTo>
                    <a:cubicBezTo>
                      <a:pt x="43" y="47"/>
                      <a:pt x="44" y="47"/>
                      <a:pt x="46" y="46"/>
                    </a:cubicBezTo>
                    <a:cubicBezTo>
                      <a:pt x="51" y="43"/>
                      <a:pt x="51" y="43"/>
                      <a:pt x="51" y="43"/>
                    </a:cubicBezTo>
                    <a:cubicBezTo>
                      <a:pt x="52" y="43"/>
                      <a:pt x="54" y="42"/>
                      <a:pt x="55" y="42"/>
                    </a:cubicBezTo>
                    <a:cubicBezTo>
                      <a:pt x="57" y="42"/>
                      <a:pt x="58" y="43"/>
                      <a:pt x="59" y="43"/>
                    </a:cubicBezTo>
                    <a:cubicBezTo>
                      <a:pt x="76" y="52"/>
                      <a:pt x="76" y="52"/>
                      <a:pt x="76" y="52"/>
                    </a:cubicBezTo>
                    <a:cubicBezTo>
                      <a:pt x="77" y="53"/>
                      <a:pt x="77" y="53"/>
                      <a:pt x="78" y="53"/>
                    </a:cubicBezTo>
                    <a:cubicBezTo>
                      <a:pt x="79" y="53"/>
                      <a:pt x="80" y="53"/>
                      <a:pt x="80" y="53"/>
                    </a:cubicBezTo>
                    <a:cubicBezTo>
                      <a:pt x="81" y="52"/>
                      <a:pt x="81" y="51"/>
                      <a:pt x="81" y="51"/>
                    </a:cubicBezTo>
                    <a:cubicBezTo>
                      <a:pt x="81" y="50"/>
                      <a:pt x="81" y="49"/>
                      <a:pt x="81" y="49"/>
                    </a:cubicBezTo>
                    <a:cubicBezTo>
                      <a:pt x="80" y="48"/>
                      <a:pt x="80" y="48"/>
                      <a:pt x="79" y="47"/>
                    </a:cubicBezTo>
                    <a:cubicBezTo>
                      <a:pt x="76" y="42"/>
                      <a:pt x="76" y="42"/>
                      <a:pt x="76" y="42"/>
                    </a:cubicBezTo>
                    <a:cubicBezTo>
                      <a:pt x="74" y="40"/>
                      <a:pt x="73" y="36"/>
                      <a:pt x="73" y="34"/>
                    </a:cubicBezTo>
                    <a:cubicBezTo>
                      <a:pt x="73" y="34"/>
                      <a:pt x="73" y="34"/>
                      <a:pt x="73" y="34"/>
                    </a:cubicBezTo>
                    <a:cubicBezTo>
                      <a:pt x="73" y="34"/>
                      <a:pt x="73" y="34"/>
                      <a:pt x="73" y="34"/>
                    </a:cubicBezTo>
                    <a:cubicBezTo>
                      <a:pt x="73" y="34"/>
                      <a:pt x="73" y="34"/>
                      <a:pt x="73" y="34"/>
                    </a:cubicBezTo>
                    <a:cubicBezTo>
                      <a:pt x="73" y="33"/>
                      <a:pt x="73" y="33"/>
                      <a:pt x="73" y="33"/>
                    </a:cubicBezTo>
                    <a:cubicBezTo>
                      <a:pt x="73" y="31"/>
                      <a:pt x="73" y="29"/>
                      <a:pt x="72" y="28"/>
                    </a:cubicBezTo>
                    <a:cubicBezTo>
                      <a:pt x="71" y="26"/>
                      <a:pt x="70" y="24"/>
                      <a:pt x="68" y="23"/>
                    </a:cubicBezTo>
                    <a:cubicBezTo>
                      <a:pt x="37" y="4"/>
                      <a:pt x="37" y="4"/>
                      <a:pt x="37" y="4"/>
                    </a:cubicBezTo>
                    <a:cubicBezTo>
                      <a:pt x="36" y="3"/>
                      <a:pt x="34" y="3"/>
                      <a:pt x="32" y="3"/>
                    </a:cubicBezTo>
                    <a:cubicBezTo>
                      <a:pt x="30" y="3"/>
                      <a:pt x="28" y="3"/>
                      <a:pt x="26" y="4"/>
                    </a:cubicBezTo>
                    <a:cubicBezTo>
                      <a:pt x="24" y="6"/>
                      <a:pt x="24" y="6"/>
                      <a:pt x="24" y="6"/>
                    </a:cubicBezTo>
                    <a:cubicBezTo>
                      <a:pt x="24" y="6"/>
                      <a:pt x="23" y="6"/>
                      <a:pt x="22" y="6"/>
                    </a:cubicBezTo>
                    <a:cubicBezTo>
                      <a:pt x="21" y="6"/>
                      <a:pt x="20" y="6"/>
                      <a:pt x="19" y="5"/>
                    </a:cubicBezTo>
                    <a:cubicBezTo>
                      <a:pt x="18" y="3"/>
                      <a:pt x="17" y="2"/>
                      <a:pt x="15" y="1"/>
                    </a:cubicBezTo>
                    <a:cubicBezTo>
                      <a:pt x="13" y="0"/>
                      <a:pt x="11" y="0"/>
                      <a:pt x="9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4" y="0"/>
                      <a:pt x="2" y="1"/>
                      <a:pt x="1" y="2"/>
                    </a:cubicBezTo>
                    <a:cubicBezTo>
                      <a:pt x="0" y="4"/>
                      <a:pt x="0" y="6"/>
                      <a:pt x="0" y="8"/>
                    </a:cubicBezTo>
                    <a:cubicBezTo>
                      <a:pt x="0" y="9"/>
                      <a:pt x="0" y="9"/>
                      <a:pt x="0" y="9"/>
                    </a:cubicBezTo>
                    <a:lnTo>
                      <a:pt x="2" y="9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23" name="Freeform 288"/>
              <p:cNvSpPr>
                <a:spLocks/>
              </p:cNvSpPr>
              <p:nvPr/>
            </p:nvSpPr>
            <p:spPr bwMode="auto">
              <a:xfrm>
                <a:off x="-1711326" y="4251321"/>
                <a:ext cx="574674" cy="568324"/>
              </a:xfrm>
              <a:custGeom>
                <a:avLst/>
                <a:gdLst/>
                <a:ahLst/>
                <a:cxnLst>
                  <a:cxn ang="0">
                    <a:pos x="5" y="60"/>
                  </a:cxn>
                  <a:cxn ang="0">
                    <a:pos x="6" y="53"/>
                  </a:cxn>
                  <a:cxn ang="0">
                    <a:pos x="45" y="21"/>
                  </a:cxn>
                  <a:cxn ang="0">
                    <a:pos x="50" y="20"/>
                  </a:cxn>
                  <a:cxn ang="0">
                    <a:pos x="59" y="12"/>
                  </a:cxn>
                  <a:cxn ang="0">
                    <a:pos x="62" y="5"/>
                  </a:cxn>
                  <a:cxn ang="0">
                    <a:pos x="65" y="4"/>
                  </a:cxn>
                  <a:cxn ang="0">
                    <a:pos x="82" y="8"/>
                  </a:cxn>
                  <a:cxn ang="0">
                    <a:pos x="83" y="14"/>
                  </a:cxn>
                  <a:cxn ang="0">
                    <a:pos x="89" y="25"/>
                  </a:cxn>
                  <a:cxn ang="0">
                    <a:pos x="99" y="32"/>
                  </a:cxn>
                  <a:cxn ang="0">
                    <a:pos x="104" y="25"/>
                  </a:cxn>
                  <a:cxn ang="0">
                    <a:pos x="104" y="4"/>
                  </a:cxn>
                  <a:cxn ang="0">
                    <a:pos x="104" y="4"/>
                  </a:cxn>
                  <a:cxn ang="0">
                    <a:pos x="104" y="4"/>
                  </a:cxn>
                  <a:cxn ang="0">
                    <a:pos x="104" y="4"/>
                  </a:cxn>
                  <a:cxn ang="0">
                    <a:pos x="103" y="4"/>
                  </a:cxn>
                  <a:cxn ang="0">
                    <a:pos x="103" y="3"/>
                  </a:cxn>
                  <a:cxn ang="0">
                    <a:pos x="103" y="3"/>
                  </a:cxn>
                  <a:cxn ang="0">
                    <a:pos x="103" y="4"/>
                  </a:cxn>
                  <a:cxn ang="0">
                    <a:pos x="103" y="4"/>
                  </a:cxn>
                  <a:cxn ang="0">
                    <a:pos x="104" y="5"/>
                  </a:cxn>
                  <a:cxn ang="0">
                    <a:pos x="119" y="26"/>
                  </a:cxn>
                  <a:cxn ang="0">
                    <a:pos x="120" y="37"/>
                  </a:cxn>
                  <a:cxn ang="0">
                    <a:pos x="124" y="50"/>
                  </a:cxn>
                  <a:cxn ang="0">
                    <a:pos x="147" y="83"/>
                  </a:cxn>
                  <a:cxn ang="0">
                    <a:pos x="148" y="108"/>
                  </a:cxn>
                  <a:cxn ang="0">
                    <a:pos x="127" y="145"/>
                  </a:cxn>
                  <a:cxn ang="0">
                    <a:pos x="122" y="147"/>
                  </a:cxn>
                  <a:cxn ang="0">
                    <a:pos x="72" y="111"/>
                  </a:cxn>
                  <a:cxn ang="0">
                    <a:pos x="31" y="125"/>
                  </a:cxn>
                  <a:cxn ang="0">
                    <a:pos x="27" y="122"/>
                  </a:cxn>
                  <a:cxn ang="0">
                    <a:pos x="3" y="61"/>
                  </a:cxn>
                  <a:cxn ang="0">
                    <a:pos x="23" y="124"/>
                  </a:cxn>
                  <a:cxn ang="0">
                    <a:pos x="32" y="129"/>
                  </a:cxn>
                  <a:cxn ang="0">
                    <a:pos x="72" y="115"/>
                  </a:cxn>
                  <a:cxn ang="0">
                    <a:pos x="119" y="150"/>
                  </a:cxn>
                  <a:cxn ang="0">
                    <a:pos x="130" y="148"/>
                  </a:cxn>
                  <a:cxn ang="0">
                    <a:pos x="153" y="108"/>
                  </a:cxn>
                  <a:cxn ang="0">
                    <a:pos x="151" y="82"/>
                  </a:cxn>
                  <a:cxn ang="0">
                    <a:pos x="128" y="47"/>
                  </a:cxn>
                  <a:cxn ang="0">
                    <a:pos x="125" y="37"/>
                  </a:cxn>
                  <a:cxn ang="0">
                    <a:pos x="123" y="25"/>
                  </a:cxn>
                  <a:cxn ang="0">
                    <a:pos x="107" y="2"/>
                  </a:cxn>
                  <a:cxn ang="0">
                    <a:pos x="103" y="0"/>
                  </a:cxn>
                  <a:cxn ang="0">
                    <a:pos x="100" y="3"/>
                  </a:cxn>
                  <a:cxn ang="0">
                    <a:pos x="100" y="25"/>
                  </a:cxn>
                  <a:cxn ang="0">
                    <a:pos x="99" y="27"/>
                  </a:cxn>
                  <a:cxn ang="0">
                    <a:pos x="99" y="28"/>
                  </a:cxn>
                  <a:cxn ang="0">
                    <a:pos x="99" y="27"/>
                  </a:cxn>
                  <a:cxn ang="0">
                    <a:pos x="99" y="27"/>
                  </a:cxn>
                  <a:cxn ang="0">
                    <a:pos x="91" y="22"/>
                  </a:cxn>
                  <a:cxn ang="0">
                    <a:pos x="88" y="14"/>
                  </a:cxn>
                  <a:cxn ang="0">
                    <a:pos x="86" y="5"/>
                  </a:cxn>
                  <a:cxn ang="0">
                    <a:pos x="66" y="0"/>
                  </a:cxn>
                  <a:cxn ang="0">
                    <a:pos x="59" y="2"/>
                  </a:cxn>
                  <a:cxn ang="0">
                    <a:pos x="55" y="11"/>
                  </a:cxn>
                  <a:cxn ang="0">
                    <a:pos x="50" y="16"/>
                  </a:cxn>
                  <a:cxn ang="0">
                    <a:pos x="43" y="17"/>
                  </a:cxn>
                  <a:cxn ang="0">
                    <a:pos x="3" y="49"/>
                  </a:cxn>
                  <a:cxn ang="0">
                    <a:pos x="1" y="61"/>
                  </a:cxn>
                </a:cxnLst>
                <a:rect l="0" t="0" r="r" b="b"/>
                <a:pathLst>
                  <a:path w="153" h="151">
                    <a:moveTo>
                      <a:pt x="3" y="61"/>
                    </a:moveTo>
                    <a:cubicBezTo>
                      <a:pt x="5" y="60"/>
                      <a:pt x="5" y="60"/>
                      <a:pt x="5" y="60"/>
                    </a:cubicBezTo>
                    <a:cubicBezTo>
                      <a:pt x="4" y="59"/>
                      <a:pt x="4" y="58"/>
                      <a:pt x="4" y="58"/>
                    </a:cubicBezTo>
                    <a:cubicBezTo>
                      <a:pt x="4" y="55"/>
                      <a:pt x="5" y="53"/>
                      <a:pt x="6" y="53"/>
                    </a:cubicBezTo>
                    <a:cubicBezTo>
                      <a:pt x="41" y="23"/>
                      <a:pt x="41" y="23"/>
                      <a:pt x="41" y="23"/>
                    </a:cubicBezTo>
                    <a:cubicBezTo>
                      <a:pt x="42" y="22"/>
                      <a:pt x="43" y="22"/>
                      <a:pt x="45" y="21"/>
                    </a:cubicBezTo>
                    <a:cubicBezTo>
                      <a:pt x="46" y="20"/>
                      <a:pt x="48" y="20"/>
                      <a:pt x="49" y="20"/>
                    </a:cubicBezTo>
                    <a:cubicBezTo>
                      <a:pt x="50" y="20"/>
                      <a:pt x="50" y="20"/>
                      <a:pt x="50" y="20"/>
                    </a:cubicBezTo>
                    <a:cubicBezTo>
                      <a:pt x="52" y="20"/>
                      <a:pt x="54" y="19"/>
                      <a:pt x="55" y="18"/>
                    </a:cubicBezTo>
                    <a:cubicBezTo>
                      <a:pt x="57" y="16"/>
                      <a:pt x="58" y="14"/>
                      <a:pt x="59" y="12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1" y="7"/>
                      <a:pt x="61" y="6"/>
                      <a:pt x="62" y="5"/>
                    </a:cubicBezTo>
                    <a:cubicBezTo>
                      <a:pt x="63" y="4"/>
                      <a:pt x="64" y="4"/>
                      <a:pt x="65" y="4"/>
                    </a:cubicBezTo>
                    <a:cubicBezTo>
                      <a:pt x="65" y="4"/>
                      <a:pt x="65" y="4"/>
                      <a:pt x="65" y="4"/>
                    </a:cubicBezTo>
                    <a:cubicBezTo>
                      <a:pt x="80" y="6"/>
                      <a:pt x="80" y="6"/>
                      <a:pt x="80" y="6"/>
                    </a:cubicBezTo>
                    <a:cubicBezTo>
                      <a:pt x="81" y="6"/>
                      <a:pt x="81" y="7"/>
                      <a:pt x="82" y="8"/>
                    </a:cubicBezTo>
                    <a:cubicBezTo>
                      <a:pt x="83" y="9"/>
                      <a:pt x="83" y="10"/>
                      <a:pt x="83" y="12"/>
                    </a:cubicBezTo>
                    <a:cubicBezTo>
                      <a:pt x="83" y="14"/>
                      <a:pt x="83" y="14"/>
                      <a:pt x="83" y="14"/>
                    </a:cubicBezTo>
                    <a:cubicBezTo>
                      <a:pt x="83" y="16"/>
                      <a:pt x="84" y="18"/>
                      <a:pt x="85" y="20"/>
                    </a:cubicBezTo>
                    <a:cubicBezTo>
                      <a:pt x="86" y="22"/>
                      <a:pt x="87" y="24"/>
                      <a:pt x="89" y="25"/>
                    </a:cubicBezTo>
                    <a:cubicBezTo>
                      <a:pt x="96" y="31"/>
                      <a:pt x="96" y="31"/>
                      <a:pt x="96" y="31"/>
                    </a:cubicBezTo>
                    <a:cubicBezTo>
                      <a:pt x="97" y="31"/>
                      <a:pt x="98" y="32"/>
                      <a:pt x="99" y="32"/>
                    </a:cubicBezTo>
                    <a:cubicBezTo>
                      <a:pt x="101" y="32"/>
                      <a:pt x="102" y="31"/>
                      <a:pt x="103" y="30"/>
                    </a:cubicBezTo>
                    <a:cubicBezTo>
                      <a:pt x="104" y="28"/>
                      <a:pt x="104" y="27"/>
                      <a:pt x="104" y="25"/>
                    </a:cubicBezTo>
                    <a:cubicBezTo>
                      <a:pt x="104" y="6"/>
                      <a:pt x="104" y="6"/>
                      <a:pt x="104" y="6"/>
                    </a:cubicBezTo>
                    <a:cubicBezTo>
                      <a:pt x="104" y="5"/>
                      <a:pt x="104" y="4"/>
                      <a:pt x="104" y="4"/>
                    </a:cubicBezTo>
                    <a:cubicBezTo>
                      <a:pt x="104" y="4"/>
                      <a:pt x="104" y="4"/>
                      <a:pt x="104" y="4"/>
                    </a:cubicBezTo>
                    <a:cubicBezTo>
                      <a:pt x="104" y="4"/>
                      <a:pt x="104" y="4"/>
                      <a:pt x="104" y="4"/>
                    </a:cubicBezTo>
                    <a:cubicBezTo>
                      <a:pt x="104" y="4"/>
                      <a:pt x="104" y="4"/>
                      <a:pt x="104" y="4"/>
                    </a:cubicBezTo>
                    <a:cubicBezTo>
                      <a:pt x="104" y="4"/>
                      <a:pt x="104" y="4"/>
                      <a:pt x="104" y="4"/>
                    </a:cubicBezTo>
                    <a:cubicBezTo>
                      <a:pt x="104" y="4"/>
                      <a:pt x="104" y="4"/>
                      <a:pt x="104" y="4"/>
                    </a:cubicBezTo>
                    <a:cubicBezTo>
                      <a:pt x="104" y="4"/>
                      <a:pt x="104" y="4"/>
                      <a:pt x="104" y="4"/>
                    </a:cubicBezTo>
                    <a:cubicBezTo>
                      <a:pt x="103" y="3"/>
                      <a:pt x="103" y="3"/>
                      <a:pt x="103" y="3"/>
                    </a:cubicBezTo>
                    <a:cubicBezTo>
                      <a:pt x="103" y="4"/>
                      <a:pt x="103" y="4"/>
                      <a:pt x="103" y="4"/>
                    </a:cubicBezTo>
                    <a:cubicBezTo>
                      <a:pt x="104" y="4"/>
                      <a:pt x="104" y="4"/>
                      <a:pt x="104" y="4"/>
                    </a:cubicBezTo>
                    <a:cubicBezTo>
                      <a:pt x="103" y="3"/>
                      <a:pt x="103" y="3"/>
                      <a:pt x="103" y="3"/>
                    </a:cubicBezTo>
                    <a:cubicBezTo>
                      <a:pt x="103" y="4"/>
                      <a:pt x="103" y="4"/>
                      <a:pt x="103" y="4"/>
                    </a:cubicBezTo>
                    <a:cubicBezTo>
                      <a:pt x="103" y="3"/>
                      <a:pt x="103" y="3"/>
                      <a:pt x="103" y="3"/>
                    </a:cubicBezTo>
                    <a:cubicBezTo>
                      <a:pt x="103" y="4"/>
                      <a:pt x="103" y="4"/>
                      <a:pt x="103" y="4"/>
                    </a:cubicBezTo>
                    <a:cubicBezTo>
                      <a:pt x="103" y="4"/>
                      <a:pt x="103" y="4"/>
                      <a:pt x="103" y="4"/>
                    </a:cubicBezTo>
                    <a:cubicBezTo>
                      <a:pt x="103" y="3"/>
                      <a:pt x="103" y="3"/>
                      <a:pt x="103" y="3"/>
                    </a:cubicBezTo>
                    <a:cubicBezTo>
                      <a:pt x="103" y="4"/>
                      <a:pt x="103" y="4"/>
                      <a:pt x="103" y="4"/>
                    </a:cubicBezTo>
                    <a:cubicBezTo>
                      <a:pt x="103" y="4"/>
                      <a:pt x="103" y="4"/>
                      <a:pt x="103" y="4"/>
                    </a:cubicBezTo>
                    <a:cubicBezTo>
                      <a:pt x="103" y="4"/>
                      <a:pt x="103" y="4"/>
                      <a:pt x="104" y="5"/>
                    </a:cubicBezTo>
                    <a:cubicBezTo>
                      <a:pt x="117" y="22"/>
                      <a:pt x="117" y="22"/>
                      <a:pt x="117" y="22"/>
                    </a:cubicBezTo>
                    <a:cubicBezTo>
                      <a:pt x="118" y="23"/>
                      <a:pt x="119" y="24"/>
                      <a:pt x="119" y="26"/>
                    </a:cubicBezTo>
                    <a:cubicBezTo>
                      <a:pt x="120" y="28"/>
                      <a:pt x="120" y="30"/>
                      <a:pt x="120" y="32"/>
                    </a:cubicBezTo>
                    <a:cubicBezTo>
                      <a:pt x="120" y="37"/>
                      <a:pt x="120" y="37"/>
                      <a:pt x="120" y="37"/>
                    </a:cubicBezTo>
                    <a:cubicBezTo>
                      <a:pt x="120" y="39"/>
                      <a:pt x="121" y="42"/>
                      <a:pt x="121" y="44"/>
                    </a:cubicBezTo>
                    <a:cubicBezTo>
                      <a:pt x="122" y="46"/>
                      <a:pt x="123" y="48"/>
                      <a:pt x="124" y="50"/>
                    </a:cubicBezTo>
                    <a:cubicBezTo>
                      <a:pt x="145" y="78"/>
                      <a:pt x="145" y="78"/>
                      <a:pt x="145" y="78"/>
                    </a:cubicBezTo>
                    <a:cubicBezTo>
                      <a:pt x="146" y="79"/>
                      <a:pt x="147" y="81"/>
                      <a:pt x="147" y="83"/>
                    </a:cubicBezTo>
                    <a:cubicBezTo>
                      <a:pt x="148" y="85"/>
                      <a:pt x="148" y="87"/>
                      <a:pt x="148" y="89"/>
                    </a:cubicBezTo>
                    <a:cubicBezTo>
                      <a:pt x="148" y="108"/>
                      <a:pt x="148" y="108"/>
                      <a:pt x="148" y="108"/>
                    </a:cubicBezTo>
                    <a:cubicBezTo>
                      <a:pt x="148" y="111"/>
                      <a:pt x="147" y="117"/>
                      <a:pt x="145" y="119"/>
                    </a:cubicBezTo>
                    <a:cubicBezTo>
                      <a:pt x="127" y="145"/>
                      <a:pt x="127" y="145"/>
                      <a:pt x="127" y="145"/>
                    </a:cubicBezTo>
                    <a:cubicBezTo>
                      <a:pt x="126" y="147"/>
                      <a:pt x="125" y="147"/>
                      <a:pt x="124" y="147"/>
                    </a:cubicBezTo>
                    <a:cubicBezTo>
                      <a:pt x="123" y="147"/>
                      <a:pt x="123" y="147"/>
                      <a:pt x="122" y="147"/>
                    </a:cubicBezTo>
                    <a:cubicBezTo>
                      <a:pt x="79" y="113"/>
                      <a:pt x="79" y="113"/>
                      <a:pt x="79" y="113"/>
                    </a:cubicBezTo>
                    <a:cubicBezTo>
                      <a:pt x="77" y="111"/>
                      <a:pt x="74" y="111"/>
                      <a:pt x="72" y="111"/>
                    </a:cubicBezTo>
                    <a:cubicBezTo>
                      <a:pt x="70" y="111"/>
                      <a:pt x="69" y="111"/>
                      <a:pt x="68" y="111"/>
                    </a:cubicBezTo>
                    <a:cubicBezTo>
                      <a:pt x="31" y="125"/>
                      <a:pt x="31" y="125"/>
                      <a:pt x="31" y="125"/>
                    </a:cubicBezTo>
                    <a:cubicBezTo>
                      <a:pt x="30" y="125"/>
                      <a:pt x="30" y="125"/>
                      <a:pt x="30" y="125"/>
                    </a:cubicBezTo>
                    <a:cubicBezTo>
                      <a:pt x="29" y="125"/>
                      <a:pt x="27" y="124"/>
                      <a:pt x="27" y="122"/>
                    </a:cubicBezTo>
                    <a:cubicBezTo>
                      <a:pt x="5" y="60"/>
                      <a:pt x="5" y="60"/>
                      <a:pt x="5" y="60"/>
                    </a:cubicBezTo>
                    <a:cubicBezTo>
                      <a:pt x="3" y="61"/>
                      <a:pt x="3" y="61"/>
                      <a:pt x="3" y="61"/>
                    </a:cubicBezTo>
                    <a:cubicBezTo>
                      <a:pt x="1" y="61"/>
                      <a:pt x="1" y="61"/>
                      <a:pt x="1" y="61"/>
                    </a:cubicBezTo>
                    <a:cubicBezTo>
                      <a:pt x="23" y="124"/>
                      <a:pt x="23" y="124"/>
                      <a:pt x="23" y="124"/>
                    </a:cubicBezTo>
                    <a:cubicBezTo>
                      <a:pt x="24" y="127"/>
                      <a:pt x="27" y="130"/>
                      <a:pt x="30" y="130"/>
                    </a:cubicBezTo>
                    <a:cubicBezTo>
                      <a:pt x="31" y="130"/>
                      <a:pt x="32" y="130"/>
                      <a:pt x="32" y="129"/>
                    </a:cubicBezTo>
                    <a:cubicBezTo>
                      <a:pt x="70" y="115"/>
                      <a:pt x="70" y="115"/>
                      <a:pt x="70" y="115"/>
                    </a:cubicBezTo>
                    <a:cubicBezTo>
                      <a:pt x="70" y="115"/>
                      <a:pt x="71" y="115"/>
                      <a:pt x="72" y="115"/>
                    </a:cubicBezTo>
                    <a:cubicBezTo>
                      <a:pt x="73" y="115"/>
                      <a:pt x="76" y="116"/>
                      <a:pt x="77" y="117"/>
                    </a:cubicBezTo>
                    <a:cubicBezTo>
                      <a:pt x="119" y="150"/>
                      <a:pt x="119" y="150"/>
                      <a:pt x="119" y="150"/>
                    </a:cubicBezTo>
                    <a:cubicBezTo>
                      <a:pt x="121" y="151"/>
                      <a:pt x="122" y="151"/>
                      <a:pt x="124" y="151"/>
                    </a:cubicBezTo>
                    <a:cubicBezTo>
                      <a:pt x="126" y="151"/>
                      <a:pt x="129" y="150"/>
                      <a:pt x="130" y="148"/>
                    </a:cubicBezTo>
                    <a:cubicBezTo>
                      <a:pt x="149" y="121"/>
                      <a:pt x="149" y="121"/>
                      <a:pt x="149" y="121"/>
                    </a:cubicBezTo>
                    <a:cubicBezTo>
                      <a:pt x="151" y="118"/>
                      <a:pt x="152" y="113"/>
                      <a:pt x="153" y="108"/>
                    </a:cubicBezTo>
                    <a:cubicBezTo>
                      <a:pt x="153" y="89"/>
                      <a:pt x="153" y="89"/>
                      <a:pt x="153" y="89"/>
                    </a:cubicBezTo>
                    <a:cubicBezTo>
                      <a:pt x="153" y="86"/>
                      <a:pt x="152" y="84"/>
                      <a:pt x="151" y="82"/>
                    </a:cubicBezTo>
                    <a:cubicBezTo>
                      <a:pt x="151" y="79"/>
                      <a:pt x="150" y="77"/>
                      <a:pt x="149" y="76"/>
                    </a:cubicBezTo>
                    <a:cubicBezTo>
                      <a:pt x="128" y="47"/>
                      <a:pt x="128" y="47"/>
                      <a:pt x="128" y="47"/>
                    </a:cubicBezTo>
                    <a:cubicBezTo>
                      <a:pt x="127" y="46"/>
                      <a:pt x="126" y="45"/>
                      <a:pt x="126" y="43"/>
                    </a:cubicBezTo>
                    <a:cubicBezTo>
                      <a:pt x="125" y="41"/>
                      <a:pt x="125" y="39"/>
                      <a:pt x="125" y="37"/>
                    </a:cubicBezTo>
                    <a:cubicBezTo>
                      <a:pt x="125" y="32"/>
                      <a:pt x="125" y="32"/>
                      <a:pt x="125" y="32"/>
                    </a:cubicBezTo>
                    <a:cubicBezTo>
                      <a:pt x="125" y="30"/>
                      <a:pt x="124" y="27"/>
                      <a:pt x="123" y="25"/>
                    </a:cubicBezTo>
                    <a:cubicBezTo>
                      <a:pt x="123" y="23"/>
                      <a:pt x="122" y="21"/>
                      <a:pt x="120" y="19"/>
                    </a:cubicBezTo>
                    <a:cubicBezTo>
                      <a:pt x="107" y="2"/>
                      <a:pt x="107" y="2"/>
                      <a:pt x="107" y="2"/>
                    </a:cubicBezTo>
                    <a:cubicBezTo>
                      <a:pt x="107" y="2"/>
                      <a:pt x="106" y="1"/>
                      <a:pt x="105" y="1"/>
                    </a:cubicBezTo>
                    <a:cubicBezTo>
                      <a:pt x="105" y="0"/>
                      <a:pt x="104" y="0"/>
                      <a:pt x="103" y="0"/>
                    </a:cubicBezTo>
                    <a:cubicBezTo>
                      <a:pt x="103" y="0"/>
                      <a:pt x="102" y="0"/>
                      <a:pt x="101" y="1"/>
                    </a:cubicBezTo>
                    <a:cubicBezTo>
                      <a:pt x="100" y="1"/>
                      <a:pt x="100" y="2"/>
                      <a:pt x="100" y="3"/>
                    </a:cubicBezTo>
                    <a:cubicBezTo>
                      <a:pt x="100" y="4"/>
                      <a:pt x="100" y="5"/>
                      <a:pt x="100" y="6"/>
                    </a:cubicBezTo>
                    <a:cubicBezTo>
                      <a:pt x="100" y="25"/>
                      <a:pt x="100" y="25"/>
                      <a:pt x="100" y="25"/>
                    </a:cubicBezTo>
                    <a:cubicBezTo>
                      <a:pt x="100" y="26"/>
                      <a:pt x="99" y="27"/>
                      <a:pt x="99" y="27"/>
                    </a:cubicBezTo>
                    <a:cubicBezTo>
                      <a:pt x="99" y="27"/>
                      <a:pt x="99" y="27"/>
                      <a:pt x="99" y="27"/>
                    </a:cubicBezTo>
                    <a:cubicBezTo>
                      <a:pt x="99" y="27"/>
                      <a:pt x="99" y="27"/>
                      <a:pt x="99" y="27"/>
                    </a:cubicBezTo>
                    <a:cubicBezTo>
                      <a:pt x="99" y="28"/>
                      <a:pt x="99" y="28"/>
                      <a:pt x="99" y="28"/>
                    </a:cubicBezTo>
                    <a:cubicBezTo>
                      <a:pt x="99" y="27"/>
                      <a:pt x="99" y="27"/>
                      <a:pt x="99" y="27"/>
                    </a:cubicBezTo>
                    <a:cubicBezTo>
                      <a:pt x="99" y="27"/>
                      <a:pt x="99" y="27"/>
                      <a:pt x="99" y="27"/>
                    </a:cubicBezTo>
                    <a:cubicBezTo>
                      <a:pt x="99" y="28"/>
                      <a:pt x="99" y="28"/>
                      <a:pt x="99" y="28"/>
                    </a:cubicBezTo>
                    <a:cubicBezTo>
                      <a:pt x="99" y="27"/>
                      <a:pt x="99" y="27"/>
                      <a:pt x="99" y="27"/>
                    </a:cubicBezTo>
                    <a:cubicBezTo>
                      <a:pt x="99" y="27"/>
                      <a:pt x="99" y="27"/>
                      <a:pt x="98" y="27"/>
                    </a:cubicBezTo>
                    <a:cubicBezTo>
                      <a:pt x="91" y="22"/>
                      <a:pt x="91" y="22"/>
                      <a:pt x="91" y="22"/>
                    </a:cubicBezTo>
                    <a:cubicBezTo>
                      <a:pt x="90" y="21"/>
                      <a:pt x="89" y="20"/>
                      <a:pt x="89" y="18"/>
                    </a:cubicBezTo>
                    <a:cubicBezTo>
                      <a:pt x="88" y="17"/>
                      <a:pt x="88" y="15"/>
                      <a:pt x="88" y="14"/>
                    </a:cubicBezTo>
                    <a:cubicBezTo>
                      <a:pt x="88" y="12"/>
                      <a:pt x="88" y="12"/>
                      <a:pt x="88" y="12"/>
                    </a:cubicBezTo>
                    <a:cubicBezTo>
                      <a:pt x="88" y="9"/>
                      <a:pt x="87" y="7"/>
                      <a:pt x="86" y="5"/>
                    </a:cubicBezTo>
                    <a:cubicBezTo>
                      <a:pt x="85" y="4"/>
                      <a:pt x="83" y="2"/>
                      <a:pt x="81" y="2"/>
                    </a:cubicBezTo>
                    <a:cubicBezTo>
                      <a:pt x="66" y="0"/>
                      <a:pt x="66" y="0"/>
                      <a:pt x="66" y="0"/>
                    </a:cubicBezTo>
                    <a:cubicBezTo>
                      <a:pt x="65" y="0"/>
                      <a:pt x="65" y="0"/>
                      <a:pt x="65" y="0"/>
                    </a:cubicBezTo>
                    <a:cubicBezTo>
                      <a:pt x="63" y="0"/>
                      <a:pt x="61" y="1"/>
                      <a:pt x="59" y="2"/>
                    </a:cubicBezTo>
                    <a:cubicBezTo>
                      <a:pt x="58" y="3"/>
                      <a:pt x="57" y="5"/>
                      <a:pt x="56" y="7"/>
                    </a:cubicBezTo>
                    <a:cubicBezTo>
                      <a:pt x="55" y="11"/>
                      <a:pt x="55" y="11"/>
                      <a:pt x="55" y="11"/>
                    </a:cubicBezTo>
                    <a:cubicBezTo>
                      <a:pt x="54" y="12"/>
                      <a:pt x="53" y="14"/>
                      <a:pt x="52" y="14"/>
                    </a:cubicBezTo>
                    <a:cubicBezTo>
                      <a:pt x="51" y="15"/>
                      <a:pt x="50" y="16"/>
                      <a:pt x="50" y="16"/>
                    </a:cubicBezTo>
                    <a:cubicBezTo>
                      <a:pt x="49" y="16"/>
                      <a:pt x="49" y="16"/>
                      <a:pt x="49" y="16"/>
                    </a:cubicBezTo>
                    <a:cubicBezTo>
                      <a:pt x="47" y="16"/>
                      <a:pt x="45" y="16"/>
                      <a:pt x="43" y="17"/>
                    </a:cubicBezTo>
                    <a:cubicBezTo>
                      <a:pt x="41" y="18"/>
                      <a:pt x="40" y="19"/>
                      <a:pt x="38" y="20"/>
                    </a:cubicBezTo>
                    <a:cubicBezTo>
                      <a:pt x="3" y="49"/>
                      <a:pt x="3" y="49"/>
                      <a:pt x="3" y="49"/>
                    </a:cubicBezTo>
                    <a:cubicBezTo>
                      <a:pt x="1" y="51"/>
                      <a:pt x="0" y="54"/>
                      <a:pt x="0" y="58"/>
                    </a:cubicBezTo>
                    <a:cubicBezTo>
                      <a:pt x="0" y="59"/>
                      <a:pt x="0" y="60"/>
                      <a:pt x="1" y="61"/>
                    </a:cubicBezTo>
                    <a:lnTo>
                      <a:pt x="3" y="6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24" name="Freeform 289"/>
              <p:cNvSpPr>
                <a:spLocks/>
              </p:cNvSpPr>
              <p:nvPr/>
            </p:nvSpPr>
            <p:spPr bwMode="auto">
              <a:xfrm>
                <a:off x="-5230812" y="2525710"/>
                <a:ext cx="52388" cy="47625"/>
              </a:xfrm>
              <a:custGeom>
                <a:avLst/>
                <a:gdLst/>
                <a:ahLst/>
                <a:cxnLst>
                  <a:cxn ang="0">
                    <a:pos x="4" y="11"/>
                  </a:cxn>
                  <a:cxn ang="0">
                    <a:pos x="5" y="9"/>
                  </a:cxn>
                  <a:cxn ang="0">
                    <a:pos x="4" y="9"/>
                  </a:cxn>
                  <a:cxn ang="0">
                    <a:pos x="4" y="8"/>
                  </a:cxn>
                  <a:cxn ang="0">
                    <a:pos x="5" y="6"/>
                  </a:cxn>
                  <a:cxn ang="0">
                    <a:pos x="8" y="4"/>
                  </a:cxn>
                  <a:cxn ang="0">
                    <a:pos x="9" y="4"/>
                  </a:cxn>
                  <a:cxn ang="0">
                    <a:pos x="10" y="6"/>
                  </a:cxn>
                  <a:cxn ang="0">
                    <a:pos x="9" y="8"/>
                  </a:cxn>
                  <a:cxn ang="0">
                    <a:pos x="6" y="9"/>
                  </a:cxn>
                  <a:cxn ang="0">
                    <a:pos x="5" y="9"/>
                  </a:cxn>
                  <a:cxn ang="0">
                    <a:pos x="4" y="11"/>
                  </a:cxn>
                  <a:cxn ang="0">
                    <a:pos x="3" y="13"/>
                  </a:cxn>
                  <a:cxn ang="0">
                    <a:pos x="6" y="13"/>
                  </a:cxn>
                  <a:cxn ang="0">
                    <a:pos x="13" y="11"/>
                  </a:cxn>
                  <a:cxn ang="0">
                    <a:pos x="14" y="6"/>
                  </a:cxn>
                  <a:cxn ang="0">
                    <a:pos x="12" y="1"/>
                  </a:cxn>
                  <a:cxn ang="0">
                    <a:pos x="8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" y="11"/>
                  </a:cxn>
                  <a:cxn ang="0">
                    <a:pos x="3" y="13"/>
                  </a:cxn>
                  <a:cxn ang="0">
                    <a:pos x="4" y="11"/>
                  </a:cxn>
                </a:cxnLst>
                <a:rect l="0" t="0" r="r" b="b"/>
                <a:pathLst>
                  <a:path w="14" h="13">
                    <a:moveTo>
                      <a:pt x="4" y="11"/>
                    </a:moveTo>
                    <a:cubicBezTo>
                      <a:pt x="5" y="9"/>
                      <a:pt x="5" y="9"/>
                      <a:pt x="5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7"/>
                      <a:pt x="4" y="7"/>
                      <a:pt x="5" y="6"/>
                    </a:cubicBezTo>
                    <a:cubicBezTo>
                      <a:pt x="6" y="4"/>
                      <a:pt x="7" y="4"/>
                      <a:pt x="8" y="4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10" y="5"/>
                      <a:pt x="10" y="5"/>
                      <a:pt x="10" y="6"/>
                    </a:cubicBezTo>
                    <a:cubicBezTo>
                      <a:pt x="10" y="7"/>
                      <a:pt x="10" y="7"/>
                      <a:pt x="9" y="8"/>
                    </a:cubicBezTo>
                    <a:cubicBezTo>
                      <a:pt x="9" y="9"/>
                      <a:pt x="7" y="9"/>
                      <a:pt x="6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3" y="13"/>
                      <a:pt x="3" y="13"/>
                      <a:pt x="3" y="13"/>
                    </a:cubicBezTo>
                    <a:cubicBezTo>
                      <a:pt x="4" y="13"/>
                      <a:pt x="5" y="13"/>
                      <a:pt x="6" y="13"/>
                    </a:cubicBezTo>
                    <a:cubicBezTo>
                      <a:pt x="8" y="13"/>
                      <a:pt x="11" y="12"/>
                      <a:pt x="13" y="11"/>
                    </a:cubicBezTo>
                    <a:cubicBezTo>
                      <a:pt x="14" y="9"/>
                      <a:pt x="14" y="8"/>
                      <a:pt x="14" y="6"/>
                    </a:cubicBezTo>
                    <a:cubicBezTo>
                      <a:pt x="14" y="4"/>
                      <a:pt x="13" y="2"/>
                      <a:pt x="12" y="1"/>
                    </a:cubicBezTo>
                    <a:cubicBezTo>
                      <a:pt x="11" y="0"/>
                      <a:pt x="9" y="0"/>
                      <a:pt x="8" y="0"/>
                    </a:cubicBezTo>
                    <a:cubicBezTo>
                      <a:pt x="6" y="0"/>
                      <a:pt x="3" y="1"/>
                      <a:pt x="2" y="3"/>
                    </a:cubicBezTo>
                    <a:cubicBezTo>
                      <a:pt x="0" y="5"/>
                      <a:pt x="0" y="6"/>
                      <a:pt x="0" y="8"/>
                    </a:cubicBezTo>
                    <a:cubicBezTo>
                      <a:pt x="0" y="9"/>
                      <a:pt x="0" y="10"/>
                      <a:pt x="1" y="11"/>
                    </a:cubicBezTo>
                    <a:cubicBezTo>
                      <a:pt x="1" y="12"/>
                      <a:pt x="2" y="12"/>
                      <a:pt x="3" y="13"/>
                    </a:cubicBezTo>
                    <a:lnTo>
                      <a:pt x="4" y="1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25" name="Freeform 290"/>
              <p:cNvSpPr>
                <a:spLocks/>
              </p:cNvSpPr>
              <p:nvPr/>
            </p:nvSpPr>
            <p:spPr bwMode="auto">
              <a:xfrm>
                <a:off x="-5172075" y="2559047"/>
                <a:ext cx="87313" cy="55562"/>
              </a:xfrm>
              <a:custGeom>
                <a:avLst/>
                <a:gdLst/>
                <a:ahLst/>
                <a:cxnLst>
                  <a:cxn ang="0">
                    <a:pos x="3" y="6"/>
                  </a:cxn>
                  <a:cxn ang="0">
                    <a:pos x="5" y="6"/>
                  </a:cxn>
                  <a:cxn ang="0">
                    <a:pos x="5" y="5"/>
                  </a:cxn>
                  <a:cxn ang="0">
                    <a:pos x="7" y="4"/>
                  </a:cxn>
                  <a:cxn ang="0">
                    <a:pos x="7" y="4"/>
                  </a:cxn>
                  <a:cxn ang="0">
                    <a:pos x="8" y="5"/>
                  </a:cxn>
                  <a:cxn ang="0">
                    <a:pos x="17" y="8"/>
                  </a:cxn>
                  <a:cxn ang="0">
                    <a:pos x="19" y="10"/>
                  </a:cxn>
                  <a:cxn ang="0">
                    <a:pos x="19" y="10"/>
                  </a:cxn>
                  <a:cxn ang="0">
                    <a:pos x="17" y="11"/>
                  </a:cxn>
                  <a:cxn ang="0">
                    <a:pos x="15" y="11"/>
                  </a:cxn>
                  <a:cxn ang="0">
                    <a:pos x="13" y="11"/>
                  </a:cxn>
                  <a:cxn ang="0">
                    <a:pos x="8" y="10"/>
                  </a:cxn>
                  <a:cxn ang="0">
                    <a:pos x="6" y="8"/>
                  </a:cxn>
                  <a:cxn ang="0">
                    <a:pos x="5" y="6"/>
                  </a:cxn>
                  <a:cxn ang="0">
                    <a:pos x="3" y="6"/>
                  </a:cxn>
                  <a:cxn ang="0">
                    <a:pos x="0" y="6"/>
                  </a:cxn>
                  <a:cxn ang="0">
                    <a:pos x="2" y="11"/>
                  </a:cxn>
                  <a:cxn ang="0">
                    <a:pos x="7" y="14"/>
                  </a:cxn>
                  <a:cxn ang="0">
                    <a:pos x="12" y="15"/>
                  </a:cxn>
                  <a:cxn ang="0">
                    <a:pos x="15" y="15"/>
                  </a:cxn>
                  <a:cxn ang="0">
                    <a:pos x="19" y="15"/>
                  </a:cxn>
                  <a:cxn ang="0">
                    <a:pos x="22" y="13"/>
                  </a:cxn>
                  <a:cxn ang="0">
                    <a:pos x="23" y="10"/>
                  </a:cxn>
                  <a:cxn ang="0">
                    <a:pos x="19" y="4"/>
                  </a:cxn>
                  <a:cxn ang="0">
                    <a:pos x="9" y="0"/>
                  </a:cxn>
                  <a:cxn ang="0">
                    <a:pos x="8" y="0"/>
                  </a:cxn>
                  <a:cxn ang="0">
                    <a:pos x="7" y="0"/>
                  </a:cxn>
                  <a:cxn ang="0">
                    <a:pos x="2" y="2"/>
                  </a:cxn>
                  <a:cxn ang="0">
                    <a:pos x="0" y="6"/>
                  </a:cxn>
                  <a:cxn ang="0">
                    <a:pos x="3" y="6"/>
                  </a:cxn>
                </a:cxnLst>
                <a:rect l="0" t="0" r="r" b="b"/>
                <a:pathLst>
                  <a:path w="23" h="15">
                    <a:moveTo>
                      <a:pt x="3" y="6"/>
                    </a:move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5"/>
                      <a:pt x="6" y="4"/>
                      <a:pt x="7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8" y="5"/>
                      <a:pt x="8" y="5"/>
                      <a:pt x="8" y="5"/>
                    </a:cubicBezTo>
                    <a:cubicBezTo>
                      <a:pt x="10" y="5"/>
                      <a:pt x="15" y="7"/>
                      <a:pt x="17" y="8"/>
                    </a:cubicBezTo>
                    <a:cubicBezTo>
                      <a:pt x="18" y="9"/>
                      <a:pt x="19" y="10"/>
                      <a:pt x="19" y="10"/>
                    </a:cubicBezTo>
                    <a:cubicBezTo>
                      <a:pt x="19" y="10"/>
                      <a:pt x="19" y="10"/>
                      <a:pt x="19" y="10"/>
                    </a:cubicBezTo>
                    <a:cubicBezTo>
                      <a:pt x="18" y="10"/>
                      <a:pt x="18" y="11"/>
                      <a:pt x="17" y="11"/>
                    </a:cubicBezTo>
                    <a:cubicBezTo>
                      <a:pt x="17" y="11"/>
                      <a:pt x="16" y="11"/>
                      <a:pt x="15" y="11"/>
                    </a:cubicBezTo>
                    <a:cubicBezTo>
                      <a:pt x="14" y="11"/>
                      <a:pt x="14" y="11"/>
                      <a:pt x="13" y="11"/>
                    </a:cubicBezTo>
                    <a:cubicBezTo>
                      <a:pt x="8" y="10"/>
                      <a:pt x="8" y="10"/>
                      <a:pt x="8" y="10"/>
                    </a:cubicBezTo>
                    <a:cubicBezTo>
                      <a:pt x="7" y="10"/>
                      <a:pt x="6" y="9"/>
                      <a:pt x="6" y="8"/>
                    </a:cubicBezTo>
                    <a:cubicBezTo>
                      <a:pt x="5" y="8"/>
                      <a:pt x="5" y="7"/>
                      <a:pt x="5" y="6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8"/>
                      <a:pt x="1" y="10"/>
                      <a:pt x="2" y="11"/>
                    </a:cubicBezTo>
                    <a:cubicBezTo>
                      <a:pt x="4" y="12"/>
                      <a:pt x="5" y="14"/>
                      <a:pt x="7" y="14"/>
                    </a:cubicBezTo>
                    <a:cubicBezTo>
                      <a:pt x="12" y="15"/>
                      <a:pt x="12" y="15"/>
                      <a:pt x="12" y="15"/>
                    </a:cubicBezTo>
                    <a:cubicBezTo>
                      <a:pt x="13" y="15"/>
                      <a:pt x="14" y="15"/>
                      <a:pt x="15" y="15"/>
                    </a:cubicBezTo>
                    <a:cubicBezTo>
                      <a:pt x="16" y="15"/>
                      <a:pt x="18" y="15"/>
                      <a:pt x="19" y="15"/>
                    </a:cubicBezTo>
                    <a:cubicBezTo>
                      <a:pt x="20" y="14"/>
                      <a:pt x="21" y="14"/>
                      <a:pt x="22" y="13"/>
                    </a:cubicBezTo>
                    <a:cubicBezTo>
                      <a:pt x="23" y="12"/>
                      <a:pt x="23" y="11"/>
                      <a:pt x="23" y="10"/>
                    </a:cubicBezTo>
                    <a:cubicBezTo>
                      <a:pt x="23" y="7"/>
                      <a:pt x="21" y="5"/>
                      <a:pt x="19" y="4"/>
                    </a:cubicBezTo>
                    <a:cubicBezTo>
                      <a:pt x="16" y="3"/>
                      <a:pt x="12" y="1"/>
                      <a:pt x="9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5" y="0"/>
                      <a:pt x="3" y="1"/>
                      <a:pt x="2" y="2"/>
                    </a:cubicBezTo>
                    <a:cubicBezTo>
                      <a:pt x="1" y="3"/>
                      <a:pt x="0" y="4"/>
                      <a:pt x="0" y="6"/>
                    </a:cubicBezTo>
                    <a:lnTo>
                      <a:pt x="3" y="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26" name="Freeform 291"/>
              <p:cNvSpPr>
                <a:spLocks/>
              </p:cNvSpPr>
              <p:nvPr/>
            </p:nvSpPr>
            <p:spPr bwMode="auto">
              <a:xfrm>
                <a:off x="-5029199" y="2419349"/>
                <a:ext cx="79374" cy="90487"/>
              </a:xfrm>
              <a:custGeom>
                <a:avLst/>
                <a:gdLst/>
                <a:ahLst/>
                <a:cxnLst>
                  <a:cxn ang="0">
                    <a:pos x="4" y="13"/>
                  </a:cxn>
                  <a:cxn ang="0">
                    <a:pos x="5" y="12"/>
                  </a:cxn>
                  <a:cxn ang="0">
                    <a:pos x="5" y="10"/>
                  </a:cxn>
                  <a:cxn ang="0">
                    <a:pos x="6" y="9"/>
                  </a:cxn>
                  <a:cxn ang="0">
                    <a:pos x="16" y="4"/>
                  </a:cxn>
                  <a:cxn ang="0">
                    <a:pos x="16" y="4"/>
                  </a:cxn>
                  <a:cxn ang="0">
                    <a:pos x="16" y="4"/>
                  </a:cxn>
                  <a:cxn ang="0">
                    <a:pos x="16" y="4"/>
                  </a:cxn>
                  <a:cxn ang="0">
                    <a:pos x="16" y="4"/>
                  </a:cxn>
                  <a:cxn ang="0">
                    <a:pos x="16" y="4"/>
                  </a:cxn>
                  <a:cxn ang="0">
                    <a:pos x="16" y="4"/>
                  </a:cxn>
                  <a:cxn ang="0">
                    <a:pos x="16" y="4"/>
                  </a:cxn>
                  <a:cxn ang="0">
                    <a:pos x="16" y="4"/>
                  </a:cxn>
                  <a:cxn ang="0">
                    <a:pos x="16" y="4"/>
                  </a:cxn>
                  <a:cxn ang="0">
                    <a:pos x="16" y="4"/>
                  </a:cxn>
                  <a:cxn ang="0">
                    <a:pos x="16" y="4"/>
                  </a:cxn>
                  <a:cxn ang="0">
                    <a:pos x="16" y="4"/>
                  </a:cxn>
                  <a:cxn ang="0">
                    <a:pos x="16" y="5"/>
                  </a:cxn>
                  <a:cxn ang="0">
                    <a:pos x="16" y="6"/>
                  </a:cxn>
                  <a:cxn ang="0">
                    <a:pos x="14" y="18"/>
                  </a:cxn>
                  <a:cxn ang="0">
                    <a:pos x="13" y="20"/>
                  </a:cxn>
                  <a:cxn ang="0">
                    <a:pos x="13" y="20"/>
                  </a:cxn>
                  <a:cxn ang="0">
                    <a:pos x="13" y="20"/>
                  </a:cxn>
                  <a:cxn ang="0">
                    <a:pos x="13" y="20"/>
                  </a:cxn>
                  <a:cxn ang="0">
                    <a:pos x="13" y="20"/>
                  </a:cxn>
                  <a:cxn ang="0">
                    <a:pos x="13" y="20"/>
                  </a:cxn>
                  <a:cxn ang="0">
                    <a:pos x="13" y="20"/>
                  </a:cxn>
                  <a:cxn ang="0">
                    <a:pos x="13" y="20"/>
                  </a:cxn>
                  <a:cxn ang="0">
                    <a:pos x="12" y="19"/>
                  </a:cxn>
                  <a:cxn ang="0">
                    <a:pos x="5" y="12"/>
                  </a:cxn>
                  <a:cxn ang="0">
                    <a:pos x="4" y="13"/>
                  </a:cxn>
                  <a:cxn ang="0">
                    <a:pos x="2" y="14"/>
                  </a:cxn>
                  <a:cxn ang="0">
                    <a:pos x="9" y="22"/>
                  </a:cxn>
                  <a:cxn ang="0">
                    <a:pos x="13" y="24"/>
                  </a:cxn>
                  <a:cxn ang="0">
                    <a:pos x="16" y="23"/>
                  </a:cxn>
                  <a:cxn ang="0">
                    <a:pos x="18" y="19"/>
                  </a:cxn>
                  <a:cxn ang="0">
                    <a:pos x="20" y="7"/>
                  </a:cxn>
                  <a:cxn ang="0">
                    <a:pos x="21" y="5"/>
                  </a:cxn>
                  <a:cxn ang="0">
                    <a:pos x="20" y="2"/>
                  </a:cxn>
                  <a:cxn ang="0">
                    <a:pos x="16" y="0"/>
                  </a:cxn>
                  <a:cxn ang="0">
                    <a:pos x="14" y="0"/>
                  </a:cxn>
                  <a:cxn ang="0">
                    <a:pos x="4" y="5"/>
                  </a:cxn>
                  <a:cxn ang="0">
                    <a:pos x="0" y="10"/>
                  </a:cxn>
                  <a:cxn ang="0">
                    <a:pos x="2" y="14"/>
                  </a:cxn>
                  <a:cxn ang="0">
                    <a:pos x="4" y="13"/>
                  </a:cxn>
                </a:cxnLst>
                <a:rect l="0" t="0" r="r" b="b"/>
                <a:pathLst>
                  <a:path w="21" h="24">
                    <a:moveTo>
                      <a:pt x="4" y="13"/>
                    </a:moveTo>
                    <a:cubicBezTo>
                      <a:pt x="5" y="12"/>
                      <a:pt x="5" y="12"/>
                      <a:pt x="5" y="12"/>
                    </a:cubicBezTo>
                    <a:cubicBezTo>
                      <a:pt x="5" y="11"/>
                      <a:pt x="5" y="10"/>
                      <a:pt x="5" y="10"/>
                    </a:cubicBezTo>
                    <a:cubicBezTo>
                      <a:pt x="5" y="9"/>
                      <a:pt x="5" y="9"/>
                      <a:pt x="6" y="9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16" y="6"/>
                      <a:pt x="16" y="6"/>
                      <a:pt x="16" y="6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3" y="19"/>
                      <a:pt x="13" y="20"/>
                      <a:pt x="13" y="20"/>
                    </a:cubicBezTo>
                    <a:cubicBezTo>
                      <a:pt x="13" y="20"/>
                      <a:pt x="13" y="20"/>
                      <a:pt x="13" y="20"/>
                    </a:cubicBezTo>
                    <a:cubicBezTo>
                      <a:pt x="13" y="20"/>
                      <a:pt x="13" y="20"/>
                      <a:pt x="13" y="20"/>
                    </a:cubicBezTo>
                    <a:cubicBezTo>
                      <a:pt x="13" y="20"/>
                      <a:pt x="13" y="20"/>
                      <a:pt x="13" y="20"/>
                    </a:cubicBezTo>
                    <a:cubicBezTo>
                      <a:pt x="13" y="20"/>
                      <a:pt x="13" y="20"/>
                      <a:pt x="13" y="20"/>
                    </a:cubicBezTo>
                    <a:cubicBezTo>
                      <a:pt x="13" y="20"/>
                      <a:pt x="13" y="20"/>
                      <a:pt x="13" y="20"/>
                    </a:cubicBezTo>
                    <a:cubicBezTo>
                      <a:pt x="13" y="20"/>
                      <a:pt x="13" y="20"/>
                      <a:pt x="13" y="20"/>
                    </a:cubicBezTo>
                    <a:cubicBezTo>
                      <a:pt x="13" y="20"/>
                      <a:pt x="13" y="20"/>
                      <a:pt x="13" y="20"/>
                    </a:cubicBezTo>
                    <a:cubicBezTo>
                      <a:pt x="12" y="19"/>
                      <a:pt x="12" y="19"/>
                      <a:pt x="12" y="19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9" y="22"/>
                      <a:pt x="9" y="22"/>
                      <a:pt x="9" y="22"/>
                    </a:cubicBezTo>
                    <a:cubicBezTo>
                      <a:pt x="10" y="23"/>
                      <a:pt x="11" y="24"/>
                      <a:pt x="13" y="24"/>
                    </a:cubicBezTo>
                    <a:cubicBezTo>
                      <a:pt x="14" y="24"/>
                      <a:pt x="15" y="24"/>
                      <a:pt x="16" y="23"/>
                    </a:cubicBezTo>
                    <a:cubicBezTo>
                      <a:pt x="17" y="22"/>
                      <a:pt x="17" y="21"/>
                      <a:pt x="18" y="19"/>
                    </a:cubicBezTo>
                    <a:cubicBezTo>
                      <a:pt x="20" y="7"/>
                      <a:pt x="20" y="7"/>
                      <a:pt x="20" y="7"/>
                    </a:cubicBezTo>
                    <a:cubicBezTo>
                      <a:pt x="21" y="7"/>
                      <a:pt x="21" y="6"/>
                      <a:pt x="21" y="5"/>
                    </a:cubicBezTo>
                    <a:cubicBezTo>
                      <a:pt x="21" y="4"/>
                      <a:pt x="20" y="3"/>
                      <a:pt x="20" y="2"/>
                    </a:cubicBezTo>
                    <a:cubicBezTo>
                      <a:pt x="19" y="1"/>
                      <a:pt x="17" y="0"/>
                      <a:pt x="16" y="0"/>
                    </a:cubicBezTo>
                    <a:cubicBezTo>
                      <a:pt x="15" y="0"/>
                      <a:pt x="15" y="0"/>
                      <a:pt x="14" y="0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2" y="6"/>
                      <a:pt x="0" y="8"/>
                      <a:pt x="0" y="10"/>
                    </a:cubicBezTo>
                    <a:cubicBezTo>
                      <a:pt x="0" y="12"/>
                      <a:pt x="1" y="13"/>
                      <a:pt x="2" y="14"/>
                    </a:cubicBezTo>
                    <a:lnTo>
                      <a:pt x="4" y="1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27" name="Freeform 292"/>
              <p:cNvSpPr>
                <a:spLocks/>
              </p:cNvSpPr>
              <p:nvPr/>
            </p:nvSpPr>
            <p:spPr bwMode="auto">
              <a:xfrm>
                <a:off x="-5054600" y="2554285"/>
                <a:ext cx="112712" cy="128587"/>
              </a:xfrm>
              <a:custGeom>
                <a:avLst/>
                <a:gdLst/>
                <a:ahLst/>
                <a:cxnLst>
                  <a:cxn ang="0">
                    <a:pos x="7" y="6"/>
                  </a:cxn>
                  <a:cxn ang="0">
                    <a:pos x="7" y="4"/>
                  </a:cxn>
                  <a:cxn ang="0">
                    <a:pos x="7" y="4"/>
                  </a:cxn>
                  <a:cxn ang="0">
                    <a:pos x="6" y="3"/>
                  </a:cxn>
                  <a:cxn ang="0">
                    <a:pos x="6" y="3"/>
                  </a:cxn>
                  <a:cxn ang="0">
                    <a:pos x="7" y="4"/>
                  </a:cxn>
                  <a:cxn ang="0">
                    <a:pos x="6" y="5"/>
                  </a:cxn>
                  <a:cxn ang="0">
                    <a:pos x="5" y="4"/>
                  </a:cxn>
                  <a:cxn ang="0">
                    <a:pos x="6" y="3"/>
                  </a:cxn>
                  <a:cxn ang="0">
                    <a:pos x="6" y="3"/>
                  </a:cxn>
                  <a:cxn ang="0">
                    <a:pos x="5" y="4"/>
                  </a:cxn>
                  <a:cxn ang="0">
                    <a:pos x="4" y="4"/>
                  </a:cxn>
                  <a:cxn ang="0">
                    <a:pos x="4" y="4"/>
                  </a:cxn>
                  <a:cxn ang="0">
                    <a:pos x="4" y="4"/>
                  </a:cxn>
                  <a:cxn ang="0">
                    <a:pos x="5" y="6"/>
                  </a:cxn>
                  <a:cxn ang="0">
                    <a:pos x="7" y="14"/>
                  </a:cxn>
                  <a:cxn ang="0">
                    <a:pos x="15" y="21"/>
                  </a:cxn>
                  <a:cxn ang="0">
                    <a:pos x="23" y="24"/>
                  </a:cxn>
                  <a:cxn ang="0">
                    <a:pos x="24" y="24"/>
                  </a:cxn>
                  <a:cxn ang="0">
                    <a:pos x="24" y="24"/>
                  </a:cxn>
                  <a:cxn ang="0">
                    <a:pos x="24" y="24"/>
                  </a:cxn>
                  <a:cxn ang="0">
                    <a:pos x="24" y="24"/>
                  </a:cxn>
                  <a:cxn ang="0">
                    <a:pos x="24" y="24"/>
                  </a:cxn>
                  <a:cxn ang="0">
                    <a:pos x="24" y="24"/>
                  </a:cxn>
                  <a:cxn ang="0">
                    <a:pos x="25" y="27"/>
                  </a:cxn>
                  <a:cxn ang="0">
                    <a:pos x="25" y="29"/>
                  </a:cxn>
                  <a:cxn ang="0">
                    <a:pos x="19" y="29"/>
                  </a:cxn>
                  <a:cxn ang="0">
                    <a:pos x="7" y="22"/>
                  </a:cxn>
                  <a:cxn ang="0">
                    <a:pos x="5" y="17"/>
                  </a:cxn>
                  <a:cxn ang="0">
                    <a:pos x="7" y="6"/>
                  </a:cxn>
                  <a:cxn ang="0">
                    <a:pos x="3" y="5"/>
                  </a:cxn>
                  <a:cxn ang="0">
                    <a:pos x="0" y="17"/>
                  </a:cxn>
                  <a:cxn ang="0">
                    <a:pos x="5" y="26"/>
                  </a:cxn>
                  <a:cxn ang="0">
                    <a:pos x="18" y="33"/>
                  </a:cxn>
                  <a:cxn ang="0">
                    <a:pos x="28" y="32"/>
                  </a:cxn>
                  <a:cxn ang="0">
                    <a:pos x="30" y="26"/>
                  </a:cxn>
                  <a:cxn ang="0">
                    <a:pos x="24" y="20"/>
                  </a:cxn>
                  <a:cxn ang="0">
                    <a:pos x="23" y="20"/>
                  </a:cxn>
                  <a:cxn ang="0">
                    <a:pos x="20" y="19"/>
                  </a:cxn>
                  <a:cxn ang="0">
                    <a:pos x="13" y="15"/>
                  </a:cxn>
                  <a:cxn ang="0">
                    <a:pos x="9" y="7"/>
                  </a:cxn>
                  <a:cxn ang="0">
                    <a:pos x="8" y="3"/>
                  </a:cxn>
                  <a:cxn ang="0">
                    <a:pos x="7" y="1"/>
                  </a:cxn>
                  <a:cxn ang="0">
                    <a:pos x="5" y="1"/>
                  </a:cxn>
                  <a:cxn ang="0">
                    <a:pos x="3" y="5"/>
                  </a:cxn>
                </a:cxnLst>
                <a:rect l="0" t="0" r="r" b="b"/>
                <a:pathLst>
                  <a:path w="30" h="34">
                    <a:moveTo>
                      <a:pt x="5" y="5"/>
                    </a:moveTo>
                    <a:cubicBezTo>
                      <a:pt x="7" y="6"/>
                      <a:pt x="7" y="6"/>
                      <a:pt x="7" y="6"/>
                    </a:cubicBezTo>
                    <a:cubicBezTo>
                      <a:pt x="7" y="5"/>
                      <a:pt x="7" y="4"/>
                      <a:pt x="7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5" y="5"/>
                      <a:pt x="5" y="5"/>
                      <a:pt x="6" y="5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4"/>
                      <a:pt x="4" y="4"/>
                      <a:pt x="5" y="4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4"/>
                      <a:pt x="4" y="5"/>
                      <a:pt x="5" y="6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10"/>
                      <a:pt x="6" y="12"/>
                      <a:pt x="7" y="14"/>
                    </a:cubicBezTo>
                    <a:cubicBezTo>
                      <a:pt x="8" y="16"/>
                      <a:pt x="9" y="18"/>
                      <a:pt x="11" y="19"/>
                    </a:cubicBezTo>
                    <a:cubicBezTo>
                      <a:pt x="15" y="21"/>
                      <a:pt x="15" y="21"/>
                      <a:pt x="15" y="21"/>
                    </a:cubicBezTo>
                    <a:cubicBezTo>
                      <a:pt x="16" y="22"/>
                      <a:pt x="17" y="23"/>
                      <a:pt x="19" y="23"/>
                    </a:cubicBezTo>
                    <a:cubicBezTo>
                      <a:pt x="20" y="24"/>
                      <a:pt x="22" y="24"/>
                      <a:pt x="23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5" y="25"/>
                    </a:cubicBezTo>
                    <a:cubicBezTo>
                      <a:pt x="25" y="25"/>
                      <a:pt x="25" y="26"/>
                      <a:pt x="25" y="27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28"/>
                      <a:pt x="25" y="29"/>
                      <a:pt x="25" y="29"/>
                    </a:cubicBezTo>
                    <a:cubicBezTo>
                      <a:pt x="25" y="30"/>
                      <a:pt x="24" y="30"/>
                      <a:pt x="24" y="30"/>
                    </a:cubicBezTo>
                    <a:cubicBezTo>
                      <a:pt x="22" y="30"/>
                      <a:pt x="21" y="29"/>
                      <a:pt x="19" y="29"/>
                    </a:cubicBezTo>
                    <a:cubicBezTo>
                      <a:pt x="18" y="29"/>
                      <a:pt x="16" y="28"/>
                      <a:pt x="15" y="27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6" y="21"/>
                      <a:pt x="5" y="20"/>
                    </a:cubicBezTo>
                    <a:cubicBezTo>
                      <a:pt x="5" y="19"/>
                      <a:pt x="5" y="18"/>
                      <a:pt x="5" y="17"/>
                    </a:cubicBezTo>
                    <a:cubicBezTo>
                      <a:pt x="5" y="16"/>
                      <a:pt x="5" y="16"/>
                      <a:pt x="5" y="15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0" y="15"/>
                      <a:pt x="0" y="16"/>
                      <a:pt x="0" y="17"/>
                    </a:cubicBezTo>
                    <a:cubicBezTo>
                      <a:pt x="0" y="18"/>
                      <a:pt x="1" y="20"/>
                      <a:pt x="2" y="22"/>
                    </a:cubicBezTo>
                    <a:cubicBezTo>
                      <a:pt x="2" y="24"/>
                      <a:pt x="3" y="25"/>
                      <a:pt x="5" y="26"/>
                    </a:cubicBezTo>
                    <a:cubicBezTo>
                      <a:pt x="13" y="31"/>
                      <a:pt x="13" y="31"/>
                      <a:pt x="13" y="31"/>
                    </a:cubicBezTo>
                    <a:cubicBezTo>
                      <a:pt x="14" y="32"/>
                      <a:pt x="16" y="33"/>
                      <a:pt x="18" y="33"/>
                    </a:cubicBezTo>
                    <a:cubicBezTo>
                      <a:pt x="20" y="34"/>
                      <a:pt x="22" y="34"/>
                      <a:pt x="24" y="34"/>
                    </a:cubicBezTo>
                    <a:cubicBezTo>
                      <a:pt x="25" y="34"/>
                      <a:pt x="27" y="33"/>
                      <a:pt x="28" y="32"/>
                    </a:cubicBezTo>
                    <a:cubicBezTo>
                      <a:pt x="29" y="31"/>
                      <a:pt x="30" y="29"/>
                      <a:pt x="30" y="27"/>
                    </a:cubicBezTo>
                    <a:cubicBezTo>
                      <a:pt x="30" y="27"/>
                      <a:pt x="30" y="27"/>
                      <a:pt x="30" y="26"/>
                    </a:cubicBezTo>
                    <a:cubicBezTo>
                      <a:pt x="29" y="25"/>
                      <a:pt x="29" y="23"/>
                      <a:pt x="28" y="22"/>
                    </a:cubicBezTo>
                    <a:cubicBezTo>
                      <a:pt x="27" y="21"/>
                      <a:pt x="26" y="20"/>
                      <a:pt x="24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2" y="20"/>
                      <a:pt x="21" y="20"/>
                      <a:pt x="20" y="19"/>
                    </a:cubicBezTo>
                    <a:cubicBezTo>
                      <a:pt x="19" y="19"/>
                      <a:pt x="18" y="18"/>
                      <a:pt x="17" y="18"/>
                    </a:cubicBezTo>
                    <a:cubicBezTo>
                      <a:pt x="13" y="15"/>
                      <a:pt x="13" y="15"/>
                      <a:pt x="13" y="15"/>
                    </a:cubicBezTo>
                    <a:cubicBezTo>
                      <a:pt x="13" y="15"/>
                      <a:pt x="12" y="14"/>
                      <a:pt x="11" y="12"/>
                    </a:cubicBezTo>
                    <a:cubicBezTo>
                      <a:pt x="10" y="10"/>
                      <a:pt x="9" y="9"/>
                      <a:pt x="9" y="7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9" y="4"/>
                      <a:pt x="9" y="3"/>
                      <a:pt x="8" y="3"/>
                    </a:cubicBezTo>
                    <a:cubicBezTo>
                      <a:pt x="8" y="2"/>
                      <a:pt x="8" y="2"/>
                      <a:pt x="8" y="1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5" y="0"/>
                      <a:pt x="5" y="1"/>
                      <a:pt x="5" y="1"/>
                    </a:cubicBezTo>
                    <a:cubicBezTo>
                      <a:pt x="4" y="1"/>
                      <a:pt x="4" y="1"/>
                      <a:pt x="4" y="2"/>
                    </a:cubicBezTo>
                    <a:cubicBezTo>
                      <a:pt x="3" y="3"/>
                      <a:pt x="3" y="4"/>
                      <a:pt x="3" y="5"/>
                    </a:cubicBezTo>
                    <a:lnTo>
                      <a:pt x="5" y="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28" name="Freeform 293"/>
              <p:cNvSpPr>
                <a:spLocks/>
              </p:cNvSpPr>
              <p:nvPr/>
            </p:nvSpPr>
            <p:spPr bwMode="auto">
              <a:xfrm>
                <a:off x="-5126037" y="2482848"/>
                <a:ext cx="52388" cy="60325"/>
              </a:xfrm>
              <a:custGeom>
                <a:avLst/>
                <a:gdLst/>
                <a:ahLst/>
                <a:cxnLst>
                  <a:cxn ang="0">
                    <a:pos x="2" y="8"/>
                  </a:cxn>
                  <a:cxn ang="0">
                    <a:pos x="4" y="8"/>
                  </a:cxn>
                  <a:cxn ang="0">
                    <a:pos x="5" y="6"/>
                  </a:cxn>
                  <a:cxn ang="0">
                    <a:pos x="7" y="4"/>
                  </a:cxn>
                  <a:cxn ang="0">
                    <a:pos x="9" y="5"/>
                  </a:cxn>
                  <a:cxn ang="0">
                    <a:pos x="10" y="8"/>
                  </a:cxn>
                  <a:cxn ang="0">
                    <a:pos x="10" y="8"/>
                  </a:cxn>
                  <a:cxn ang="0">
                    <a:pos x="8" y="11"/>
                  </a:cxn>
                  <a:cxn ang="0">
                    <a:pos x="6" y="12"/>
                  </a:cxn>
                  <a:cxn ang="0">
                    <a:pos x="5" y="11"/>
                  </a:cxn>
                  <a:cxn ang="0">
                    <a:pos x="4" y="9"/>
                  </a:cxn>
                  <a:cxn ang="0">
                    <a:pos x="4" y="8"/>
                  </a:cxn>
                  <a:cxn ang="0">
                    <a:pos x="2" y="8"/>
                  </a:cxn>
                  <a:cxn ang="0">
                    <a:pos x="0" y="8"/>
                  </a:cxn>
                  <a:cxn ang="0">
                    <a:pos x="0" y="9"/>
                  </a:cxn>
                  <a:cxn ang="0">
                    <a:pos x="2" y="14"/>
                  </a:cxn>
                  <a:cxn ang="0">
                    <a:pos x="6" y="16"/>
                  </a:cxn>
                  <a:cxn ang="0">
                    <a:pos x="12" y="14"/>
                  </a:cxn>
                  <a:cxn ang="0">
                    <a:pos x="14" y="8"/>
                  </a:cxn>
                  <a:cxn ang="0">
                    <a:pos x="14" y="8"/>
                  </a:cxn>
                  <a:cxn ang="0">
                    <a:pos x="12" y="3"/>
                  </a:cxn>
                  <a:cxn ang="0">
                    <a:pos x="7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2" y="8"/>
                  </a:cxn>
                </a:cxnLst>
                <a:rect l="0" t="0" r="r" b="b"/>
                <a:pathLst>
                  <a:path w="14" h="16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7"/>
                      <a:pt x="5" y="6"/>
                      <a:pt x="5" y="6"/>
                    </a:cubicBezTo>
                    <a:cubicBezTo>
                      <a:pt x="6" y="5"/>
                      <a:pt x="7" y="4"/>
                      <a:pt x="7" y="4"/>
                    </a:cubicBezTo>
                    <a:cubicBezTo>
                      <a:pt x="8" y="4"/>
                      <a:pt x="8" y="5"/>
                      <a:pt x="9" y="5"/>
                    </a:cubicBezTo>
                    <a:cubicBezTo>
                      <a:pt x="9" y="6"/>
                      <a:pt x="10" y="7"/>
                      <a:pt x="10" y="8"/>
                    </a:cubicBezTo>
                    <a:cubicBezTo>
                      <a:pt x="10" y="8"/>
                      <a:pt x="10" y="8"/>
                      <a:pt x="10" y="8"/>
                    </a:cubicBezTo>
                    <a:cubicBezTo>
                      <a:pt x="10" y="9"/>
                      <a:pt x="9" y="10"/>
                      <a:pt x="8" y="11"/>
                    </a:cubicBezTo>
                    <a:cubicBezTo>
                      <a:pt x="8" y="12"/>
                      <a:pt x="7" y="12"/>
                      <a:pt x="6" y="12"/>
                    </a:cubicBezTo>
                    <a:cubicBezTo>
                      <a:pt x="6" y="12"/>
                      <a:pt x="5" y="12"/>
                      <a:pt x="5" y="11"/>
                    </a:cubicBezTo>
                    <a:cubicBezTo>
                      <a:pt x="4" y="11"/>
                      <a:pt x="4" y="10"/>
                      <a:pt x="4" y="9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11"/>
                      <a:pt x="0" y="13"/>
                      <a:pt x="2" y="14"/>
                    </a:cubicBezTo>
                    <a:cubicBezTo>
                      <a:pt x="3" y="15"/>
                      <a:pt x="4" y="16"/>
                      <a:pt x="6" y="16"/>
                    </a:cubicBezTo>
                    <a:cubicBezTo>
                      <a:pt x="9" y="16"/>
                      <a:pt x="10" y="15"/>
                      <a:pt x="12" y="14"/>
                    </a:cubicBezTo>
                    <a:cubicBezTo>
                      <a:pt x="13" y="12"/>
                      <a:pt x="14" y="11"/>
                      <a:pt x="14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6"/>
                      <a:pt x="13" y="4"/>
                      <a:pt x="12" y="3"/>
                    </a:cubicBezTo>
                    <a:cubicBezTo>
                      <a:pt x="11" y="1"/>
                      <a:pt x="9" y="0"/>
                      <a:pt x="7" y="0"/>
                    </a:cubicBezTo>
                    <a:cubicBezTo>
                      <a:pt x="5" y="0"/>
                      <a:pt x="3" y="1"/>
                      <a:pt x="2" y="3"/>
                    </a:cubicBezTo>
                    <a:cubicBezTo>
                      <a:pt x="1" y="4"/>
                      <a:pt x="0" y="6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29" name="Freeform 294"/>
              <p:cNvSpPr>
                <a:spLocks/>
              </p:cNvSpPr>
              <p:nvPr/>
            </p:nvSpPr>
            <p:spPr bwMode="auto">
              <a:xfrm>
                <a:off x="-4845050" y="3506786"/>
                <a:ext cx="117475" cy="98425"/>
              </a:xfrm>
              <a:custGeom>
                <a:avLst/>
                <a:gdLst/>
                <a:ahLst/>
                <a:cxnLst>
                  <a:cxn ang="0">
                    <a:pos x="4" y="6"/>
                  </a:cxn>
                  <a:cxn ang="0">
                    <a:pos x="5" y="4"/>
                  </a:cxn>
                  <a:cxn ang="0">
                    <a:pos x="4" y="4"/>
                  </a:cxn>
                  <a:cxn ang="0">
                    <a:pos x="4" y="3"/>
                  </a:cxn>
                  <a:cxn ang="0">
                    <a:pos x="4" y="4"/>
                  </a:cxn>
                  <a:cxn ang="0">
                    <a:pos x="4" y="4"/>
                  </a:cxn>
                  <a:cxn ang="0">
                    <a:pos x="4" y="3"/>
                  </a:cxn>
                  <a:cxn ang="0">
                    <a:pos x="4" y="4"/>
                  </a:cxn>
                  <a:cxn ang="0">
                    <a:pos x="4" y="4"/>
                  </a:cxn>
                  <a:cxn ang="0">
                    <a:pos x="3" y="4"/>
                  </a:cxn>
                  <a:cxn ang="0">
                    <a:pos x="4" y="5"/>
                  </a:cxn>
                  <a:cxn ang="0">
                    <a:pos x="4" y="4"/>
                  </a:cxn>
                  <a:cxn ang="0">
                    <a:pos x="3" y="4"/>
                  </a:cxn>
                  <a:cxn ang="0">
                    <a:pos x="4" y="5"/>
                  </a:cxn>
                  <a:cxn ang="0">
                    <a:pos x="3" y="4"/>
                  </a:cxn>
                  <a:cxn ang="0">
                    <a:pos x="4" y="5"/>
                  </a:cxn>
                  <a:cxn ang="0">
                    <a:pos x="4" y="5"/>
                  </a:cxn>
                  <a:cxn ang="0">
                    <a:pos x="3" y="4"/>
                  </a:cxn>
                  <a:cxn ang="0">
                    <a:pos x="4" y="5"/>
                  </a:cxn>
                  <a:cxn ang="0">
                    <a:pos x="4" y="5"/>
                  </a:cxn>
                  <a:cxn ang="0">
                    <a:pos x="4" y="5"/>
                  </a:cxn>
                  <a:cxn ang="0">
                    <a:pos x="15" y="6"/>
                  </a:cxn>
                  <a:cxn ang="0">
                    <a:pos x="18" y="8"/>
                  </a:cxn>
                  <a:cxn ang="0">
                    <a:pos x="22" y="11"/>
                  </a:cxn>
                  <a:cxn ang="0">
                    <a:pos x="26" y="17"/>
                  </a:cxn>
                  <a:cxn ang="0">
                    <a:pos x="27" y="19"/>
                  </a:cxn>
                  <a:cxn ang="0">
                    <a:pos x="26" y="21"/>
                  </a:cxn>
                  <a:cxn ang="0">
                    <a:pos x="25" y="22"/>
                  </a:cxn>
                  <a:cxn ang="0">
                    <a:pos x="21" y="20"/>
                  </a:cxn>
                  <a:cxn ang="0">
                    <a:pos x="5" y="4"/>
                  </a:cxn>
                  <a:cxn ang="0">
                    <a:pos x="4" y="6"/>
                  </a:cxn>
                  <a:cxn ang="0">
                    <a:pos x="2" y="7"/>
                  </a:cxn>
                  <a:cxn ang="0">
                    <a:pos x="18" y="23"/>
                  </a:cxn>
                  <a:cxn ang="0">
                    <a:pos x="25" y="26"/>
                  </a:cxn>
                  <a:cxn ang="0">
                    <a:pos x="29" y="25"/>
                  </a:cxn>
                  <a:cxn ang="0">
                    <a:pos x="31" y="19"/>
                  </a:cxn>
                  <a:cxn ang="0">
                    <a:pos x="30" y="14"/>
                  </a:cxn>
                  <a:cxn ang="0">
                    <a:pos x="25" y="9"/>
                  </a:cxn>
                  <a:cxn ang="0">
                    <a:pos x="21" y="4"/>
                  </a:cxn>
                  <a:cxn ang="0">
                    <a:pos x="15" y="2"/>
                  </a:cxn>
                  <a:cxn ang="0">
                    <a:pos x="5" y="1"/>
                  </a:cxn>
                  <a:cxn ang="0">
                    <a:pos x="4" y="0"/>
                  </a:cxn>
                  <a:cxn ang="0">
                    <a:pos x="1" y="1"/>
                  </a:cxn>
                  <a:cxn ang="0">
                    <a:pos x="0" y="4"/>
                  </a:cxn>
                  <a:cxn ang="0">
                    <a:pos x="1" y="6"/>
                  </a:cxn>
                  <a:cxn ang="0">
                    <a:pos x="2" y="7"/>
                  </a:cxn>
                  <a:cxn ang="0">
                    <a:pos x="4" y="6"/>
                  </a:cxn>
                </a:cxnLst>
                <a:rect l="0" t="0" r="r" b="b"/>
                <a:pathLst>
                  <a:path w="31" h="26">
                    <a:moveTo>
                      <a:pt x="4" y="6"/>
                    </a:moveTo>
                    <a:cubicBezTo>
                      <a:pt x="5" y="4"/>
                      <a:pt x="5" y="4"/>
                      <a:pt x="5" y="4"/>
                    </a:cubicBezTo>
                    <a:cubicBezTo>
                      <a:pt x="5" y="4"/>
                      <a:pt x="5" y="4"/>
                      <a:pt x="4" y="4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16" y="7"/>
                      <a:pt x="17" y="7"/>
                      <a:pt x="18" y="8"/>
                    </a:cubicBezTo>
                    <a:cubicBezTo>
                      <a:pt x="20" y="9"/>
                      <a:pt x="21" y="10"/>
                      <a:pt x="22" y="11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27" y="18"/>
                      <a:pt x="27" y="18"/>
                      <a:pt x="27" y="19"/>
                    </a:cubicBezTo>
                    <a:cubicBezTo>
                      <a:pt x="27" y="20"/>
                      <a:pt x="27" y="21"/>
                      <a:pt x="26" y="21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3" y="22"/>
                      <a:pt x="22" y="21"/>
                      <a:pt x="21" y="20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20" y="25"/>
                      <a:pt x="22" y="26"/>
                      <a:pt x="25" y="26"/>
                    </a:cubicBezTo>
                    <a:cubicBezTo>
                      <a:pt x="26" y="26"/>
                      <a:pt x="28" y="25"/>
                      <a:pt x="29" y="25"/>
                    </a:cubicBezTo>
                    <a:cubicBezTo>
                      <a:pt x="31" y="23"/>
                      <a:pt x="31" y="21"/>
                      <a:pt x="31" y="19"/>
                    </a:cubicBezTo>
                    <a:cubicBezTo>
                      <a:pt x="31" y="17"/>
                      <a:pt x="31" y="16"/>
                      <a:pt x="30" y="14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24" y="7"/>
                      <a:pt x="23" y="6"/>
                      <a:pt x="21" y="4"/>
                    </a:cubicBezTo>
                    <a:cubicBezTo>
                      <a:pt x="19" y="3"/>
                      <a:pt x="17" y="2"/>
                      <a:pt x="15" y="2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2" y="1"/>
                      <a:pt x="1" y="1"/>
                    </a:cubicBezTo>
                    <a:cubicBezTo>
                      <a:pt x="1" y="2"/>
                      <a:pt x="0" y="3"/>
                      <a:pt x="0" y="4"/>
                    </a:cubicBezTo>
                    <a:cubicBezTo>
                      <a:pt x="0" y="4"/>
                      <a:pt x="0" y="5"/>
                      <a:pt x="1" y="6"/>
                    </a:cubicBezTo>
                    <a:cubicBezTo>
                      <a:pt x="2" y="7"/>
                      <a:pt x="2" y="7"/>
                      <a:pt x="2" y="7"/>
                    </a:cubicBezTo>
                    <a:lnTo>
                      <a:pt x="4" y="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30" name="Freeform 295"/>
              <p:cNvSpPr>
                <a:spLocks/>
              </p:cNvSpPr>
              <p:nvPr/>
            </p:nvSpPr>
            <p:spPr bwMode="auto">
              <a:xfrm>
                <a:off x="-4454525" y="2663823"/>
                <a:ext cx="95250" cy="57150"/>
              </a:xfrm>
              <a:custGeom>
                <a:avLst/>
                <a:gdLst/>
                <a:ahLst/>
                <a:cxnLst>
                  <a:cxn ang="0">
                    <a:pos x="3" y="7"/>
                  </a:cxn>
                  <a:cxn ang="0">
                    <a:pos x="5" y="7"/>
                  </a:cxn>
                  <a:cxn ang="0">
                    <a:pos x="5" y="6"/>
                  </a:cxn>
                  <a:cxn ang="0">
                    <a:pos x="5" y="4"/>
                  </a:cxn>
                  <a:cxn ang="0">
                    <a:pos x="7" y="4"/>
                  </a:cxn>
                  <a:cxn ang="0">
                    <a:pos x="17" y="4"/>
                  </a:cxn>
                  <a:cxn ang="0">
                    <a:pos x="19" y="5"/>
                  </a:cxn>
                  <a:cxn ang="0">
                    <a:pos x="20" y="7"/>
                  </a:cxn>
                  <a:cxn ang="0">
                    <a:pos x="20" y="8"/>
                  </a:cxn>
                  <a:cxn ang="0">
                    <a:pos x="20" y="10"/>
                  </a:cxn>
                  <a:cxn ang="0">
                    <a:pos x="18" y="11"/>
                  </a:cxn>
                  <a:cxn ang="0">
                    <a:pos x="9" y="11"/>
                  </a:cxn>
                  <a:cxn ang="0">
                    <a:pos x="6" y="10"/>
                  </a:cxn>
                  <a:cxn ang="0">
                    <a:pos x="5" y="7"/>
                  </a:cxn>
                  <a:cxn ang="0">
                    <a:pos x="3" y="7"/>
                  </a:cxn>
                  <a:cxn ang="0">
                    <a:pos x="1" y="8"/>
                  </a:cxn>
                  <a:cxn ang="0">
                    <a:pos x="4" y="13"/>
                  </a:cxn>
                  <a:cxn ang="0">
                    <a:pos x="9" y="15"/>
                  </a:cxn>
                  <a:cxn ang="0">
                    <a:pos x="18" y="15"/>
                  </a:cxn>
                  <a:cxn ang="0">
                    <a:pos x="23" y="13"/>
                  </a:cxn>
                  <a:cxn ang="0">
                    <a:pos x="25" y="8"/>
                  </a:cxn>
                  <a:cxn ang="0">
                    <a:pos x="25" y="7"/>
                  </a:cxn>
                  <a:cxn ang="0">
                    <a:pos x="22" y="2"/>
                  </a:cxn>
                  <a:cxn ang="0">
                    <a:pos x="17" y="0"/>
                  </a:cxn>
                  <a:cxn ang="0">
                    <a:pos x="7" y="0"/>
                  </a:cxn>
                  <a:cxn ang="0">
                    <a:pos x="2" y="1"/>
                  </a:cxn>
                  <a:cxn ang="0">
                    <a:pos x="0" y="6"/>
                  </a:cxn>
                  <a:cxn ang="0">
                    <a:pos x="1" y="8"/>
                  </a:cxn>
                  <a:cxn ang="0">
                    <a:pos x="3" y="7"/>
                  </a:cxn>
                </a:cxnLst>
                <a:rect l="0" t="0" r="r" b="b"/>
                <a:pathLst>
                  <a:path w="25" h="15">
                    <a:moveTo>
                      <a:pt x="3" y="7"/>
                    </a:moveTo>
                    <a:cubicBezTo>
                      <a:pt x="5" y="7"/>
                      <a:pt x="5" y="7"/>
                      <a:pt x="5" y="7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5" y="5"/>
                      <a:pt x="5" y="4"/>
                    </a:cubicBezTo>
                    <a:cubicBezTo>
                      <a:pt x="6" y="4"/>
                      <a:pt x="6" y="4"/>
                      <a:pt x="7" y="4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8" y="4"/>
                      <a:pt x="18" y="4"/>
                      <a:pt x="19" y="5"/>
                    </a:cubicBezTo>
                    <a:cubicBezTo>
                      <a:pt x="20" y="6"/>
                      <a:pt x="20" y="6"/>
                      <a:pt x="20" y="7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20" y="9"/>
                      <a:pt x="20" y="9"/>
                      <a:pt x="20" y="10"/>
                    </a:cubicBezTo>
                    <a:cubicBezTo>
                      <a:pt x="19" y="10"/>
                      <a:pt x="19" y="11"/>
                      <a:pt x="18" y="11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8" y="11"/>
                      <a:pt x="7" y="10"/>
                      <a:pt x="6" y="10"/>
                    </a:cubicBezTo>
                    <a:cubicBezTo>
                      <a:pt x="6" y="9"/>
                      <a:pt x="5" y="8"/>
                      <a:pt x="5" y="7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1" y="10"/>
                      <a:pt x="2" y="11"/>
                      <a:pt x="4" y="13"/>
                    </a:cubicBezTo>
                    <a:cubicBezTo>
                      <a:pt x="5" y="14"/>
                      <a:pt x="7" y="15"/>
                      <a:pt x="9" y="15"/>
                    </a:cubicBezTo>
                    <a:cubicBezTo>
                      <a:pt x="18" y="15"/>
                      <a:pt x="18" y="15"/>
                      <a:pt x="18" y="15"/>
                    </a:cubicBezTo>
                    <a:cubicBezTo>
                      <a:pt x="20" y="15"/>
                      <a:pt x="22" y="14"/>
                      <a:pt x="23" y="13"/>
                    </a:cubicBezTo>
                    <a:cubicBezTo>
                      <a:pt x="24" y="12"/>
                      <a:pt x="25" y="10"/>
                      <a:pt x="25" y="8"/>
                    </a:cubicBezTo>
                    <a:cubicBezTo>
                      <a:pt x="25" y="7"/>
                      <a:pt x="25" y="7"/>
                      <a:pt x="25" y="7"/>
                    </a:cubicBezTo>
                    <a:cubicBezTo>
                      <a:pt x="24" y="5"/>
                      <a:pt x="24" y="3"/>
                      <a:pt x="22" y="2"/>
                    </a:cubicBezTo>
                    <a:cubicBezTo>
                      <a:pt x="21" y="0"/>
                      <a:pt x="19" y="0"/>
                      <a:pt x="17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5" y="0"/>
                      <a:pt x="3" y="0"/>
                      <a:pt x="2" y="1"/>
                    </a:cubicBezTo>
                    <a:cubicBezTo>
                      <a:pt x="1" y="3"/>
                      <a:pt x="0" y="4"/>
                      <a:pt x="0" y="6"/>
                    </a:cubicBezTo>
                    <a:cubicBezTo>
                      <a:pt x="0" y="7"/>
                      <a:pt x="0" y="7"/>
                      <a:pt x="1" y="8"/>
                    </a:cubicBezTo>
                    <a:lnTo>
                      <a:pt x="3" y="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31" name="Freeform 296"/>
              <p:cNvSpPr>
                <a:spLocks/>
              </p:cNvSpPr>
              <p:nvPr/>
            </p:nvSpPr>
            <p:spPr bwMode="auto">
              <a:xfrm>
                <a:off x="-3432175" y="2822573"/>
                <a:ext cx="87313" cy="165100"/>
              </a:xfrm>
              <a:custGeom>
                <a:avLst/>
                <a:gdLst/>
                <a:ahLst/>
                <a:cxnLst>
                  <a:cxn ang="0">
                    <a:pos x="3" y="9"/>
                  </a:cxn>
                  <a:cxn ang="0">
                    <a:pos x="1" y="15"/>
                  </a:cxn>
                  <a:cxn ang="0">
                    <a:pos x="6" y="21"/>
                  </a:cxn>
                  <a:cxn ang="0">
                    <a:pos x="6" y="23"/>
                  </a:cxn>
                  <a:cxn ang="0">
                    <a:pos x="2" y="34"/>
                  </a:cxn>
                  <a:cxn ang="0">
                    <a:pos x="0" y="40"/>
                  </a:cxn>
                  <a:cxn ang="0">
                    <a:pos x="0" y="42"/>
                  </a:cxn>
                  <a:cxn ang="0">
                    <a:pos x="2" y="44"/>
                  </a:cxn>
                  <a:cxn ang="0">
                    <a:pos x="4" y="43"/>
                  </a:cxn>
                  <a:cxn ang="0">
                    <a:pos x="15" y="37"/>
                  </a:cxn>
                  <a:cxn ang="0">
                    <a:pos x="23" y="24"/>
                  </a:cxn>
                  <a:cxn ang="0">
                    <a:pos x="14" y="7"/>
                  </a:cxn>
                  <a:cxn ang="0">
                    <a:pos x="12" y="4"/>
                  </a:cxn>
                  <a:cxn ang="0">
                    <a:pos x="12" y="4"/>
                  </a:cxn>
                  <a:cxn ang="0">
                    <a:pos x="12" y="4"/>
                  </a:cxn>
                  <a:cxn ang="0">
                    <a:pos x="12" y="4"/>
                  </a:cxn>
                  <a:cxn ang="0">
                    <a:pos x="12" y="4"/>
                  </a:cxn>
                  <a:cxn ang="0">
                    <a:pos x="12" y="3"/>
                  </a:cxn>
                  <a:cxn ang="0">
                    <a:pos x="10" y="0"/>
                  </a:cxn>
                  <a:cxn ang="0">
                    <a:pos x="4" y="4"/>
                  </a:cxn>
                  <a:cxn ang="0">
                    <a:pos x="5" y="9"/>
                  </a:cxn>
                  <a:cxn ang="0">
                    <a:pos x="8" y="6"/>
                  </a:cxn>
                  <a:cxn ang="0">
                    <a:pos x="10" y="5"/>
                  </a:cxn>
                  <a:cxn ang="0">
                    <a:pos x="10" y="4"/>
                  </a:cxn>
                  <a:cxn ang="0">
                    <a:pos x="10" y="5"/>
                  </a:cxn>
                  <a:cxn ang="0">
                    <a:pos x="10" y="5"/>
                  </a:cxn>
                  <a:cxn ang="0">
                    <a:pos x="9" y="4"/>
                  </a:cxn>
                  <a:cxn ang="0">
                    <a:pos x="10" y="3"/>
                  </a:cxn>
                  <a:cxn ang="0">
                    <a:pos x="10" y="3"/>
                  </a:cxn>
                  <a:cxn ang="0">
                    <a:pos x="9" y="4"/>
                  </a:cxn>
                  <a:cxn ang="0">
                    <a:pos x="8" y="3"/>
                  </a:cxn>
                  <a:cxn ang="0">
                    <a:pos x="8" y="3"/>
                  </a:cxn>
                  <a:cxn ang="0">
                    <a:pos x="9" y="3"/>
                  </a:cxn>
                  <a:cxn ang="0">
                    <a:pos x="8" y="3"/>
                  </a:cxn>
                  <a:cxn ang="0">
                    <a:pos x="9" y="7"/>
                  </a:cxn>
                  <a:cxn ang="0">
                    <a:pos x="19" y="24"/>
                  </a:cxn>
                  <a:cxn ang="0">
                    <a:pos x="10" y="35"/>
                  </a:cxn>
                  <a:cxn ang="0">
                    <a:pos x="2" y="40"/>
                  </a:cxn>
                  <a:cxn ang="0">
                    <a:pos x="2" y="41"/>
                  </a:cxn>
                  <a:cxn ang="0">
                    <a:pos x="2" y="40"/>
                  </a:cxn>
                  <a:cxn ang="0">
                    <a:pos x="2" y="40"/>
                  </a:cxn>
                  <a:cxn ang="0">
                    <a:pos x="4" y="41"/>
                  </a:cxn>
                  <a:cxn ang="0">
                    <a:pos x="2" y="42"/>
                  </a:cxn>
                  <a:cxn ang="0">
                    <a:pos x="2" y="42"/>
                  </a:cxn>
                  <a:cxn ang="0">
                    <a:pos x="4" y="41"/>
                  </a:cxn>
                  <a:cxn ang="0">
                    <a:pos x="4" y="42"/>
                  </a:cxn>
                  <a:cxn ang="0">
                    <a:pos x="4" y="42"/>
                  </a:cxn>
                  <a:cxn ang="0">
                    <a:pos x="3" y="42"/>
                  </a:cxn>
                  <a:cxn ang="0">
                    <a:pos x="5" y="41"/>
                  </a:cxn>
                  <a:cxn ang="0">
                    <a:pos x="7" y="34"/>
                  </a:cxn>
                  <a:cxn ang="0">
                    <a:pos x="10" y="23"/>
                  </a:cxn>
                  <a:cxn ang="0">
                    <a:pos x="9" y="18"/>
                  </a:cxn>
                  <a:cxn ang="0">
                    <a:pos x="6" y="16"/>
                  </a:cxn>
                  <a:cxn ang="0">
                    <a:pos x="6" y="13"/>
                  </a:cxn>
                  <a:cxn ang="0">
                    <a:pos x="5" y="9"/>
                  </a:cxn>
                </a:cxnLst>
                <a:rect l="0" t="0" r="r" b="b"/>
                <a:pathLst>
                  <a:path w="23" h="44">
                    <a:moveTo>
                      <a:pt x="5" y="9"/>
                    </a:moveTo>
                    <a:cubicBezTo>
                      <a:pt x="3" y="9"/>
                      <a:pt x="3" y="9"/>
                      <a:pt x="3" y="9"/>
                    </a:cubicBezTo>
                    <a:cubicBezTo>
                      <a:pt x="3" y="10"/>
                      <a:pt x="2" y="11"/>
                      <a:pt x="2" y="11"/>
                    </a:cubicBezTo>
                    <a:cubicBezTo>
                      <a:pt x="2" y="12"/>
                      <a:pt x="1" y="13"/>
                      <a:pt x="1" y="15"/>
                    </a:cubicBezTo>
                    <a:cubicBezTo>
                      <a:pt x="1" y="16"/>
                      <a:pt x="2" y="18"/>
                      <a:pt x="3" y="19"/>
                    </a:cubicBezTo>
                    <a:cubicBezTo>
                      <a:pt x="4" y="20"/>
                      <a:pt x="5" y="21"/>
                      <a:pt x="6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6" y="22"/>
                      <a:pt x="6" y="22"/>
                      <a:pt x="6" y="23"/>
                    </a:cubicBezTo>
                    <a:cubicBezTo>
                      <a:pt x="6" y="24"/>
                      <a:pt x="5" y="26"/>
                      <a:pt x="4" y="28"/>
                    </a:cubicBezTo>
                    <a:cubicBezTo>
                      <a:pt x="3" y="30"/>
                      <a:pt x="2" y="32"/>
                      <a:pt x="2" y="34"/>
                    </a:cubicBezTo>
                    <a:cubicBezTo>
                      <a:pt x="2" y="35"/>
                      <a:pt x="2" y="36"/>
                      <a:pt x="1" y="38"/>
                    </a:cubicBezTo>
                    <a:cubicBezTo>
                      <a:pt x="1" y="38"/>
                      <a:pt x="1" y="39"/>
                      <a:pt x="0" y="40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1"/>
                      <a:pt x="0" y="41"/>
                      <a:pt x="0" y="42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1" y="44"/>
                      <a:pt x="2" y="44"/>
                      <a:pt x="2" y="44"/>
                    </a:cubicBezTo>
                    <a:cubicBezTo>
                      <a:pt x="3" y="44"/>
                      <a:pt x="3" y="44"/>
                      <a:pt x="3" y="44"/>
                    </a:cubicBezTo>
                    <a:cubicBezTo>
                      <a:pt x="4" y="43"/>
                      <a:pt x="4" y="43"/>
                      <a:pt x="4" y="43"/>
                    </a:cubicBezTo>
                    <a:cubicBezTo>
                      <a:pt x="5" y="43"/>
                      <a:pt x="6" y="42"/>
                      <a:pt x="7" y="41"/>
                    </a:cubicBezTo>
                    <a:cubicBezTo>
                      <a:pt x="10" y="40"/>
                      <a:pt x="12" y="39"/>
                      <a:pt x="15" y="37"/>
                    </a:cubicBezTo>
                    <a:cubicBezTo>
                      <a:pt x="18" y="35"/>
                      <a:pt x="20" y="33"/>
                      <a:pt x="21" y="31"/>
                    </a:cubicBezTo>
                    <a:cubicBezTo>
                      <a:pt x="23" y="29"/>
                      <a:pt x="23" y="26"/>
                      <a:pt x="23" y="24"/>
                    </a:cubicBezTo>
                    <a:cubicBezTo>
                      <a:pt x="23" y="19"/>
                      <a:pt x="22" y="15"/>
                      <a:pt x="19" y="12"/>
                    </a:cubicBezTo>
                    <a:cubicBezTo>
                      <a:pt x="17" y="10"/>
                      <a:pt x="16" y="9"/>
                      <a:pt x="14" y="7"/>
                    </a:cubicBezTo>
                    <a:cubicBezTo>
                      <a:pt x="14" y="6"/>
                      <a:pt x="13" y="5"/>
                      <a:pt x="13" y="5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2" y="2"/>
                      <a:pt x="12" y="2"/>
                      <a:pt x="12" y="1"/>
                    </a:cubicBezTo>
                    <a:cubicBezTo>
                      <a:pt x="11" y="1"/>
                      <a:pt x="10" y="0"/>
                      <a:pt x="10" y="0"/>
                    </a:cubicBezTo>
                    <a:cubicBezTo>
                      <a:pt x="9" y="1"/>
                      <a:pt x="8" y="1"/>
                      <a:pt x="7" y="1"/>
                    </a:cubicBezTo>
                    <a:cubicBezTo>
                      <a:pt x="6" y="2"/>
                      <a:pt x="5" y="3"/>
                      <a:pt x="4" y="4"/>
                    </a:cubicBezTo>
                    <a:cubicBezTo>
                      <a:pt x="3" y="6"/>
                      <a:pt x="3" y="7"/>
                      <a:pt x="3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7" y="9"/>
                      <a:pt x="7" y="9"/>
                      <a:pt x="7" y="9"/>
                    </a:cubicBezTo>
                    <a:cubicBezTo>
                      <a:pt x="7" y="8"/>
                      <a:pt x="8" y="7"/>
                      <a:pt x="8" y="6"/>
                    </a:cubicBezTo>
                    <a:cubicBezTo>
                      <a:pt x="9" y="6"/>
                      <a:pt x="9" y="5"/>
                      <a:pt x="10" y="5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10" y="4"/>
                      <a:pt x="10" y="4"/>
                      <a:pt x="10" y="4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10" y="4"/>
                      <a:pt x="10" y="4"/>
                      <a:pt x="10" y="4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9" y="5"/>
                      <a:pt x="10" y="5"/>
                      <a:pt x="10" y="5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8" y="3"/>
                      <a:pt x="8" y="3"/>
                      <a:pt x="8" y="3"/>
                    </a:cubicBezTo>
                    <a:cubicBezTo>
                      <a:pt x="8" y="3"/>
                      <a:pt x="8" y="4"/>
                      <a:pt x="9" y="4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8" y="3"/>
                      <a:pt x="8" y="3"/>
                      <a:pt x="8" y="3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8" y="3"/>
                      <a:pt x="8" y="3"/>
                      <a:pt x="8" y="3"/>
                    </a:cubicBezTo>
                    <a:cubicBezTo>
                      <a:pt x="8" y="3"/>
                      <a:pt x="8" y="3"/>
                      <a:pt x="8" y="3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8" y="3"/>
                      <a:pt x="8" y="3"/>
                      <a:pt x="8" y="3"/>
                    </a:cubicBezTo>
                    <a:cubicBezTo>
                      <a:pt x="8" y="3"/>
                      <a:pt x="8" y="3"/>
                      <a:pt x="8" y="3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5"/>
                      <a:pt x="8" y="6"/>
                      <a:pt x="9" y="7"/>
                    </a:cubicBezTo>
                    <a:cubicBezTo>
                      <a:pt x="10" y="9"/>
                      <a:pt x="13" y="12"/>
                      <a:pt x="16" y="15"/>
                    </a:cubicBezTo>
                    <a:cubicBezTo>
                      <a:pt x="18" y="17"/>
                      <a:pt x="19" y="20"/>
                      <a:pt x="19" y="24"/>
                    </a:cubicBezTo>
                    <a:cubicBezTo>
                      <a:pt x="19" y="26"/>
                      <a:pt x="19" y="27"/>
                      <a:pt x="18" y="29"/>
                    </a:cubicBezTo>
                    <a:cubicBezTo>
                      <a:pt x="17" y="30"/>
                      <a:pt x="13" y="33"/>
                      <a:pt x="10" y="35"/>
                    </a:cubicBezTo>
                    <a:cubicBezTo>
                      <a:pt x="9" y="36"/>
                      <a:pt x="7" y="37"/>
                      <a:pt x="5" y="38"/>
                    </a:cubicBezTo>
                    <a:cubicBezTo>
                      <a:pt x="4" y="39"/>
                      <a:pt x="3" y="39"/>
                      <a:pt x="2" y="40"/>
                    </a:cubicBezTo>
                    <a:cubicBezTo>
                      <a:pt x="2" y="40"/>
                      <a:pt x="2" y="40"/>
                      <a:pt x="2" y="40"/>
                    </a:cubicBezTo>
                    <a:cubicBezTo>
                      <a:pt x="2" y="41"/>
                      <a:pt x="2" y="41"/>
                      <a:pt x="2" y="41"/>
                    </a:cubicBezTo>
                    <a:cubicBezTo>
                      <a:pt x="2" y="40"/>
                      <a:pt x="2" y="40"/>
                      <a:pt x="2" y="40"/>
                    </a:cubicBezTo>
                    <a:cubicBezTo>
                      <a:pt x="2" y="40"/>
                      <a:pt x="2" y="40"/>
                      <a:pt x="2" y="40"/>
                    </a:cubicBezTo>
                    <a:cubicBezTo>
                      <a:pt x="2" y="41"/>
                      <a:pt x="2" y="41"/>
                      <a:pt x="2" y="41"/>
                    </a:cubicBezTo>
                    <a:cubicBezTo>
                      <a:pt x="2" y="40"/>
                      <a:pt x="2" y="40"/>
                      <a:pt x="2" y="40"/>
                    </a:cubicBezTo>
                    <a:cubicBezTo>
                      <a:pt x="2" y="42"/>
                      <a:pt x="2" y="42"/>
                      <a:pt x="2" y="42"/>
                    </a:cubicBezTo>
                    <a:cubicBezTo>
                      <a:pt x="4" y="41"/>
                      <a:pt x="4" y="41"/>
                      <a:pt x="4" y="41"/>
                    </a:cubicBezTo>
                    <a:cubicBezTo>
                      <a:pt x="3" y="40"/>
                      <a:pt x="3" y="40"/>
                      <a:pt x="2" y="40"/>
                    </a:cubicBezTo>
                    <a:cubicBezTo>
                      <a:pt x="2" y="42"/>
                      <a:pt x="2" y="42"/>
                      <a:pt x="2" y="42"/>
                    </a:cubicBezTo>
                    <a:cubicBezTo>
                      <a:pt x="4" y="41"/>
                      <a:pt x="4" y="41"/>
                      <a:pt x="4" y="41"/>
                    </a:cubicBezTo>
                    <a:cubicBezTo>
                      <a:pt x="2" y="42"/>
                      <a:pt x="2" y="42"/>
                      <a:pt x="2" y="42"/>
                    </a:cubicBezTo>
                    <a:cubicBezTo>
                      <a:pt x="4" y="42"/>
                      <a:pt x="4" y="42"/>
                      <a:pt x="4" y="42"/>
                    </a:cubicBezTo>
                    <a:cubicBezTo>
                      <a:pt x="4" y="41"/>
                      <a:pt x="4" y="41"/>
                      <a:pt x="4" y="41"/>
                    </a:cubicBezTo>
                    <a:cubicBezTo>
                      <a:pt x="2" y="42"/>
                      <a:pt x="2" y="42"/>
                      <a:pt x="2" y="42"/>
                    </a:cubicBezTo>
                    <a:cubicBezTo>
                      <a:pt x="4" y="42"/>
                      <a:pt x="4" y="42"/>
                      <a:pt x="4" y="42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4" y="42"/>
                      <a:pt x="4" y="42"/>
                      <a:pt x="4" y="42"/>
                    </a:cubicBezTo>
                    <a:cubicBezTo>
                      <a:pt x="4" y="42"/>
                      <a:pt x="4" y="42"/>
                      <a:pt x="4" y="42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4" y="42"/>
                      <a:pt x="4" y="42"/>
                      <a:pt x="4" y="42"/>
                    </a:cubicBezTo>
                    <a:cubicBezTo>
                      <a:pt x="4" y="42"/>
                      <a:pt x="4" y="42"/>
                      <a:pt x="5" y="41"/>
                    </a:cubicBezTo>
                    <a:cubicBezTo>
                      <a:pt x="5" y="40"/>
                      <a:pt x="5" y="39"/>
                      <a:pt x="6" y="38"/>
                    </a:cubicBezTo>
                    <a:cubicBezTo>
                      <a:pt x="6" y="37"/>
                      <a:pt x="7" y="36"/>
                      <a:pt x="7" y="34"/>
                    </a:cubicBezTo>
                    <a:cubicBezTo>
                      <a:pt x="7" y="33"/>
                      <a:pt x="7" y="32"/>
                      <a:pt x="8" y="30"/>
                    </a:cubicBezTo>
                    <a:cubicBezTo>
                      <a:pt x="9" y="28"/>
                      <a:pt x="10" y="26"/>
                      <a:pt x="10" y="23"/>
                    </a:cubicBezTo>
                    <a:cubicBezTo>
                      <a:pt x="10" y="22"/>
                      <a:pt x="10" y="21"/>
                      <a:pt x="10" y="20"/>
                    </a:cubicBezTo>
                    <a:cubicBezTo>
                      <a:pt x="10" y="20"/>
                      <a:pt x="9" y="19"/>
                      <a:pt x="9" y="18"/>
                    </a:cubicBezTo>
                    <a:cubicBezTo>
                      <a:pt x="8" y="18"/>
                      <a:pt x="8" y="17"/>
                      <a:pt x="7" y="17"/>
                    </a:cubicBezTo>
                    <a:cubicBezTo>
                      <a:pt x="6" y="16"/>
                      <a:pt x="6" y="16"/>
                      <a:pt x="6" y="16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5" y="15"/>
                      <a:pt x="5" y="14"/>
                      <a:pt x="6" y="13"/>
                    </a:cubicBezTo>
                    <a:cubicBezTo>
                      <a:pt x="6" y="12"/>
                      <a:pt x="7" y="11"/>
                      <a:pt x="7" y="9"/>
                    </a:cubicBezTo>
                    <a:lnTo>
                      <a:pt x="5" y="9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32" name="Freeform 297"/>
              <p:cNvSpPr>
                <a:spLocks/>
              </p:cNvSpPr>
              <p:nvPr/>
            </p:nvSpPr>
            <p:spPr bwMode="auto">
              <a:xfrm>
                <a:off x="-3487738" y="2889248"/>
                <a:ext cx="66675" cy="65087"/>
              </a:xfrm>
              <a:custGeom>
                <a:avLst/>
                <a:gdLst/>
                <a:ahLst/>
                <a:cxnLst>
                  <a:cxn ang="0">
                    <a:pos x="10" y="2"/>
                  </a:cxn>
                  <a:cxn ang="0">
                    <a:pos x="10" y="4"/>
                  </a:cxn>
                  <a:cxn ang="0">
                    <a:pos x="13" y="5"/>
                  </a:cxn>
                  <a:cxn ang="0">
                    <a:pos x="14" y="6"/>
                  </a:cxn>
                  <a:cxn ang="0">
                    <a:pos x="14" y="6"/>
                  </a:cxn>
                  <a:cxn ang="0">
                    <a:pos x="14" y="6"/>
                  </a:cxn>
                  <a:cxn ang="0">
                    <a:pos x="14" y="6"/>
                  </a:cxn>
                  <a:cxn ang="0">
                    <a:pos x="14" y="6"/>
                  </a:cxn>
                  <a:cxn ang="0">
                    <a:pos x="14" y="6"/>
                  </a:cxn>
                  <a:cxn ang="0">
                    <a:pos x="14" y="6"/>
                  </a:cxn>
                  <a:cxn ang="0">
                    <a:pos x="14" y="6"/>
                  </a:cxn>
                  <a:cxn ang="0">
                    <a:pos x="12" y="10"/>
                  </a:cxn>
                  <a:cxn ang="0">
                    <a:pos x="11" y="11"/>
                  </a:cxn>
                  <a:cxn ang="0">
                    <a:pos x="10" y="12"/>
                  </a:cxn>
                  <a:cxn ang="0">
                    <a:pos x="6" y="12"/>
                  </a:cxn>
                  <a:cxn ang="0">
                    <a:pos x="4" y="12"/>
                  </a:cxn>
                  <a:cxn ang="0">
                    <a:pos x="4" y="12"/>
                  </a:cxn>
                  <a:cxn ang="0">
                    <a:pos x="4" y="11"/>
                  </a:cxn>
                  <a:cxn ang="0">
                    <a:pos x="7" y="6"/>
                  </a:cxn>
                  <a:cxn ang="0">
                    <a:pos x="10" y="4"/>
                  </a:cxn>
                  <a:cxn ang="0">
                    <a:pos x="10" y="2"/>
                  </a:cxn>
                  <a:cxn ang="0">
                    <a:pos x="10" y="0"/>
                  </a:cxn>
                  <a:cxn ang="0">
                    <a:pos x="4" y="3"/>
                  </a:cxn>
                  <a:cxn ang="0">
                    <a:pos x="0" y="10"/>
                  </a:cxn>
                  <a:cxn ang="0">
                    <a:pos x="0" y="12"/>
                  </a:cxn>
                  <a:cxn ang="0">
                    <a:pos x="2" y="16"/>
                  </a:cxn>
                  <a:cxn ang="0">
                    <a:pos x="6" y="17"/>
                  </a:cxn>
                  <a:cxn ang="0">
                    <a:pos x="11" y="16"/>
                  </a:cxn>
                  <a:cxn ang="0">
                    <a:pos x="14" y="14"/>
                  </a:cxn>
                  <a:cxn ang="0">
                    <a:pos x="16" y="11"/>
                  </a:cxn>
                  <a:cxn ang="0">
                    <a:pos x="18" y="8"/>
                  </a:cxn>
                  <a:cxn ang="0">
                    <a:pos x="18" y="6"/>
                  </a:cxn>
                  <a:cxn ang="0">
                    <a:pos x="17" y="3"/>
                  </a:cxn>
                  <a:cxn ang="0">
                    <a:pos x="13" y="1"/>
                  </a:cxn>
                  <a:cxn ang="0">
                    <a:pos x="10" y="0"/>
                  </a:cxn>
                  <a:cxn ang="0">
                    <a:pos x="10" y="2"/>
                  </a:cxn>
                </a:cxnLst>
                <a:rect l="0" t="0" r="r" b="b"/>
                <a:pathLst>
                  <a:path w="18" h="17">
                    <a:moveTo>
                      <a:pt x="10" y="2"/>
                    </a:moveTo>
                    <a:cubicBezTo>
                      <a:pt x="10" y="4"/>
                      <a:pt x="10" y="4"/>
                      <a:pt x="10" y="4"/>
                    </a:cubicBezTo>
                    <a:cubicBezTo>
                      <a:pt x="10" y="4"/>
                      <a:pt x="12" y="4"/>
                      <a:pt x="13" y="5"/>
                    </a:cubicBezTo>
                    <a:cubicBezTo>
                      <a:pt x="13" y="5"/>
                      <a:pt x="14" y="5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3" y="8"/>
                      <a:pt x="12" y="9"/>
                      <a:pt x="12" y="10"/>
                    </a:cubicBezTo>
                    <a:cubicBezTo>
                      <a:pt x="12" y="10"/>
                      <a:pt x="12" y="11"/>
                      <a:pt x="11" y="11"/>
                    </a:cubicBezTo>
                    <a:cubicBezTo>
                      <a:pt x="11" y="11"/>
                      <a:pt x="11" y="11"/>
                      <a:pt x="10" y="12"/>
                    </a:cubicBezTo>
                    <a:cubicBezTo>
                      <a:pt x="8" y="12"/>
                      <a:pt x="7" y="12"/>
                      <a:pt x="6" y="12"/>
                    </a:cubicBezTo>
                    <a:cubicBezTo>
                      <a:pt x="5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5" y="9"/>
                      <a:pt x="6" y="7"/>
                      <a:pt x="7" y="6"/>
                    </a:cubicBezTo>
                    <a:cubicBezTo>
                      <a:pt x="8" y="5"/>
                      <a:pt x="9" y="4"/>
                      <a:pt x="10" y="4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8" y="0"/>
                      <a:pt x="6" y="1"/>
                      <a:pt x="4" y="3"/>
                    </a:cubicBezTo>
                    <a:cubicBezTo>
                      <a:pt x="2" y="4"/>
                      <a:pt x="1" y="7"/>
                      <a:pt x="0" y="10"/>
                    </a:cubicBezTo>
                    <a:cubicBezTo>
                      <a:pt x="0" y="10"/>
                      <a:pt x="0" y="11"/>
                      <a:pt x="0" y="12"/>
                    </a:cubicBezTo>
                    <a:cubicBezTo>
                      <a:pt x="0" y="13"/>
                      <a:pt x="1" y="15"/>
                      <a:pt x="2" y="16"/>
                    </a:cubicBezTo>
                    <a:cubicBezTo>
                      <a:pt x="3" y="17"/>
                      <a:pt x="5" y="17"/>
                      <a:pt x="6" y="17"/>
                    </a:cubicBezTo>
                    <a:cubicBezTo>
                      <a:pt x="8" y="17"/>
                      <a:pt x="9" y="16"/>
                      <a:pt x="11" y="16"/>
                    </a:cubicBezTo>
                    <a:cubicBezTo>
                      <a:pt x="12" y="15"/>
                      <a:pt x="13" y="15"/>
                      <a:pt x="14" y="14"/>
                    </a:cubicBezTo>
                    <a:cubicBezTo>
                      <a:pt x="15" y="13"/>
                      <a:pt x="16" y="12"/>
                      <a:pt x="16" y="11"/>
                    </a:cubicBezTo>
                    <a:cubicBezTo>
                      <a:pt x="17" y="10"/>
                      <a:pt x="17" y="9"/>
                      <a:pt x="18" y="8"/>
                    </a:cubicBezTo>
                    <a:cubicBezTo>
                      <a:pt x="18" y="7"/>
                      <a:pt x="18" y="7"/>
                      <a:pt x="18" y="6"/>
                    </a:cubicBezTo>
                    <a:cubicBezTo>
                      <a:pt x="18" y="5"/>
                      <a:pt x="18" y="3"/>
                      <a:pt x="17" y="3"/>
                    </a:cubicBezTo>
                    <a:cubicBezTo>
                      <a:pt x="16" y="2"/>
                      <a:pt x="15" y="1"/>
                      <a:pt x="13" y="1"/>
                    </a:cubicBezTo>
                    <a:cubicBezTo>
                      <a:pt x="12" y="0"/>
                      <a:pt x="11" y="0"/>
                      <a:pt x="10" y="0"/>
                    </a:cubicBezTo>
                    <a:lnTo>
                      <a:pt x="10" y="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33" name="Freeform 298"/>
              <p:cNvSpPr>
                <a:spLocks/>
              </p:cNvSpPr>
              <p:nvPr/>
            </p:nvSpPr>
            <p:spPr bwMode="auto">
              <a:xfrm>
                <a:off x="-5084763" y="2419350"/>
                <a:ext cx="7937" cy="1584325"/>
              </a:xfrm>
              <a:custGeom>
                <a:avLst/>
                <a:gdLst/>
                <a:ahLst/>
                <a:cxnLst>
                  <a:cxn ang="0">
                    <a:pos x="2" y="421"/>
                  </a:cxn>
                  <a:cxn ang="0">
                    <a:pos x="0" y="0"/>
                  </a:cxn>
                </a:cxnLst>
                <a:rect l="0" t="0" r="r" b="b"/>
                <a:pathLst>
                  <a:path w="2" h="421">
                    <a:moveTo>
                      <a:pt x="2" y="421"/>
                    </a:moveTo>
                    <a:cubicBezTo>
                      <a:pt x="0" y="340"/>
                      <a:pt x="0" y="0"/>
                      <a:pt x="0" y="0"/>
                    </a:cubicBezTo>
                  </a:path>
                </a:pathLst>
              </a:custGeom>
              <a:noFill/>
              <a:ln w="63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34" name="Freeform 299"/>
              <p:cNvSpPr>
                <a:spLocks/>
              </p:cNvSpPr>
              <p:nvPr/>
            </p:nvSpPr>
            <p:spPr bwMode="auto">
              <a:xfrm>
                <a:off x="-2901950" y="2419351"/>
                <a:ext cx="646113" cy="164782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36" y="198"/>
                  </a:cxn>
                  <a:cxn ang="0">
                    <a:pos x="170" y="438"/>
                  </a:cxn>
                </a:cxnLst>
                <a:rect l="0" t="0" r="r" b="b"/>
                <a:pathLst>
                  <a:path w="172" h="438">
                    <a:moveTo>
                      <a:pt x="0" y="0"/>
                    </a:moveTo>
                    <a:cubicBezTo>
                      <a:pt x="73" y="63"/>
                      <a:pt x="120" y="122"/>
                      <a:pt x="136" y="198"/>
                    </a:cubicBezTo>
                    <a:cubicBezTo>
                      <a:pt x="152" y="274"/>
                      <a:pt x="172" y="418"/>
                      <a:pt x="170" y="438"/>
                    </a:cubicBezTo>
                  </a:path>
                </a:pathLst>
              </a:custGeom>
              <a:noFill/>
              <a:ln w="63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7" name="Group 21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6450012" y="3926681"/>
              <a:ext cx="3425033" cy="1653383"/>
              <a:chOff x="6450011" y="3926681"/>
              <a:chExt cx="3425034" cy="1653383"/>
            </a:xfrm>
          </p:grpSpPr>
          <p:sp>
            <p:nvSpPr>
              <p:cNvPr id="8" name="Oval 22"/>
              <p:cNvSpPr/>
              <p:nvPr/>
            </p:nvSpPr>
            <p:spPr>
              <a:xfrm>
                <a:off x="6821486" y="4043362"/>
                <a:ext cx="55564" cy="55564"/>
              </a:xfrm>
              <a:prstGeom prst="ellipse">
                <a:avLst/>
              </a:prstGeom>
              <a:solidFill>
                <a:srgbClr val="193D5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/>
              </a:p>
            </p:txBody>
          </p:sp>
          <p:sp>
            <p:nvSpPr>
              <p:cNvPr id="9" name="Oval 23"/>
              <p:cNvSpPr/>
              <p:nvPr/>
            </p:nvSpPr>
            <p:spPr>
              <a:xfrm>
                <a:off x="6450011" y="4283868"/>
                <a:ext cx="55564" cy="55564"/>
              </a:xfrm>
              <a:prstGeom prst="ellipse">
                <a:avLst/>
              </a:prstGeom>
              <a:solidFill>
                <a:srgbClr val="193D5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/>
              </a:p>
            </p:txBody>
          </p:sp>
          <p:sp>
            <p:nvSpPr>
              <p:cNvPr id="10" name="Oval 24"/>
              <p:cNvSpPr/>
              <p:nvPr/>
            </p:nvSpPr>
            <p:spPr>
              <a:xfrm>
                <a:off x="6528592" y="4500562"/>
                <a:ext cx="55564" cy="55564"/>
              </a:xfrm>
              <a:prstGeom prst="ellipse">
                <a:avLst/>
              </a:prstGeom>
              <a:solidFill>
                <a:srgbClr val="193D5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/>
              </a:p>
            </p:txBody>
          </p:sp>
          <p:sp>
            <p:nvSpPr>
              <p:cNvPr id="11" name="Oval 25"/>
              <p:cNvSpPr/>
              <p:nvPr/>
            </p:nvSpPr>
            <p:spPr>
              <a:xfrm>
                <a:off x="6685755" y="4681537"/>
                <a:ext cx="55564" cy="55564"/>
              </a:xfrm>
              <a:prstGeom prst="ellipse">
                <a:avLst/>
              </a:prstGeom>
              <a:solidFill>
                <a:srgbClr val="193D5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/>
              </a:p>
            </p:txBody>
          </p:sp>
          <p:sp>
            <p:nvSpPr>
              <p:cNvPr id="12" name="Oval 26"/>
              <p:cNvSpPr/>
              <p:nvPr/>
            </p:nvSpPr>
            <p:spPr>
              <a:xfrm>
                <a:off x="7235824" y="5150643"/>
                <a:ext cx="55564" cy="55564"/>
              </a:xfrm>
              <a:prstGeom prst="ellipse">
                <a:avLst/>
              </a:prstGeom>
              <a:solidFill>
                <a:srgbClr val="193D5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/>
              </a:p>
            </p:txBody>
          </p:sp>
          <p:sp>
            <p:nvSpPr>
              <p:cNvPr id="13" name="Oval 27"/>
              <p:cNvSpPr/>
              <p:nvPr/>
            </p:nvSpPr>
            <p:spPr>
              <a:xfrm>
                <a:off x="6969124" y="5484018"/>
                <a:ext cx="55564" cy="55564"/>
              </a:xfrm>
              <a:prstGeom prst="ellipse">
                <a:avLst/>
              </a:prstGeom>
              <a:solidFill>
                <a:srgbClr val="193D5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/>
              </a:p>
            </p:txBody>
          </p:sp>
          <p:sp>
            <p:nvSpPr>
              <p:cNvPr id="14" name="Oval 28"/>
              <p:cNvSpPr/>
              <p:nvPr/>
            </p:nvSpPr>
            <p:spPr>
              <a:xfrm>
                <a:off x="7121524" y="5524500"/>
                <a:ext cx="55564" cy="55564"/>
              </a:xfrm>
              <a:prstGeom prst="ellipse">
                <a:avLst/>
              </a:prstGeom>
              <a:solidFill>
                <a:srgbClr val="193D5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/>
              </a:p>
            </p:txBody>
          </p:sp>
          <p:sp>
            <p:nvSpPr>
              <p:cNvPr id="15" name="Oval 29"/>
              <p:cNvSpPr/>
              <p:nvPr/>
            </p:nvSpPr>
            <p:spPr>
              <a:xfrm>
                <a:off x="9819481" y="5476875"/>
                <a:ext cx="55564" cy="55564"/>
              </a:xfrm>
              <a:prstGeom prst="ellipse">
                <a:avLst/>
              </a:prstGeom>
              <a:solidFill>
                <a:srgbClr val="193D5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/>
              </a:p>
            </p:txBody>
          </p:sp>
          <p:sp>
            <p:nvSpPr>
              <p:cNvPr id="16" name="Oval 30"/>
              <p:cNvSpPr/>
              <p:nvPr/>
            </p:nvSpPr>
            <p:spPr>
              <a:xfrm>
                <a:off x="9271793" y="4964906"/>
                <a:ext cx="55564" cy="55564"/>
              </a:xfrm>
              <a:prstGeom prst="ellipse">
                <a:avLst/>
              </a:prstGeom>
              <a:solidFill>
                <a:srgbClr val="193D5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/>
              </a:p>
            </p:txBody>
          </p:sp>
          <p:sp>
            <p:nvSpPr>
              <p:cNvPr id="17" name="Oval 31"/>
              <p:cNvSpPr/>
              <p:nvPr/>
            </p:nvSpPr>
            <p:spPr>
              <a:xfrm>
                <a:off x="9324181" y="4698206"/>
                <a:ext cx="55564" cy="55564"/>
              </a:xfrm>
              <a:prstGeom prst="ellipse">
                <a:avLst/>
              </a:prstGeom>
              <a:solidFill>
                <a:srgbClr val="193D5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/>
              </a:p>
            </p:txBody>
          </p:sp>
          <p:sp>
            <p:nvSpPr>
              <p:cNvPr id="18" name="Oval 32"/>
              <p:cNvSpPr/>
              <p:nvPr/>
            </p:nvSpPr>
            <p:spPr>
              <a:xfrm>
                <a:off x="9409906" y="4726781"/>
                <a:ext cx="55564" cy="55564"/>
              </a:xfrm>
              <a:prstGeom prst="ellipse">
                <a:avLst/>
              </a:prstGeom>
              <a:solidFill>
                <a:srgbClr val="193D5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/>
              </a:p>
            </p:txBody>
          </p:sp>
          <p:sp>
            <p:nvSpPr>
              <p:cNvPr id="19" name="Oval 33"/>
              <p:cNvSpPr/>
              <p:nvPr/>
            </p:nvSpPr>
            <p:spPr>
              <a:xfrm>
                <a:off x="9419431" y="4588669"/>
                <a:ext cx="55564" cy="55564"/>
              </a:xfrm>
              <a:prstGeom prst="ellipse">
                <a:avLst/>
              </a:prstGeom>
              <a:solidFill>
                <a:srgbClr val="193D5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/>
              </a:p>
            </p:txBody>
          </p:sp>
          <p:sp>
            <p:nvSpPr>
              <p:cNvPr id="20" name="Oval 34"/>
              <p:cNvSpPr/>
              <p:nvPr/>
            </p:nvSpPr>
            <p:spPr>
              <a:xfrm>
                <a:off x="9095581" y="4400550"/>
                <a:ext cx="55564" cy="55564"/>
              </a:xfrm>
              <a:prstGeom prst="ellipse">
                <a:avLst/>
              </a:prstGeom>
              <a:solidFill>
                <a:srgbClr val="193D5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/>
              </a:p>
            </p:txBody>
          </p:sp>
          <p:sp>
            <p:nvSpPr>
              <p:cNvPr id="21" name="Oval 35"/>
              <p:cNvSpPr/>
              <p:nvPr/>
            </p:nvSpPr>
            <p:spPr>
              <a:xfrm>
                <a:off x="8933656" y="4683919"/>
                <a:ext cx="55564" cy="55564"/>
              </a:xfrm>
              <a:prstGeom prst="ellipse">
                <a:avLst/>
              </a:prstGeom>
              <a:solidFill>
                <a:srgbClr val="193D5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/>
              </a:p>
            </p:txBody>
          </p:sp>
          <p:sp>
            <p:nvSpPr>
              <p:cNvPr id="22" name="Oval 36"/>
              <p:cNvSpPr/>
              <p:nvPr/>
            </p:nvSpPr>
            <p:spPr>
              <a:xfrm>
                <a:off x="8600281" y="4548187"/>
                <a:ext cx="55564" cy="55564"/>
              </a:xfrm>
              <a:prstGeom prst="ellipse">
                <a:avLst/>
              </a:prstGeom>
              <a:solidFill>
                <a:srgbClr val="193D5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/>
              </a:p>
            </p:txBody>
          </p:sp>
          <p:sp>
            <p:nvSpPr>
              <p:cNvPr id="23" name="Oval 37"/>
              <p:cNvSpPr/>
              <p:nvPr/>
            </p:nvSpPr>
            <p:spPr>
              <a:xfrm>
                <a:off x="8612187" y="4674394"/>
                <a:ext cx="55564" cy="55564"/>
              </a:xfrm>
              <a:prstGeom prst="ellipse">
                <a:avLst/>
              </a:prstGeom>
              <a:solidFill>
                <a:srgbClr val="193D5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/>
              </a:p>
            </p:txBody>
          </p:sp>
          <p:sp>
            <p:nvSpPr>
              <p:cNvPr id="24" name="Oval 38"/>
              <p:cNvSpPr/>
              <p:nvPr/>
            </p:nvSpPr>
            <p:spPr>
              <a:xfrm>
                <a:off x="8369300" y="4379119"/>
                <a:ext cx="55564" cy="55564"/>
              </a:xfrm>
              <a:prstGeom prst="ellipse">
                <a:avLst/>
              </a:prstGeom>
              <a:solidFill>
                <a:srgbClr val="193D5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/>
              </a:p>
            </p:txBody>
          </p:sp>
          <p:sp>
            <p:nvSpPr>
              <p:cNvPr id="25" name="Oval 39"/>
              <p:cNvSpPr/>
              <p:nvPr/>
            </p:nvSpPr>
            <p:spPr>
              <a:xfrm>
                <a:off x="7845425" y="4438650"/>
                <a:ext cx="55564" cy="55564"/>
              </a:xfrm>
              <a:prstGeom prst="ellipse">
                <a:avLst/>
              </a:prstGeom>
              <a:solidFill>
                <a:srgbClr val="193D5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/>
              </a:p>
            </p:txBody>
          </p:sp>
          <p:sp>
            <p:nvSpPr>
              <p:cNvPr id="26" name="Oval 40"/>
              <p:cNvSpPr/>
              <p:nvPr/>
            </p:nvSpPr>
            <p:spPr>
              <a:xfrm>
                <a:off x="7914482" y="4260056"/>
                <a:ext cx="55564" cy="55564"/>
              </a:xfrm>
              <a:prstGeom prst="ellipse">
                <a:avLst/>
              </a:prstGeom>
              <a:solidFill>
                <a:srgbClr val="193D5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/>
              </a:p>
            </p:txBody>
          </p:sp>
          <p:sp>
            <p:nvSpPr>
              <p:cNvPr id="27" name="Oval 41"/>
              <p:cNvSpPr/>
              <p:nvPr/>
            </p:nvSpPr>
            <p:spPr>
              <a:xfrm>
                <a:off x="7983538" y="4260056"/>
                <a:ext cx="55564" cy="55564"/>
              </a:xfrm>
              <a:prstGeom prst="ellipse">
                <a:avLst/>
              </a:prstGeom>
              <a:solidFill>
                <a:srgbClr val="193D5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/>
              </a:p>
            </p:txBody>
          </p:sp>
          <p:sp>
            <p:nvSpPr>
              <p:cNvPr id="28" name="Oval 42"/>
              <p:cNvSpPr/>
              <p:nvPr/>
            </p:nvSpPr>
            <p:spPr>
              <a:xfrm>
                <a:off x="8052595" y="4174331"/>
                <a:ext cx="55564" cy="55564"/>
              </a:xfrm>
              <a:prstGeom prst="ellipse">
                <a:avLst/>
              </a:prstGeom>
              <a:solidFill>
                <a:srgbClr val="193D5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/>
              </a:p>
            </p:txBody>
          </p:sp>
          <p:sp>
            <p:nvSpPr>
              <p:cNvPr id="29" name="Oval 43"/>
              <p:cNvSpPr/>
              <p:nvPr/>
            </p:nvSpPr>
            <p:spPr>
              <a:xfrm>
                <a:off x="8031163" y="4048125"/>
                <a:ext cx="55564" cy="55564"/>
              </a:xfrm>
              <a:prstGeom prst="ellipse">
                <a:avLst/>
              </a:prstGeom>
              <a:solidFill>
                <a:srgbClr val="193D5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/>
              </a:p>
            </p:txBody>
          </p:sp>
          <p:sp>
            <p:nvSpPr>
              <p:cNvPr id="30" name="Oval 44"/>
              <p:cNvSpPr/>
              <p:nvPr/>
            </p:nvSpPr>
            <p:spPr>
              <a:xfrm>
                <a:off x="8138320" y="3926681"/>
                <a:ext cx="55564" cy="55564"/>
              </a:xfrm>
              <a:prstGeom prst="ellipse">
                <a:avLst/>
              </a:prstGeom>
              <a:solidFill>
                <a:srgbClr val="193D5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/>
              </a:p>
            </p:txBody>
          </p:sp>
          <p:sp>
            <p:nvSpPr>
              <p:cNvPr id="31" name="Oval 45"/>
              <p:cNvSpPr/>
              <p:nvPr/>
            </p:nvSpPr>
            <p:spPr>
              <a:xfrm>
                <a:off x="8212138" y="3967162"/>
                <a:ext cx="55564" cy="55564"/>
              </a:xfrm>
              <a:prstGeom prst="ellipse">
                <a:avLst/>
              </a:prstGeom>
              <a:solidFill>
                <a:srgbClr val="193D5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/>
              </a:p>
            </p:txBody>
          </p:sp>
          <p:sp>
            <p:nvSpPr>
              <p:cNvPr id="32" name="Oval 46"/>
              <p:cNvSpPr/>
              <p:nvPr/>
            </p:nvSpPr>
            <p:spPr>
              <a:xfrm>
                <a:off x="8145463" y="4033837"/>
                <a:ext cx="55564" cy="55564"/>
              </a:xfrm>
              <a:prstGeom prst="ellipse">
                <a:avLst/>
              </a:prstGeom>
              <a:solidFill>
                <a:srgbClr val="193D5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/>
              </a:p>
            </p:txBody>
          </p:sp>
          <p:sp>
            <p:nvSpPr>
              <p:cNvPr id="33" name="Oval 47"/>
              <p:cNvSpPr/>
              <p:nvPr/>
            </p:nvSpPr>
            <p:spPr>
              <a:xfrm>
                <a:off x="8085932" y="4124325"/>
                <a:ext cx="55564" cy="55564"/>
              </a:xfrm>
              <a:prstGeom prst="ellipse">
                <a:avLst/>
              </a:prstGeom>
              <a:solidFill>
                <a:srgbClr val="193D5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/>
              </a:p>
            </p:txBody>
          </p:sp>
          <p:sp>
            <p:nvSpPr>
              <p:cNvPr id="34" name="Oval 48"/>
              <p:cNvSpPr/>
              <p:nvPr/>
            </p:nvSpPr>
            <p:spPr>
              <a:xfrm>
                <a:off x="8150226" y="4117181"/>
                <a:ext cx="55564" cy="55564"/>
              </a:xfrm>
              <a:prstGeom prst="ellipse">
                <a:avLst/>
              </a:prstGeom>
              <a:solidFill>
                <a:srgbClr val="193D5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/>
              </a:p>
            </p:txBody>
          </p:sp>
          <p:sp>
            <p:nvSpPr>
              <p:cNvPr id="35" name="Oval 49"/>
              <p:cNvSpPr/>
              <p:nvPr/>
            </p:nvSpPr>
            <p:spPr>
              <a:xfrm>
                <a:off x="8204995" y="4148137"/>
                <a:ext cx="55564" cy="55564"/>
              </a:xfrm>
              <a:prstGeom prst="ellipse">
                <a:avLst/>
              </a:prstGeom>
              <a:solidFill>
                <a:srgbClr val="193D5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/>
              </a:p>
            </p:txBody>
          </p:sp>
          <p:sp>
            <p:nvSpPr>
              <p:cNvPr id="36" name="Oval 50"/>
              <p:cNvSpPr/>
              <p:nvPr/>
            </p:nvSpPr>
            <p:spPr>
              <a:xfrm>
                <a:off x="8240713" y="4198143"/>
                <a:ext cx="55564" cy="55564"/>
              </a:xfrm>
              <a:prstGeom prst="ellipse">
                <a:avLst/>
              </a:prstGeom>
              <a:solidFill>
                <a:srgbClr val="193D5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/>
              </a:p>
            </p:txBody>
          </p:sp>
          <p:sp>
            <p:nvSpPr>
              <p:cNvPr id="37" name="Oval 51"/>
              <p:cNvSpPr/>
              <p:nvPr/>
            </p:nvSpPr>
            <p:spPr>
              <a:xfrm>
                <a:off x="8243095" y="4260056"/>
                <a:ext cx="55564" cy="55564"/>
              </a:xfrm>
              <a:prstGeom prst="ellipse">
                <a:avLst/>
              </a:prstGeom>
              <a:solidFill>
                <a:srgbClr val="193D5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/>
              </a:p>
            </p:txBody>
          </p:sp>
          <p:sp>
            <p:nvSpPr>
              <p:cNvPr id="38" name="Oval 52"/>
              <p:cNvSpPr/>
              <p:nvPr/>
            </p:nvSpPr>
            <p:spPr>
              <a:xfrm>
                <a:off x="8171657" y="4276725"/>
                <a:ext cx="55564" cy="55564"/>
              </a:xfrm>
              <a:prstGeom prst="ellipse">
                <a:avLst/>
              </a:prstGeom>
              <a:solidFill>
                <a:srgbClr val="193D5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/>
              </a:p>
            </p:txBody>
          </p:sp>
          <p:sp>
            <p:nvSpPr>
              <p:cNvPr id="39" name="Oval 53"/>
              <p:cNvSpPr/>
              <p:nvPr/>
            </p:nvSpPr>
            <p:spPr>
              <a:xfrm>
                <a:off x="8128795" y="4202906"/>
                <a:ext cx="55564" cy="55564"/>
              </a:xfrm>
              <a:prstGeom prst="ellipse">
                <a:avLst/>
              </a:prstGeom>
              <a:solidFill>
                <a:srgbClr val="193D5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 dirty="0"/>
              </a:p>
            </p:txBody>
          </p:sp>
        </p:grpSp>
      </p:grpSp>
      <p:sp>
        <p:nvSpPr>
          <p:cNvPr id="335" name="Rectangle 9"/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gray">
          <a:xfrm>
            <a:off x="1375596" y="3795713"/>
            <a:ext cx="5259611" cy="2171462"/>
          </a:xfrm>
          <a:custGeom>
            <a:avLst/>
            <a:gdLst>
              <a:gd name="connsiteX0" fmla="*/ 0 w 4423977"/>
              <a:gd name="connsiteY0" fmla="*/ 164137 h 2296914"/>
              <a:gd name="connsiteX1" fmla="*/ 48075 w 4423977"/>
              <a:gd name="connsiteY1" fmla="*/ 48075 h 2296914"/>
              <a:gd name="connsiteX2" fmla="*/ 164138 w 4423977"/>
              <a:gd name="connsiteY2" fmla="*/ 1 h 2296914"/>
              <a:gd name="connsiteX3" fmla="*/ 4259840 w 4423977"/>
              <a:gd name="connsiteY3" fmla="*/ 0 h 2296914"/>
              <a:gd name="connsiteX4" fmla="*/ 4375902 w 4423977"/>
              <a:gd name="connsiteY4" fmla="*/ 48075 h 2296914"/>
              <a:gd name="connsiteX5" fmla="*/ 4423976 w 4423977"/>
              <a:gd name="connsiteY5" fmla="*/ 164138 h 2296914"/>
              <a:gd name="connsiteX6" fmla="*/ 4423977 w 4423977"/>
              <a:gd name="connsiteY6" fmla="*/ 2132777 h 2296914"/>
              <a:gd name="connsiteX7" fmla="*/ 4375902 w 4423977"/>
              <a:gd name="connsiteY7" fmla="*/ 2248839 h 2296914"/>
              <a:gd name="connsiteX8" fmla="*/ 4259840 w 4423977"/>
              <a:gd name="connsiteY8" fmla="*/ 2296914 h 2296914"/>
              <a:gd name="connsiteX9" fmla="*/ 164137 w 4423977"/>
              <a:gd name="connsiteY9" fmla="*/ 2296914 h 2296914"/>
              <a:gd name="connsiteX10" fmla="*/ 48075 w 4423977"/>
              <a:gd name="connsiteY10" fmla="*/ 2248839 h 2296914"/>
              <a:gd name="connsiteX11" fmla="*/ 0 w 4423977"/>
              <a:gd name="connsiteY11" fmla="*/ 2132777 h 2296914"/>
              <a:gd name="connsiteX12" fmla="*/ 0 w 4423977"/>
              <a:gd name="connsiteY12" fmla="*/ 164137 h 2296914"/>
              <a:gd name="connsiteX0" fmla="*/ 0 w 4969813"/>
              <a:gd name="connsiteY0" fmla="*/ 164137 h 2488240"/>
              <a:gd name="connsiteX1" fmla="*/ 48075 w 4969813"/>
              <a:gd name="connsiteY1" fmla="*/ 48075 h 2488240"/>
              <a:gd name="connsiteX2" fmla="*/ 164138 w 4969813"/>
              <a:gd name="connsiteY2" fmla="*/ 1 h 2488240"/>
              <a:gd name="connsiteX3" fmla="*/ 4259840 w 4969813"/>
              <a:gd name="connsiteY3" fmla="*/ 0 h 2488240"/>
              <a:gd name="connsiteX4" fmla="*/ 4375902 w 4969813"/>
              <a:gd name="connsiteY4" fmla="*/ 48075 h 2488240"/>
              <a:gd name="connsiteX5" fmla="*/ 4423976 w 4969813"/>
              <a:gd name="connsiteY5" fmla="*/ 164138 h 2488240"/>
              <a:gd name="connsiteX6" fmla="*/ 4423977 w 4969813"/>
              <a:gd name="connsiteY6" fmla="*/ 2132777 h 2488240"/>
              <a:gd name="connsiteX7" fmla="*/ 4259840 w 4969813"/>
              <a:gd name="connsiteY7" fmla="*/ 2296914 h 2488240"/>
              <a:gd name="connsiteX8" fmla="*/ 164137 w 4969813"/>
              <a:gd name="connsiteY8" fmla="*/ 2296914 h 2488240"/>
              <a:gd name="connsiteX9" fmla="*/ 48075 w 4969813"/>
              <a:gd name="connsiteY9" fmla="*/ 2248839 h 2488240"/>
              <a:gd name="connsiteX10" fmla="*/ 0 w 4969813"/>
              <a:gd name="connsiteY10" fmla="*/ 2132777 h 2488240"/>
              <a:gd name="connsiteX11" fmla="*/ 0 w 4969813"/>
              <a:gd name="connsiteY11" fmla="*/ 164137 h 2488240"/>
              <a:gd name="connsiteX0" fmla="*/ 0 w 4969813"/>
              <a:gd name="connsiteY0" fmla="*/ 164137 h 2296914"/>
              <a:gd name="connsiteX1" fmla="*/ 48075 w 4969813"/>
              <a:gd name="connsiteY1" fmla="*/ 48075 h 2296914"/>
              <a:gd name="connsiteX2" fmla="*/ 164138 w 4969813"/>
              <a:gd name="connsiteY2" fmla="*/ 1 h 2296914"/>
              <a:gd name="connsiteX3" fmla="*/ 4259840 w 4969813"/>
              <a:gd name="connsiteY3" fmla="*/ 0 h 2296914"/>
              <a:gd name="connsiteX4" fmla="*/ 4375902 w 4969813"/>
              <a:gd name="connsiteY4" fmla="*/ 48075 h 2296914"/>
              <a:gd name="connsiteX5" fmla="*/ 4423976 w 4969813"/>
              <a:gd name="connsiteY5" fmla="*/ 164138 h 2296914"/>
              <a:gd name="connsiteX6" fmla="*/ 4259840 w 4969813"/>
              <a:gd name="connsiteY6" fmla="*/ 2296914 h 2296914"/>
              <a:gd name="connsiteX7" fmla="*/ 164137 w 4969813"/>
              <a:gd name="connsiteY7" fmla="*/ 2296914 h 2296914"/>
              <a:gd name="connsiteX8" fmla="*/ 48075 w 4969813"/>
              <a:gd name="connsiteY8" fmla="*/ 2248839 h 2296914"/>
              <a:gd name="connsiteX9" fmla="*/ 0 w 4969813"/>
              <a:gd name="connsiteY9" fmla="*/ 2132777 h 2296914"/>
              <a:gd name="connsiteX10" fmla="*/ 0 w 4969813"/>
              <a:gd name="connsiteY10" fmla="*/ 164137 h 2296914"/>
              <a:gd name="connsiteX0" fmla="*/ 0 w 4961801"/>
              <a:gd name="connsiteY0" fmla="*/ 498881 h 2631658"/>
              <a:gd name="connsiteX1" fmla="*/ 48075 w 4961801"/>
              <a:gd name="connsiteY1" fmla="*/ 382819 h 2631658"/>
              <a:gd name="connsiteX2" fmla="*/ 164138 w 4961801"/>
              <a:gd name="connsiteY2" fmla="*/ 334745 h 2631658"/>
              <a:gd name="connsiteX3" fmla="*/ 4259840 w 4961801"/>
              <a:gd name="connsiteY3" fmla="*/ 334744 h 2631658"/>
              <a:gd name="connsiteX4" fmla="*/ 4375902 w 4961801"/>
              <a:gd name="connsiteY4" fmla="*/ 382819 h 2631658"/>
              <a:gd name="connsiteX5" fmla="*/ 4259840 w 4961801"/>
              <a:gd name="connsiteY5" fmla="*/ 2631658 h 2631658"/>
              <a:gd name="connsiteX6" fmla="*/ 164137 w 4961801"/>
              <a:gd name="connsiteY6" fmla="*/ 2631658 h 2631658"/>
              <a:gd name="connsiteX7" fmla="*/ 48075 w 4961801"/>
              <a:gd name="connsiteY7" fmla="*/ 2583583 h 2631658"/>
              <a:gd name="connsiteX8" fmla="*/ 0 w 4961801"/>
              <a:gd name="connsiteY8" fmla="*/ 2467521 h 2631658"/>
              <a:gd name="connsiteX9" fmla="*/ 0 w 4961801"/>
              <a:gd name="connsiteY9" fmla="*/ 498881 h 2631658"/>
              <a:gd name="connsiteX0" fmla="*/ 0 w 4942457"/>
              <a:gd name="connsiteY0" fmla="*/ 164137 h 2296914"/>
              <a:gd name="connsiteX1" fmla="*/ 48075 w 4942457"/>
              <a:gd name="connsiteY1" fmla="*/ 48075 h 2296914"/>
              <a:gd name="connsiteX2" fmla="*/ 164138 w 4942457"/>
              <a:gd name="connsiteY2" fmla="*/ 1 h 2296914"/>
              <a:gd name="connsiteX3" fmla="*/ 4259840 w 4942457"/>
              <a:gd name="connsiteY3" fmla="*/ 0 h 2296914"/>
              <a:gd name="connsiteX4" fmla="*/ 4259840 w 4942457"/>
              <a:gd name="connsiteY4" fmla="*/ 2296914 h 2296914"/>
              <a:gd name="connsiteX5" fmla="*/ 164137 w 4942457"/>
              <a:gd name="connsiteY5" fmla="*/ 2296914 h 2296914"/>
              <a:gd name="connsiteX6" fmla="*/ 48075 w 4942457"/>
              <a:gd name="connsiteY6" fmla="*/ 2248839 h 2296914"/>
              <a:gd name="connsiteX7" fmla="*/ 0 w 4942457"/>
              <a:gd name="connsiteY7" fmla="*/ 2132777 h 2296914"/>
              <a:gd name="connsiteX8" fmla="*/ 0 w 4942457"/>
              <a:gd name="connsiteY8" fmla="*/ 164137 h 2296914"/>
              <a:gd name="connsiteX0" fmla="*/ 4259840 w 4942457"/>
              <a:gd name="connsiteY0" fmla="*/ 0 h 2296914"/>
              <a:gd name="connsiteX1" fmla="*/ 4259840 w 4942457"/>
              <a:gd name="connsiteY1" fmla="*/ 2296914 h 2296914"/>
              <a:gd name="connsiteX2" fmla="*/ 164137 w 4942457"/>
              <a:gd name="connsiteY2" fmla="*/ 2296914 h 2296914"/>
              <a:gd name="connsiteX3" fmla="*/ 48075 w 4942457"/>
              <a:gd name="connsiteY3" fmla="*/ 2248839 h 2296914"/>
              <a:gd name="connsiteX4" fmla="*/ 0 w 4942457"/>
              <a:gd name="connsiteY4" fmla="*/ 2132777 h 2296914"/>
              <a:gd name="connsiteX5" fmla="*/ 0 w 4942457"/>
              <a:gd name="connsiteY5" fmla="*/ 164137 h 2296914"/>
              <a:gd name="connsiteX6" fmla="*/ 48075 w 4942457"/>
              <a:gd name="connsiteY6" fmla="*/ 48075 h 2296914"/>
              <a:gd name="connsiteX7" fmla="*/ 164138 w 4942457"/>
              <a:gd name="connsiteY7" fmla="*/ 1 h 2296914"/>
              <a:gd name="connsiteX8" fmla="*/ 4351280 w 4942457"/>
              <a:gd name="connsiteY8" fmla="*/ 91440 h 2296914"/>
              <a:gd name="connsiteX0" fmla="*/ 4259840 w 4351280"/>
              <a:gd name="connsiteY0" fmla="*/ 2296914 h 2296914"/>
              <a:gd name="connsiteX1" fmla="*/ 164137 w 4351280"/>
              <a:gd name="connsiteY1" fmla="*/ 2296914 h 2296914"/>
              <a:gd name="connsiteX2" fmla="*/ 48075 w 4351280"/>
              <a:gd name="connsiteY2" fmla="*/ 2248839 h 2296914"/>
              <a:gd name="connsiteX3" fmla="*/ 0 w 4351280"/>
              <a:gd name="connsiteY3" fmla="*/ 2132777 h 2296914"/>
              <a:gd name="connsiteX4" fmla="*/ 0 w 4351280"/>
              <a:gd name="connsiteY4" fmla="*/ 164137 h 2296914"/>
              <a:gd name="connsiteX5" fmla="*/ 48075 w 4351280"/>
              <a:gd name="connsiteY5" fmla="*/ 48075 h 2296914"/>
              <a:gd name="connsiteX6" fmla="*/ 164138 w 4351280"/>
              <a:gd name="connsiteY6" fmla="*/ 1 h 2296914"/>
              <a:gd name="connsiteX7" fmla="*/ 4351280 w 4351280"/>
              <a:gd name="connsiteY7" fmla="*/ 91440 h 2296914"/>
              <a:gd name="connsiteX0" fmla="*/ 4259840 w 4330731"/>
              <a:gd name="connsiteY0" fmla="*/ 2297942 h 2297942"/>
              <a:gd name="connsiteX1" fmla="*/ 164137 w 4330731"/>
              <a:gd name="connsiteY1" fmla="*/ 2297942 h 2297942"/>
              <a:gd name="connsiteX2" fmla="*/ 48075 w 4330731"/>
              <a:gd name="connsiteY2" fmla="*/ 2249867 h 2297942"/>
              <a:gd name="connsiteX3" fmla="*/ 0 w 4330731"/>
              <a:gd name="connsiteY3" fmla="*/ 2133805 h 2297942"/>
              <a:gd name="connsiteX4" fmla="*/ 0 w 4330731"/>
              <a:gd name="connsiteY4" fmla="*/ 165165 h 2297942"/>
              <a:gd name="connsiteX5" fmla="*/ 48075 w 4330731"/>
              <a:gd name="connsiteY5" fmla="*/ 49103 h 2297942"/>
              <a:gd name="connsiteX6" fmla="*/ 164138 w 4330731"/>
              <a:gd name="connsiteY6" fmla="*/ 1029 h 2297942"/>
              <a:gd name="connsiteX7" fmla="*/ 4330731 w 4330731"/>
              <a:gd name="connsiteY7" fmla="*/ 0 h 2297942"/>
              <a:gd name="connsiteX0" fmla="*/ 4259840 w 4259840"/>
              <a:gd name="connsiteY0" fmla="*/ 2296914 h 2296914"/>
              <a:gd name="connsiteX1" fmla="*/ 164137 w 4259840"/>
              <a:gd name="connsiteY1" fmla="*/ 2296914 h 2296914"/>
              <a:gd name="connsiteX2" fmla="*/ 48075 w 4259840"/>
              <a:gd name="connsiteY2" fmla="*/ 2248839 h 2296914"/>
              <a:gd name="connsiteX3" fmla="*/ 0 w 4259840"/>
              <a:gd name="connsiteY3" fmla="*/ 2132777 h 2296914"/>
              <a:gd name="connsiteX4" fmla="*/ 0 w 4259840"/>
              <a:gd name="connsiteY4" fmla="*/ 164137 h 2296914"/>
              <a:gd name="connsiteX5" fmla="*/ 48075 w 4259840"/>
              <a:gd name="connsiteY5" fmla="*/ 48075 h 2296914"/>
              <a:gd name="connsiteX6" fmla="*/ 164138 w 4259840"/>
              <a:gd name="connsiteY6" fmla="*/ 1 h 2296914"/>
              <a:gd name="connsiteX0" fmla="*/ 4259840 w 4259840"/>
              <a:gd name="connsiteY0" fmla="*/ 2248839 h 2248839"/>
              <a:gd name="connsiteX1" fmla="*/ 164137 w 4259840"/>
              <a:gd name="connsiteY1" fmla="*/ 2248839 h 2248839"/>
              <a:gd name="connsiteX2" fmla="*/ 48075 w 4259840"/>
              <a:gd name="connsiteY2" fmla="*/ 2200764 h 2248839"/>
              <a:gd name="connsiteX3" fmla="*/ 0 w 4259840"/>
              <a:gd name="connsiteY3" fmla="*/ 2084702 h 2248839"/>
              <a:gd name="connsiteX4" fmla="*/ 0 w 4259840"/>
              <a:gd name="connsiteY4" fmla="*/ 116062 h 2248839"/>
              <a:gd name="connsiteX5" fmla="*/ 48075 w 4259840"/>
              <a:gd name="connsiteY5" fmla="*/ 0 h 2248839"/>
              <a:gd name="connsiteX0" fmla="*/ 4259840 w 4259840"/>
              <a:gd name="connsiteY0" fmla="*/ 2132777 h 2132777"/>
              <a:gd name="connsiteX1" fmla="*/ 164137 w 4259840"/>
              <a:gd name="connsiteY1" fmla="*/ 2132777 h 2132777"/>
              <a:gd name="connsiteX2" fmla="*/ 48075 w 4259840"/>
              <a:gd name="connsiteY2" fmla="*/ 2084702 h 2132777"/>
              <a:gd name="connsiteX3" fmla="*/ 0 w 4259840"/>
              <a:gd name="connsiteY3" fmla="*/ 1968640 h 2132777"/>
              <a:gd name="connsiteX4" fmla="*/ 0 w 4259840"/>
              <a:gd name="connsiteY4" fmla="*/ 0 h 2132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9840" h="2132777">
                <a:moveTo>
                  <a:pt x="4259840" y="2132777"/>
                </a:moveTo>
                <a:lnTo>
                  <a:pt x="164137" y="2132777"/>
                </a:lnTo>
                <a:cubicBezTo>
                  <a:pt x="120605" y="2132777"/>
                  <a:pt x="78856" y="2115484"/>
                  <a:pt x="48075" y="2084702"/>
                </a:cubicBezTo>
                <a:cubicBezTo>
                  <a:pt x="17293" y="2053920"/>
                  <a:pt x="0" y="2012171"/>
                  <a:pt x="0" y="1968640"/>
                </a:cubicBezTo>
                <a:lnTo>
                  <a:pt x="0" y="0"/>
                </a:lnTo>
              </a:path>
            </a:pathLst>
          </a:custGeom>
          <a:noFill/>
          <a:ln w="19050" cap="flat" cmpd="sng" algn="ctr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lumMod val="20000"/>
                    <a:lumOff val="80000"/>
                  </a:schemeClr>
                </a:gs>
              </a:gsLst>
              <a:lin ang="240000" scaled="0"/>
              <a:tileRect/>
            </a:gradFill>
            <a:prstDash val="solid"/>
            <a:round/>
          </a:ln>
          <a:effectLst/>
        </p:spPr>
        <p:txBody>
          <a:bodyPr wrap="square" lIns="360000" tIns="50951" rIns="216000" bIns="144000" rtlCol="0" anchor="b"/>
          <a:lstStyle/>
          <a:p>
            <a:pPr marL="0" marR="0" indent="0" algn="just" defTabSz="10429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bg1"/>
                </a:solidFill>
                <a:latin typeface="Arial"/>
                <a:cs typeface="Arial"/>
              </a:rPr>
              <a:t>About Capgemini</a:t>
            </a:r>
            <a:endParaRPr lang="en-US" sz="105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0" indent="0" algn="just"/>
            <a:endParaRPr lang="en-US" sz="105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57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With more than 190,000 people,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Capgemini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is present in over 40 countries and celebrates its 50th Anniversary year in 2017. A global leader in consulting, technology and outsourcing services, the Group reported 2016 global revenues of EUR 12.5 billion. Together with its clients,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Capgemini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creates and delivers business, technology and digital solutions that fit their needs, enabling them to achieve innovation and competitiveness. A deeply multicultural organization,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Capgemini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has developed its own way of working, the Collaborative Business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Experience</a:t>
            </a:r>
            <a:r>
              <a:rPr kumimoji="0" lang="en-US" sz="1050" b="0" i="0" u="none" strike="noStrike" kern="1200" cap="none" spc="0" normalizeH="0" baseline="3000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TM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, and draws on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Rightshore</a:t>
            </a:r>
            <a:r>
              <a:rPr kumimoji="0" lang="en-US" sz="1050" b="0" i="0" u="none" strike="noStrike" kern="1200" cap="none" spc="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®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, its worldwide delivery model.</a:t>
            </a:r>
          </a:p>
          <a:p>
            <a:pPr marL="0" marR="0" lvl="0" indent="0" algn="just" defTabSz="957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lvl="0" indent="0" algn="just" defTabSz="957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Learn more about us at </a:t>
            </a:r>
            <a:r>
              <a:rPr lang="en-US" sz="1050" u="sng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hlinkClick r:id="rId10"/>
              </a:rPr>
              <a:t>www.capgemini.com</a:t>
            </a:r>
            <a:r>
              <a:rPr lang="en-US" sz="105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338" name="Image 337" descr="CBE_Label_ppt.png"/>
          <p:cNvPicPr>
            <a:picLocks noChangeAspect="1"/>
          </p:cNvPicPr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1112295" y="3635559"/>
            <a:ext cx="519570" cy="52372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64420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" y="1"/>
          <a:ext cx="180951" cy="143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307" name="think-cell Slide" r:id="rId5" imgW="360" imgH="360" progId="">
                  <p:embed/>
                </p:oleObj>
              </mc:Choice>
              <mc:Fallback>
                <p:oleObj name="think-cell Slide" r:id="rId5" imgW="360" imgH="3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1"/>
                        <a:ext cx="180951" cy="1439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9"/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gray">
          <a:xfrm>
            <a:off x="6504400" y="3119317"/>
            <a:ext cx="5241515" cy="2197606"/>
          </a:xfrm>
          <a:custGeom>
            <a:avLst/>
            <a:gdLst>
              <a:gd name="connsiteX0" fmla="*/ 0 w 4423977"/>
              <a:gd name="connsiteY0" fmla="*/ 164137 h 2296914"/>
              <a:gd name="connsiteX1" fmla="*/ 48075 w 4423977"/>
              <a:gd name="connsiteY1" fmla="*/ 48075 h 2296914"/>
              <a:gd name="connsiteX2" fmla="*/ 164138 w 4423977"/>
              <a:gd name="connsiteY2" fmla="*/ 1 h 2296914"/>
              <a:gd name="connsiteX3" fmla="*/ 4259840 w 4423977"/>
              <a:gd name="connsiteY3" fmla="*/ 0 h 2296914"/>
              <a:gd name="connsiteX4" fmla="*/ 4375902 w 4423977"/>
              <a:gd name="connsiteY4" fmla="*/ 48075 h 2296914"/>
              <a:gd name="connsiteX5" fmla="*/ 4423976 w 4423977"/>
              <a:gd name="connsiteY5" fmla="*/ 164138 h 2296914"/>
              <a:gd name="connsiteX6" fmla="*/ 4423977 w 4423977"/>
              <a:gd name="connsiteY6" fmla="*/ 2132777 h 2296914"/>
              <a:gd name="connsiteX7" fmla="*/ 4375902 w 4423977"/>
              <a:gd name="connsiteY7" fmla="*/ 2248839 h 2296914"/>
              <a:gd name="connsiteX8" fmla="*/ 4259840 w 4423977"/>
              <a:gd name="connsiteY8" fmla="*/ 2296914 h 2296914"/>
              <a:gd name="connsiteX9" fmla="*/ 164137 w 4423977"/>
              <a:gd name="connsiteY9" fmla="*/ 2296914 h 2296914"/>
              <a:gd name="connsiteX10" fmla="*/ 48075 w 4423977"/>
              <a:gd name="connsiteY10" fmla="*/ 2248839 h 2296914"/>
              <a:gd name="connsiteX11" fmla="*/ 0 w 4423977"/>
              <a:gd name="connsiteY11" fmla="*/ 2132777 h 2296914"/>
              <a:gd name="connsiteX12" fmla="*/ 0 w 4423977"/>
              <a:gd name="connsiteY12" fmla="*/ 164137 h 2296914"/>
              <a:gd name="connsiteX0" fmla="*/ 0 w 4969813"/>
              <a:gd name="connsiteY0" fmla="*/ 164137 h 2488240"/>
              <a:gd name="connsiteX1" fmla="*/ 48075 w 4969813"/>
              <a:gd name="connsiteY1" fmla="*/ 48075 h 2488240"/>
              <a:gd name="connsiteX2" fmla="*/ 164138 w 4969813"/>
              <a:gd name="connsiteY2" fmla="*/ 1 h 2488240"/>
              <a:gd name="connsiteX3" fmla="*/ 4259840 w 4969813"/>
              <a:gd name="connsiteY3" fmla="*/ 0 h 2488240"/>
              <a:gd name="connsiteX4" fmla="*/ 4375902 w 4969813"/>
              <a:gd name="connsiteY4" fmla="*/ 48075 h 2488240"/>
              <a:gd name="connsiteX5" fmla="*/ 4423976 w 4969813"/>
              <a:gd name="connsiteY5" fmla="*/ 164138 h 2488240"/>
              <a:gd name="connsiteX6" fmla="*/ 4423977 w 4969813"/>
              <a:gd name="connsiteY6" fmla="*/ 2132777 h 2488240"/>
              <a:gd name="connsiteX7" fmla="*/ 4259840 w 4969813"/>
              <a:gd name="connsiteY7" fmla="*/ 2296914 h 2488240"/>
              <a:gd name="connsiteX8" fmla="*/ 164137 w 4969813"/>
              <a:gd name="connsiteY8" fmla="*/ 2296914 h 2488240"/>
              <a:gd name="connsiteX9" fmla="*/ 48075 w 4969813"/>
              <a:gd name="connsiteY9" fmla="*/ 2248839 h 2488240"/>
              <a:gd name="connsiteX10" fmla="*/ 0 w 4969813"/>
              <a:gd name="connsiteY10" fmla="*/ 2132777 h 2488240"/>
              <a:gd name="connsiteX11" fmla="*/ 0 w 4969813"/>
              <a:gd name="connsiteY11" fmla="*/ 164137 h 2488240"/>
              <a:gd name="connsiteX0" fmla="*/ 0 w 4969813"/>
              <a:gd name="connsiteY0" fmla="*/ 164137 h 2296914"/>
              <a:gd name="connsiteX1" fmla="*/ 48075 w 4969813"/>
              <a:gd name="connsiteY1" fmla="*/ 48075 h 2296914"/>
              <a:gd name="connsiteX2" fmla="*/ 164138 w 4969813"/>
              <a:gd name="connsiteY2" fmla="*/ 1 h 2296914"/>
              <a:gd name="connsiteX3" fmla="*/ 4259840 w 4969813"/>
              <a:gd name="connsiteY3" fmla="*/ 0 h 2296914"/>
              <a:gd name="connsiteX4" fmla="*/ 4375902 w 4969813"/>
              <a:gd name="connsiteY4" fmla="*/ 48075 h 2296914"/>
              <a:gd name="connsiteX5" fmla="*/ 4423976 w 4969813"/>
              <a:gd name="connsiteY5" fmla="*/ 164138 h 2296914"/>
              <a:gd name="connsiteX6" fmla="*/ 4259840 w 4969813"/>
              <a:gd name="connsiteY6" fmla="*/ 2296914 h 2296914"/>
              <a:gd name="connsiteX7" fmla="*/ 164137 w 4969813"/>
              <a:gd name="connsiteY7" fmla="*/ 2296914 h 2296914"/>
              <a:gd name="connsiteX8" fmla="*/ 48075 w 4969813"/>
              <a:gd name="connsiteY8" fmla="*/ 2248839 h 2296914"/>
              <a:gd name="connsiteX9" fmla="*/ 0 w 4969813"/>
              <a:gd name="connsiteY9" fmla="*/ 2132777 h 2296914"/>
              <a:gd name="connsiteX10" fmla="*/ 0 w 4969813"/>
              <a:gd name="connsiteY10" fmla="*/ 164137 h 2296914"/>
              <a:gd name="connsiteX0" fmla="*/ 0 w 4961801"/>
              <a:gd name="connsiteY0" fmla="*/ 498881 h 2631658"/>
              <a:gd name="connsiteX1" fmla="*/ 48075 w 4961801"/>
              <a:gd name="connsiteY1" fmla="*/ 382819 h 2631658"/>
              <a:gd name="connsiteX2" fmla="*/ 164138 w 4961801"/>
              <a:gd name="connsiteY2" fmla="*/ 334745 h 2631658"/>
              <a:gd name="connsiteX3" fmla="*/ 4259840 w 4961801"/>
              <a:gd name="connsiteY3" fmla="*/ 334744 h 2631658"/>
              <a:gd name="connsiteX4" fmla="*/ 4375902 w 4961801"/>
              <a:gd name="connsiteY4" fmla="*/ 382819 h 2631658"/>
              <a:gd name="connsiteX5" fmla="*/ 4259840 w 4961801"/>
              <a:gd name="connsiteY5" fmla="*/ 2631658 h 2631658"/>
              <a:gd name="connsiteX6" fmla="*/ 164137 w 4961801"/>
              <a:gd name="connsiteY6" fmla="*/ 2631658 h 2631658"/>
              <a:gd name="connsiteX7" fmla="*/ 48075 w 4961801"/>
              <a:gd name="connsiteY7" fmla="*/ 2583583 h 2631658"/>
              <a:gd name="connsiteX8" fmla="*/ 0 w 4961801"/>
              <a:gd name="connsiteY8" fmla="*/ 2467521 h 2631658"/>
              <a:gd name="connsiteX9" fmla="*/ 0 w 4961801"/>
              <a:gd name="connsiteY9" fmla="*/ 498881 h 2631658"/>
              <a:gd name="connsiteX0" fmla="*/ 0 w 4942457"/>
              <a:gd name="connsiteY0" fmla="*/ 164137 h 2296914"/>
              <a:gd name="connsiteX1" fmla="*/ 48075 w 4942457"/>
              <a:gd name="connsiteY1" fmla="*/ 48075 h 2296914"/>
              <a:gd name="connsiteX2" fmla="*/ 164138 w 4942457"/>
              <a:gd name="connsiteY2" fmla="*/ 1 h 2296914"/>
              <a:gd name="connsiteX3" fmla="*/ 4259840 w 4942457"/>
              <a:gd name="connsiteY3" fmla="*/ 0 h 2296914"/>
              <a:gd name="connsiteX4" fmla="*/ 4259840 w 4942457"/>
              <a:gd name="connsiteY4" fmla="*/ 2296914 h 2296914"/>
              <a:gd name="connsiteX5" fmla="*/ 164137 w 4942457"/>
              <a:gd name="connsiteY5" fmla="*/ 2296914 h 2296914"/>
              <a:gd name="connsiteX6" fmla="*/ 48075 w 4942457"/>
              <a:gd name="connsiteY6" fmla="*/ 2248839 h 2296914"/>
              <a:gd name="connsiteX7" fmla="*/ 0 w 4942457"/>
              <a:gd name="connsiteY7" fmla="*/ 2132777 h 2296914"/>
              <a:gd name="connsiteX8" fmla="*/ 0 w 4942457"/>
              <a:gd name="connsiteY8" fmla="*/ 164137 h 2296914"/>
              <a:gd name="connsiteX0" fmla="*/ 4259840 w 4942457"/>
              <a:gd name="connsiteY0" fmla="*/ 0 h 2296914"/>
              <a:gd name="connsiteX1" fmla="*/ 4259840 w 4942457"/>
              <a:gd name="connsiteY1" fmla="*/ 2296914 h 2296914"/>
              <a:gd name="connsiteX2" fmla="*/ 164137 w 4942457"/>
              <a:gd name="connsiteY2" fmla="*/ 2296914 h 2296914"/>
              <a:gd name="connsiteX3" fmla="*/ 48075 w 4942457"/>
              <a:gd name="connsiteY3" fmla="*/ 2248839 h 2296914"/>
              <a:gd name="connsiteX4" fmla="*/ 0 w 4942457"/>
              <a:gd name="connsiteY4" fmla="*/ 2132777 h 2296914"/>
              <a:gd name="connsiteX5" fmla="*/ 0 w 4942457"/>
              <a:gd name="connsiteY5" fmla="*/ 164137 h 2296914"/>
              <a:gd name="connsiteX6" fmla="*/ 48075 w 4942457"/>
              <a:gd name="connsiteY6" fmla="*/ 48075 h 2296914"/>
              <a:gd name="connsiteX7" fmla="*/ 164138 w 4942457"/>
              <a:gd name="connsiteY7" fmla="*/ 1 h 2296914"/>
              <a:gd name="connsiteX8" fmla="*/ 4351280 w 4942457"/>
              <a:gd name="connsiteY8" fmla="*/ 91440 h 2296914"/>
              <a:gd name="connsiteX0" fmla="*/ 4259840 w 4351280"/>
              <a:gd name="connsiteY0" fmla="*/ 2296914 h 2296914"/>
              <a:gd name="connsiteX1" fmla="*/ 164137 w 4351280"/>
              <a:gd name="connsiteY1" fmla="*/ 2296914 h 2296914"/>
              <a:gd name="connsiteX2" fmla="*/ 48075 w 4351280"/>
              <a:gd name="connsiteY2" fmla="*/ 2248839 h 2296914"/>
              <a:gd name="connsiteX3" fmla="*/ 0 w 4351280"/>
              <a:gd name="connsiteY3" fmla="*/ 2132777 h 2296914"/>
              <a:gd name="connsiteX4" fmla="*/ 0 w 4351280"/>
              <a:gd name="connsiteY4" fmla="*/ 164137 h 2296914"/>
              <a:gd name="connsiteX5" fmla="*/ 48075 w 4351280"/>
              <a:gd name="connsiteY5" fmla="*/ 48075 h 2296914"/>
              <a:gd name="connsiteX6" fmla="*/ 164138 w 4351280"/>
              <a:gd name="connsiteY6" fmla="*/ 1 h 2296914"/>
              <a:gd name="connsiteX7" fmla="*/ 4351280 w 4351280"/>
              <a:gd name="connsiteY7" fmla="*/ 91440 h 2296914"/>
              <a:gd name="connsiteX0" fmla="*/ 4259840 w 4330731"/>
              <a:gd name="connsiteY0" fmla="*/ 2297942 h 2297942"/>
              <a:gd name="connsiteX1" fmla="*/ 164137 w 4330731"/>
              <a:gd name="connsiteY1" fmla="*/ 2297942 h 2297942"/>
              <a:gd name="connsiteX2" fmla="*/ 48075 w 4330731"/>
              <a:gd name="connsiteY2" fmla="*/ 2249867 h 2297942"/>
              <a:gd name="connsiteX3" fmla="*/ 0 w 4330731"/>
              <a:gd name="connsiteY3" fmla="*/ 2133805 h 2297942"/>
              <a:gd name="connsiteX4" fmla="*/ 0 w 4330731"/>
              <a:gd name="connsiteY4" fmla="*/ 165165 h 2297942"/>
              <a:gd name="connsiteX5" fmla="*/ 48075 w 4330731"/>
              <a:gd name="connsiteY5" fmla="*/ 49103 h 2297942"/>
              <a:gd name="connsiteX6" fmla="*/ 164138 w 4330731"/>
              <a:gd name="connsiteY6" fmla="*/ 1029 h 2297942"/>
              <a:gd name="connsiteX7" fmla="*/ 4330731 w 4330731"/>
              <a:gd name="connsiteY7" fmla="*/ 0 h 2297942"/>
              <a:gd name="connsiteX0" fmla="*/ 4259840 w 4259840"/>
              <a:gd name="connsiteY0" fmla="*/ 2296914 h 2296914"/>
              <a:gd name="connsiteX1" fmla="*/ 164137 w 4259840"/>
              <a:gd name="connsiteY1" fmla="*/ 2296914 h 2296914"/>
              <a:gd name="connsiteX2" fmla="*/ 48075 w 4259840"/>
              <a:gd name="connsiteY2" fmla="*/ 2248839 h 2296914"/>
              <a:gd name="connsiteX3" fmla="*/ 0 w 4259840"/>
              <a:gd name="connsiteY3" fmla="*/ 2132777 h 2296914"/>
              <a:gd name="connsiteX4" fmla="*/ 0 w 4259840"/>
              <a:gd name="connsiteY4" fmla="*/ 164137 h 2296914"/>
              <a:gd name="connsiteX5" fmla="*/ 48075 w 4259840"/>
              <a:gd name="connsiteY5" fmla="*/ 48075 h 2296914"/>
              <a:gd name="connsiteX6" fmla="*/ 164138 w 4259840"/>
              <a:gd name="connsiteY6" fmla="*/ 1 h 2296914"/>
              <a:gd name="connsiteX0" fmla="*/ 4259840 w 4259840"/>
              <a:gd name="connsiteY0" fmla="*/ 2248839 h 2248839"/>
              <a:gd name="connsiteX1" fmla="*/ 164137 w 4259840"/>
              <a:gd name="connsiteY1" fmla="*/ 2248839 h 2248839"/>
              <a:gd name="connsiteX2" fmla="*/ 48075 w 4259840"/>
              <a:gd name="connsiteY2" fmla="*/ 2200764 h 2248839"/>
              <a:gd name="connsiteX3" fmla="*/ 0 w 4259840"/>
              <a:gd name="connsiteY3" fmla="*/ 2084702 h 2248839"/>
              <a:gd name="connsiteX4" fmla="*/ 0 w 4259840"/>
              <a:gd name="connsiteY4" fmla="*/ 116062 h 2248839"/>
              <a:gd name="connsiteX5" fmla="*/ 48075 w 4259840"/>
              <a:gd name="connsiteY5" fmla="*/ 0 h 2248839"/>
              <a:gd name="connsiteX0" fmla="*/ 4259840 w 4259840"/>
              <a:gd name="connsiteY0" fmla="*/ 2132777 h 2132777"/>
              <a:gd name="connsiteX1" fmla="*/ 164137 w 4259840"/>
              <a:gd name="connsiteY1" fmla="*/ 2132777 h 2132777"/>
              <a:gd name="connsiteX2" fmla="*/ 48075 w 4259840"/>
              <a:gd name="connsiteY2" fmla="*/ 2084702 h 2132777"/>
              <a:gd name="connsiteX3" fmla="*/ 0 w 4259840"/>
              <a:gd name="connsiteY3" fmla="*/ 1968640 h 2132777"/>
              <a:gd name="connsiteX4" fmla="*/ 0 w 4259840"/>
              <a:gd name="connsiteY4" fmla="*/ 0 h 2132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9840" h="2132777">
                <a:moveTo>
                  <a:pt x="4259840" y="2132777"/>
                </a:moveTo>
                <a:lnTo>
                  <a:pt x="164137" y="2132777"/>
                </a:lnTo>
                <a:cubicBezTo>
                  <a:pt x="120605" y="2132777"/>
                  <a:pt x="78856" y="2115484"/>
                  <a:pt x="48075" y="2084702"/>
                </a:cubicBezTo>
                <a:cubicBezTo>
                  <a:pt x="17293" y="2053920"/>
                  <a:pt x="0" y="2012171"/>
                  <a:pt x="0" y="1968640"/>
                </a:cubicBezTo>
                <a:lnTo>
                  <a:pt x="0" y="0"/>
                </a:lnTo>
              </a:path>
            </a:pathLst>
          </a:custGeom>
          <a:noFill/>
          <a:ln w="19050" cap="flat" cmpd="sng" algn="ctr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lumMod val="20000"/>
                    <a:lumOff val="80000"/>
                  </a:schemeClr>
                </a:gs>
              </a:gsLst>
              <a:lin ang="240000" scaled="0"/>
              <a:tileRect/>
            </a:gradFill>
            <a:prstDash val="solid"/>
            <a:round/>
          </a:ln>
          <a:effectLst/>
        </p:spPr>
        <p:txBody>
          <a:bodyPr wrap="square" lIns="360000" tIns="50951" rIns="216000" bIns="144000" rtlCol="0" anchor="b"/>
          <a:lstStyle/>
          <a:p>
            <a:pPr marL="0" marR="0" indent="0" algn="just" defTabSz="10429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dirty="0">
                <a:solidFill>
                  <a:schemeClr val="bg1"/>
                </a:solidFill>
                <a:latin typeface="Arial"/>
                <a:cs typeface="Arial"/>
              </a:rPr>
              <a:t>About Capgemini</a:t>
            </a:r>
            <a:endParaRPr lang="en-US" sz="10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0" indent="0" algn="just"/>
            <a:endParaRPr lang="en-US" sz="10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57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With more than 190,000 people,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Capgemini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is present in over 40 countries and celebrates its 50th Anniversary year in 2017. A global leader in consulting, technology and outsourcing services, the Group reported 2016 global revenues of EUR 12.5 billion. Together with its clients,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Capgemini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creates and delivers business, technology and digital solutions that fit their needs, enabling them to achieve innovation and competitiveness. A deeply multicultural organization,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Capgemini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has developed its own way of working, the Collaborative Business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Experience</a:t>
            </a:r>
            <a:r>
              <a:rPr kumimoji="0" lang="en-US" sz="1000" b="0" i="0" u="none" strike="noStrike" kern="1200" cap="none" spc="0" normalizeH="0" baseline="3000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TM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, and draws on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Rightshore</a:t>
            </a:r>
            <a:r>
              <a:rPr kumimoji="0" lang="en-US" sz="1000" b="0" i="0" u="none" strike="noStrike" kern="1200" cap="none" spc="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®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, its worldwide delivery model.</a:t>
            </a:r>
          </a:p>
          <a:p>
            <a:pPr marL="0" marR="0" lvl="0" indent="0" algn="just" defTabSz="957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lvl="0" indent="0" algn="just" defTabSz="957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Learn more about us at </a:t>
            </a:r>
            <a:r>
              <a:rPr lang="en-US" sz="1000" u="sng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hlinkClick r:id="rId7"/>
              </a:rPr>
              <a:t>www.capgemini.com</a:t>
            </a:r>
            <a:r>
              <a:rPr lang="en-US" sz="10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</a:t>
            </a:r>
          </a:p>
          <a:p>
            <a:pPr marL="0" marR="0" lvl="0" indent="0" algn="just" defTabSz="957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8" name="Image 337" descr="CBE_Label_ppt.png"/>
          <p:cNvPicPr>
            <a:picLocks noChangeAspect="1"/>
          </p:cNvPicPr>
          <p:nvPr userDrawn="1"/>
        </p:nvPicPr>
        <p:blipFill>
          <a:blip r:embed="rId8" cstate="print"/>
          <a:stretch>
            <a:fillRect/>
          </a:stretch>
        </p:blipFill>
        <p:spPr>
          <a:xfrm>
            <a:off x="6240010" y="3104803"/>
            <a:ext cx="519570" cy="52372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74466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0" y="0"/>
          <a:ext cx="195334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331" name="think-cell Slide" r:id="rId4" imgW="360" imgH="360" progId="">
                  <p:embed/>
                </p:oleObj>
              </mc:Choice>
              <mc:Fallback>
                <p:oleObj name="think-cell Slide" r:id="rId4" imgW="360" imgH="3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95334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60722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13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vmlDrawing" Target="../drawings/vmlDrawing1.vml"/><Relationship Id="rId12" Type="http://schemas.openxmlformats.org/officeDocument/2006/relationships/tags" Target="../tags/tag6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Relationship Id="rId14" Type="http://schemas.openxmlformats.org/officeDocument/2006/relationships/tags" Target="../tags/tag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29.xml"/><Relationship Id="rId13" Type="http://schemas.openxmlformats.org/officeDocument/2006/relationships/tags" Target="../tags/tag34.xml"/><Relationship Id="rId18" Type="http://schemas.openxmlformats.org/officeDocument/2006/relationships/image" Target="../media/image1.emf"/><Relationship Id="rId26" Type="http://schemas.openxmlformats.org/officeDocument/2006/relationships/hyperlink" Target="http://www.youtube.com/capgemini" TargetMode="External"/><Relationship Id="rId3" Type="http://schemas.openxmlformats.org/officeDocument/2006/relationships/slideLayout" Target="../slideLayouts/slideLayout8.xml"/><Relationship Id="rId21" Type="http://schemas.openxmlformats.org/officeDocument/2006/relationships/image" Target="../media/image10.png"/><Relationship Id="rId7" Type="http://schemas.openxmlformats.org/officeDocument/2006/relationships/tags" Target="../tags/tag28.xml"/><Relationship Id="rId12" Type="http://schemas.openxmlformats.org/officeDocument/2006/relationships/tags" Target="../tags/tag33.xml"/><Relationship Id="rId17" Type="http://schemas.openxmlformats.org/officeDocument/2006/relationships/oleObject" Target="../embeddings/oleObject7.bin"/><Relationship Id="rId25" Type="http://schemas.openxmlformats.org/officeDocument/2006/relationships/image" Target="../media/image12.png"/><Relationship Id="rId2" Type="http://schemas.openxmlformats.org/officeDocument/2006/relationships/slideLayout" Target="../slideLayouts/slideLayout7.xml"/><Relationship Id="rId16" Type="http://schemas.openxmlformats.org/officeDocument/2006/relationships/tags" Target="../tags/tag37.xml"/><Relationship Id="rId20" Type="http://schemas.openxmlformats.org/officeDocument/2006/relationships/hyperlink" Target="http://www.facebook.com/Capgemini" TargetMode="External"/><Relationship Id="rId29" Type="http://schemas.openxmlformats.org/officeDocument/2006/relationships/image" Target="../media/image14.gif"/><Relationship Id="rId1" Type="http://schemas.openxmlformats.org/officeDocument/2006/relationships/slideLayout" Target="../slideLayouts/slideLayout6.xml"/><Relationship Id="rId6" Type="http://schemas.openxmlformats.org/officeDocument/2006/relationships/tags" Target="../tags/tag27.xml"/><Relationship Id="rId11" Type="http://schemas.openxmlformats.org/officeDocument/2006/relationships/tags" Target="../tags/tag32.xml"/><Relationship Id="rId24" Type="http://schemas.openxmlformats.org/officeDocument/2006/relationships/hyperlink" Target="http://www.twitter.com/capgemini" TargetMode="External"/><Relationship Id="rId5" Type="http://schemas.openxmlformats.org/officeDocument/2006/relationships/vmlDrawing" Target="../drawings/vmlDrawing7.vml"/><Relationship Id="rId15" Type="http://schemas.openxmlformats.org/officeDocument/2006/relationships/tags" Target="../tags/tag36.xml"/><Relationship Id="rId23" Type="http://schemas.openxmlformats.org/officeDocument/2006/relationships/image" Target="../media/image11.png"/><Relationship Id="rId28" Type="http://schemas.openxmlformats.org/officeDocument/2006/relationships/hyperlink" Target="http://www.slideshare.net/capgemini" TargetMode="External"/><Relationship Id="rId10" Type="http://schemas.openxmlformats.org/officeDocument/2006/relationships/tags" Target="../tags/tag31.xml"/><Relationship Id="rId19" Type="http://schemas.openxmlformats.org/officeDocument/2006/relationships/image" Target="../media/image5.emf"/><Relationship Id="rId4" Type="http://schemas.openxmlformats.org/officeDocument/2006/relationships/theme" Target="../theme/theme2.xml"/><Relationship Id="rId9" Type="http://schemas.openxmlformats.org/officeDocument/2006/relationships/tags" Target="../tags/tag30.xml"/><Relationship Id="rId14" Type="http://schemas.openxmlformats.org/officeDocument/2006/relationships/tags" Target="../tags/tag35.xml"/><Relationship Id="rId22" Type="http://schemas.openxmlformats.org/officeDocument/2006/relationships/hyperlink" Target="http://www.linkedin.com/company/capgemini" TargetMode="External"/><Relationship Id="rId27" Type="http://schemas.openxmlformats.org/officeDocument/2006/relationships/image" Target="../media/image13.png"/><Relationship Id="rId30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8"/>
            </p:custDataLst>
          </p:nvPr>
        </p:nvGraphicFramePr>
        <p:xfrm>
          <a:off x="1" y="0"/>
          <a:ext cx="195334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1" name="think-cell Slide" r:id="rId15" imgW="360" imgH="360" progId="">
                  <p:embed/>
                </p:oleObj>
              </mc:Choice>
              <mc:Fallback>
                <p:oleObj name="think-cell Slide" r:id="rId15" imgW="360" imgH="360" progId="">
                  <p:embed/>
                  <p:pic>
                    <p:nvPicPr>
                      <p:cNvPr id="0" name="Picture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95334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2" y="0"/>
            <a:ext cx="12188824" cy="1002135"/>
          </a:xfrm>
          <a:prstGeom prst="rect">
            <a:avLst/>
          </a:prstGeom>
        </p:spPr>
        <p:txBody>
          <a:bodyPr vert="horz" lIns="297529" tIns="33059" rIns="165294" bIns="33059" rtlCol="0" anchor="ctr">
            <a:noAutofit/>
          </a:bodyPr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11" name="TextBox 10"/>
          <p:cNvSpPr txBox="1"/>
          <p:nvPr>
            <p:custDataLst>
              <p:tags r:id="rId10"/>
            </p:custDataLst>
          </p:nvPr>
        </p:nvSpPr>
        <p:spPr>
          <a:xfrm>
            <a:off x="11785051" y="6661691"/>
            <a:ext cx="110608" cy="10772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fld id="{6A895693-0027-4F28-9367-92E39A51F51C}" type="slidenum">
              <a:rPr lang="en-US" sz="700" smtClean="0">
                <a:solidFill>
                  <a:schemeClr val="tx2"/>
                </a:solidFill>
                <a:latin typeface="+mn-lt"/>
              </a:rPr>
              <a:pPr algn="ctr"/>
              <a:t>‹#›</a:t>
            </a:fld>
            <a:endParaRPr lang="en-US" sz="7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9" name="Freeform 4"/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3" y="676402"/>
            <a:ext cx="12188824" cy="728122"/>
          </a:xfrm>
          <a:custGeom>
            <a:avLst/>
            <a:gdLst/>
            <a:ahLst/>
            <a:cxnLst>
              <a:cxn ang="0">
                <a:pos x="2965" y="93"/>
              </a:cxn>
              <a:cxn ang="0">
                <a:pos x="303" y="93"/>
              </a:cxn>
              <a:cxn ang="0">
                <a:pos x="151" y="187"/>
              </a:cxn>
              <a:cxn ang="0">
                <a:pos x="0" y="93"/>
              </a:cxn>
              <a:cxn ang="0">
                <a:pos x="0" y="112"/>
              </a:cxn>
              <a:cxn ang="0">
                <a:pos x="151" y="205"/>
              </a:cxn>
              <a:cxn ang="0">
                <a:pos x="303" y="112"/>
              </a:cxn>
              <a:cxn ang="0">
                <a:pos x="2965" y="112"/>
              </a:cxn>
              <a:cxn ang="0">
                <a:pos x="3118" y="19"/>
              </a:cxn>
              <a:cxn ang="0">
                <a:pos x="3118" y="0"/>
              </a:cxn>
              <a:cxn ang="0">
                <a:pos x="2965" y="93"/>
              </a:cxn>
            </a:cxnLst>
            <a:rect l="0" t="0" r="r" b="b"/>
            <a:pathLst>
              <a:path w="3118" h="205">
                <a:moveTo>
                  <a:pt x="2965" y="93"/>
                </a:moveTo>
                <a:cubicBezTo>
                  <a:pt x="303" y="93"/>
                  <a:pt x="303" y="93"/>
                  <a:pt x="303" y="93"/>
                </a:cubicBezTo>
                <a:cubicBezTo>
                  <a:pt x="183" y="93"/>
                  <a:pt x="151" y="187"/>
                  <a:pt x="151" y="187"/>
                </a:cubicBezTo>
                <a:cubicBezTo>
                  <a:pt x="151" y="187"/>
                  <a:pt x="119" y="93"/>
                  <a:pt x="0" y="93"/>
                </a:cubicBezTo>
                <a:cubicBezTo>
                  <a:pt x="0" y="112"/>
                  <a:pt x="0" y="112"/>
                  <a:pt x="0" y="112"/>
                </a:cubicBezTo>
                <a:cubicBezTo>
                  <a:pt x="119" y="112"/>
                  <a:pt x="151" y="205"/>
                  <a:pt x="151" y="205"/>
                </a:cubicBezTo>
                <a:cubicBezTo>
                  <a:pt x="151" y="205"/>
                  <a:pt x="183" y="112"/>
                  <a:pt x="303" y="112"/>
                </a:cubicBezTo>
                <a:cubicBezTo>
                  <a:pt x="2965" y="112"/>
                  <a:pt x="2965" y="112"/>
                  <a:pt x="2965" y="112"/>
                </a:cubicBezTo>
                <a:cubicBezTo>
                  <a:pt x="3085" y="112"/>
                  <a:pt x="3118" y="19"/>
                  <a:pt x="3118" y="19"/>
                </a:cubicBezTo>
                <a:cubicBezTo>
                  <a:pt x="3118" y="0"/>
                  <a:pt x="3118" y="0"/>
                  <a:pt x="3118" y="0"/>
                </a:cubicBezTo>
                <a:cubicBezTo>
                  <a:pt x="3118" y="0"/>
                  <a:pt x="3085" y="93"/>
                  <a:pt x="2965" y="93"/>
                </a:cubicBezTo>
                <a:close/>
              </a:path>
            </a:pathLst>
          </a:custGeom>
          <a:solidFill>
            <a:schemeClr val="accent5"/>
          </a:solidFill>
          <a:ln w="9525">
            <a:noFill/>
            <a:round/>
            <a:headEnd/>
            <a:tailEnd/>
          </a:ln>
          <a:effectLst/>
        </p:spPr>
        <p:txBody>
          <a:bodyPr vert="horz" wrap="square" lIns="99563" tIns="49782" rIns="99563" bIns="49782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12" name="Rectangle 11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8295476" y="6623404"/>
            <a:ext cx="3273786" cy="18350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square" lIns="35997" tIns="35997" rIns="35997" bIns="35997" anchor="b" anchorCtr="0">
            <a:noAutofit/>
          </a:bodyPr>
          <a:lstStyle/>
          <a:p>
            <a:pPr marL="0" marR="0" lvl="0" indent="0" algn="r" defTabSz="995445" rtl="0" eaLnBrk="0" fontAlgn="auto" latinLnBrk="0" hangingPunct="0">
              <a:lnSpc>
                <a:spcPct val="9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700" b="0" i="0" noProof="0" dirty="0">
                <a:solidFill>
                  <a:schemeClr val="tx2"/>
                </a:solidFill>
                <a:latin typeface="+mn-lt"/>
                <a:cs typeface="Helvetica Light"/>
              </a:rPr>
              <a:t>Copyright © Capgemini 2018. All Rights Reserved</a:t>
            </a:r>
          </a:p>
        </p:txBody>
      </p:sp>
      <p:pic>
        <p:nvPicPr>
          <p:cNvPr id="14" name="Picture 103" descr="C:\Users\UserSim\Desktop\Capgemini\Capgemini_logo_cmyk.png"/>
          <p:cNvPicPr>
            <a:picLocks noChangeAspect="1" noChangeArrowheads="1"/>
          </p:cNvPicPr>
          <p:nvPr>
            <p:custDataLst>
              <p:tags r:id="rId13"/>
            </p:custDataLst>
          </p:nvPr>
        </p:nvPicPr>
        <p:blipFill>
          <a:blip r:embed="rId17" cstate="email"/>
          <a:stretch>
            <a:fillRect/>
          </a:stretch>
        </p:blipFill>
        <p:spPr bwMode="auto">
          <a:xfrm>
            <a:off x="195604" y="6443187"/>
            <a:ext cx="1419225" cy="352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" name="Straight Connector 5"/>
          <p:cNvCxnSpPr/>
          <p:nvPr>
            <p:custDataLst>
              <p:tags r:id="rId14"/>
            </p:custDataLst>
          </p:nvPr>
        </p:nvCxnSpPr>
        <p:spPr>
          <a:xfrm flipH="1">
            <a:off x="3" y="6362700"/>
            <a:ext cx="12188824" cy="0"/>
          </a:xfrm>
          <a:prstGeom prst="line">
            <a:avLst/>
          </a:prstGeom>
          <a:ln w="9525" cmpd="sng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65" r:id="rId2"/>
    <p:sldLayoutId id="2147483962" r:id="rId3"/>
    <p:sldLayoutId id="2147483978" r:id="rId4"/>
    <p:sldLayoutId id="2147483934" r:id="rId5"/>
  </p:sldLayoutIdLst>
  <p:txStyles>
    <p:titleStyle>
      <a:lvl1pPr marL="285750" indent="0" algn="l" defTabSz="914342" rtl="0" eaLnBrk="1" latinLnBrk="0" hangingPunct="1">
        <a:lnSpc>
          <a:spcPct val="10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342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5"/>
        </a:buClr>
        <a:buFont typeface="Wingdings" pitchFamily="2" charset="2"/>
        <a:buChar char="§"/>
        <a:defRPr sz="1400" b="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1pPr>
      <a:lvl2pPr marL="457200" indent="-228600" algn="l" defTabSz="914342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Wingdings" pitchFamily="2" charset="2"/>
        <a:buChar char="§"/>
        <a:defRPr sz="14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2pPr>
      <a:lvl3pPr marL="685800" indent="-228600" algn="l" defTabSz="914342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2"/>
        </a:buClr>
        <a:buFont typeface="Arial" pitchFamily="34" charset="0"/>
        <a:buChar char="•"/>
        <a:defRPr sz="14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3pPr>
      <a:lvl4pPr marL="914400" indent="-228600" algn="l" defTabSz="914342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bg2"/>
        </a:buClr>
        <a:buFont typeface="Arial" pitchFamily="34" charset="0"/>
        <a:buChar char="–"/>
        <a:defRPr sz="14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4pPr>
      <a:lvl5pPr marL="1609624" indent="-193663" algn="l" defTabSz="914342" rtl="0" eaLnBrk="1" latinLnBrk="0" hangingPunct="1">
        <a:spcBef>
          <a:spcPts val="0"/>
        </a:spcBef>
        <a:buClr>
          <a:srgbClr val="B1B1B1"/>
        </a:buClr>
        <a:buFont typeface="Arial" pitchFamily="34" charset="0"/>
        <a:buChar char="–"/>
        <a:defRPr sz="1700" kern="1200">
          <a:solidFill>
            <a:srgbClr val="494949"/>
          </a:solidFill>
          <a:latin typeface="+mn-lt"/>
          <a:ea typeface="+mn-ea"/>
          <a:cs typeface="+mn-cs"/>
        </a:defRPr>
      </a:lvl5pPr>
      <a:lvl6pPr marL="2514441" indent="-228586" algn="l" defTabSz="9143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12" indent="-228586" algn="l" defTabSz="9143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83" indent="-228586" algn="l" defTabSz="9143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54" indent="-228586" algn="l" defTabSz="9143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3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1" algn="l" defTabSz="9143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2" algn="l" defTabSz="9143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13" algn="l" defTabSz="9143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84" algn="l" defTabSz="9143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55" algn="l" defTabSz="9143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26" algn="l" defTabSz="9143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98" algn="l" defTabSz="9143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69" algn="l" defTabSz="9143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ct 11" hidden="1"/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0" y="0"/>
          <a:ext cx="195334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259" name="think-cell Slide" r:id="rId17" imgW="360" imgH="360" progId="">
                  <p:embed/>
                </p:oleObj>
              </mc:Choice>
              <mc:Fallback>
                <p:oleObj name="think-cell Slide" r:id="rId17" imgW="360" imgH="3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95334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7" name="Rectangle 7"/>
          <p:cNvSpPr/>
          <p:nvPr>
            <p:custDataLst>
              <p:tags r:id="rId7"/>
            </p:custDataLst>
          </p:nvPr>
        </p:nvSpPr>
        <p:spPr bwMode="auto">
          <a:xfrm flipV="1">
            <a:off x="-2038" y="1677994"/>
            <a:ext cx="12190864" cy="5180006"/>
          </a:xfrm>
          <a:custGeom>
            <a:avLst/>
            <a:gdLst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0 w 10685085"/>
              <a:gd name="connsiteY3" fmla="*/ 684481 h 684481"/>
              <a:gd name="connsiteX4" fmla="*/ 0 w 10685085"/>
              <a:gd name="connsiteY4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525849 w 10685085"/>
              <a:gd name="connsiteY3" fmla="*/ 678410 h 684481"/>
              <a:gd name="connsiteX4" fmla="*/ 0 w 10685085"/>
              <a:gd name="connsiteY4" fmla="*/ 684481 h 684481"/>
              <a:gd name="connsiteX5" fmla="*/ 0 w 10685085"/>
              <a:gd name="connsiteY5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23183 w 10685085"/>
              <a:gd name="connsiteY6" fmla="*/ 684481 h 1022049"/>
              <a:gd name="connsiteX7" fmla="*/ 0 w 10685085"/>
              <a:gd name="connsiteY7" fmla="*/ 0 h 1022049"/>
              <a:gd name="connsiteX0" fmla="*/ 0 w 10673494"/>
              <a:gd name="connsiteY0" fmla="*/ 5825 h 1022049"/>
              <a:gd name="connsiteX1" fmla="*/ 10673494 w 10673494"/>
              <a:gd name="connsiteY1" fmla="*/ 0 h 1022049"/>
              <a:gd name="connsiteX2" fmla="*/ 10673494 w 10673494"/>
              <a:gd name="connsiteY2" fmla="*/ 303491 h 1022049"/>
              <a:gd name="connsiteX3" fmla="*/ 10211167 w 10673494"/>
              <a:gd name="connsiteY3" fmla="*/ 678410 h 1022049"/>
              <a:gd name="connsiteX4" fmla="*/ 1145874 w 10673494"/>
              <a:gd name="connsiteY4" fmla="*/ 670939 h 1022049"/>
              <a:gd name="connsiteX5" fmla="*/ 521729 w 10673494"/>
              <a:gd name="connsiteY5" fmla="*/ 1022049 h 1022049"/>
              <a:gd name="connsiteX6" fmla="*/ 11592 w 10673494"/>
              <a:gd name="connsiteY6" fmla="*/ 684481 h 1022049"/>
              <a:gd name="connsiteX7" fmla="*/ 0 w 10673494"/>
              <a:gd name="connsiteY7" fmla="*/ 5825 h 1022049"/>
              <a:gd name="connsiteX0" fmla="*/ 0 w 10673494"/>
              <a:gd name="connsiteY0" fmla="*/ 0 h 1045351"/>
              <a:gd name="connsiteX1" fmla="*/ 10673494 w 10673494"/>
              <a:gd name="connsiteY1" fmla="*/ 23302 h 1045351"/>
              <a:gd name="connsiteX2" fmla="*/ 10673494 w 10673494"/>
              <a:gd name="connsiteY2" fmla="*/ 326793 h 1045351"/>
              <a:gd name="connsiteX3" fmla="*/ 10211167 w 10673494"/>
              <a:gd name="connsiteY3" fmla="*/ 701712 h 1045351"/>
              <a:gd name="connsiteX4" fmla="*/ 1145874 w 10673494"/>
              <a:gd name="connsiteY4" fmla="*/ 694241 h 1045351"/>
              <a:gd name="connsiteX5" fmla="*/ 521729 w 10673494"/>
              <a:gd name="connsiteY5" fmla="*/ 1045351 h 1045351"/>
              <a:gd name="connsiteX6" fmla="*/ 11592 w 10673494"/>
              <a:gd name="connsiteY6" fmla="*/ 707783 h 1045351"/>
              <a:gd name="connsiteX7" fmla="*/ 0 w 10673494"/>
              <a:gd name="connsiteY7" fmla="*/ 0 h 1045351"/>
              <a:gd name="connsiteX0" fmla="*/ 0 w 10667698"/>
              <a:gd name="connsiteY0" fmla="*/ 0 h 1027875"/>
              <a:gd name="connsiteX1" fmla="*/ 10667698 w 10667698"/>
              <a:gd name="connsiteY1" fmla="*/ 5826 h 1027875"/>
              <a:gd name="connsiteX2" fmla="*/ 10667698 w 10667698"/>
              <a:gd name="connsiteY2" fmla="*/ 309317 h 1027875"/>
              <a:gd name="connsiteX3" fmla="*/ 10205371 w 10667698"/>
              <a:gd name="connsiteY3" fmla="*/ 684236 h 1027875"/>
              <a:gd name="connsiteX4" fmla="*/ 1140078 w 10667698"/>
              <a:gd name="connsiteY4" fmla="*/ 676765 h 1027875"/>
              <a:gd name="connsiteX5" fmla="*/ 515933 w 10667698"/>
              <a:gd name="connsiteY5" fmla="*/ 1027875 h 1027875"/>
              <a:gd name="connsiteX6" fmla="*/ 5796 w 10667698"/>
              <a:gd name="connsiteY6" fmla="*/ 690307 h 1027875"/>
              <a:gd name="connsiteX7" fmla="*/ 0 w 10667698"/>
              <a:gd name="connsiteY7" fmla="*/ 0 h 1027875"/>
              <a:gd name="connsiteX0" fmla="*/ 5796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5796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7441 w 10661902"/>
              <a:gd name="connsiteY4" fmla="*/ 6894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3758 w 10661902"/>
              <a:gd name="connsiteY4" fmla="*/ 62914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74432 h 1027875"/>
              <a:gd name="connsiteX7" fmla="*/ 0 w 10661901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83957 h 1027875"/>
              <a:gd name="connsiteX7" fmla="*/ 0 w 10661901"/>
              <a:gd name="connsiteY7" fmla="*/ 0 h 1027875"/>
              <a:gd name="connsiteX0" fmla="*/ 0 w 10710088"/>
              <a:gd name="connsiteY0" fmla="*/ 0 h 1027875"/>
              <a:gd name="connsiteX1" fmla="*/ 10661901 w 10710088"/>
              <a:gd name="connsiteY1" fmla="*/ 5826 h 1027875"/>
              <a:gd name="connsiteX2" fmla="*/ 10661901 w 10710088"/>
              <a:gd name="connsiteY2" fmla="*/ 309317 h 1027875"/>
              <a:gd name="connsiteX3" fmla="*/ 10668871 w 10710088"/>
              <a:gd name="connsiteY3" fmla="*/ 684236 h 1027875"/>
              <a:gd name="connsiteX4" fmla="*/ 1140598 w 10710088"/>
              <a:gd name="connsiteY4" fmla="*/ 686290 h 1027875"/>
              <a:gd name="connsiteX5" fmla="*/ 560675 w 10710088"/>
              <a:gd name="connsiteY5" fmla="*/ 1027875 h 1027875"/>
              <a:gd name="connsiteX6" fmla="*/ 3158 w 10710088"/>
              <a:gd name="connsiteY6" fmla="*/ 683957 h 1027875"/>
              <a:gd name="connsiteX7" fmla="*/ 0 w 10710088"/>
              <a:gd name="connsiteY7" fmla="*/ 0 h 1027875"/>
              <a:gd name="connsiteX0" fmla="*/ 0 w 10668871"/>
              <a:gd name="connsiteY0" fmla="*/ 0 h 1027875"/>
              <a:gd name="connsiteX1" fmla="*/ 10661901 w 10668871"/>
              <a:gd name="connsiteY1" fmla="*/ 5826 h 1027875"/>
              <a:gd name="connsiteX2" fmla="*/ 10668871 w 10668871"/>
              <a:gd name="connsiteY2" fmla="*/ 684236 h 1027875"/>
              <a:gd name="connsiteX3" fmla="*/ 1140598 w 10668871"/>
              <a:gd name="connsiteY3" fmla="*/ 686290 h 1027875"/>
              <a:gd name="connsiteX4" fmla="*/ 560675 w 10668871"/>
              <a:gd name="connsiteY4" fmla="*/ 1027875 h 1027875"/>
              <a:gd name="connsiteX5" fmla="*/ 3158 w 10668871"/>
              <a:gd name="connsiteY5" fmla="*/ 683957 h 1027875"/>
              <a:gd name="connsiteX6" fmla="*/ 0 w 10668871"/>
              <a:gd name="connsiteY6" fmla="*/ 0 h 1027875"/>
              <a:gd name="connsiteX0" fmla="*/ 0 w 10662015"/>
              <a:gd name="connsiteY0" fmla="*/ 0 h 1027875"/>
              <a:gd name="connsiteX1" fmla="*/ 10661901 w 10662015"/>
              <a:gd name="connsiteY1" fmla="*/ 5826 h 1027875"/>
              <a:gd name="connsiteX2" fmla="*/ 10632772 w 10662015"/>
              <a:gd name="connsiteY2" fmla="*/ 684236 h 1027875"/>
              <a:gd name="connsiteX3" fmla="*/ 1140598 w 10662015"/>
              <a:gd name="connsiteY3" fmla="*/ 686290 h 1027875"/>
              <a:gd name="connsiteX4" fmla="*/ 560675 w 10662015"/>
              <a:gd name="connsiteY4" fmla="*/ 1027875 h 1027875"/>
              <a:gd name="connsiteX5" fmla="*/ 3158 w 10662015"/>
              <a:gd name="connsiteY5" fmla="*/ 683957 h 1027875"/>
              <a:gd name="connsiteX6" fmla="*/ 0 w 10662015"/>
              <a:gd name="connsiteY6" fmla="*/ 0 h 1027875"/>
              <a:gd name="connsiteX0" fmla="*/ 0 w 10632772"/>
              <a:gd name="connsiteY0" fmla="*/ 0 h 1027875"/>
              <a:gd name="connsiteX1" fmla="*/ 10616776 w 10632772"/>
              <a:gd name="connsiteY1" fmla="*/ 559150 h 1027875"/>
              <a:gd name="connsiteX2" fmla="*/ 10632772 w 10632772"/>
              <a:gd name="connsiteY2" fmla="*/ 684236 h 1027875"/>
              <a:gd name="connsiteX3" fmla="*/ 1140598 w 10632772"/>
              <a:gd name="connsiteY3" fmla="*/ 686290 h 1027875"/>
              <a:gd name="connsiteX4" fmla="*/ 560675 w 10632772"/>
              <a:gd name="connsiteY4" fmla="*/ 1027875 h 1027875"/>
              <a:gd name="connsiteX5" fmla="*/ 3158 w 10632772"/>
              <a:gd name="connsiteY5" fmla="*/ 683957 h 1027875"/>
              <a:gd name="connsiteX6" fmla="*/ 0 w 10632772"/>
              <a:gd name="connsiteY6" fmla="*/ 0 h 1027875"/>
              <a:gd name="connsiteX0" fmla="*/ 5867 w 10629614"/>
              <a:gd name="connsiteY0" fmla="*/ 12316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5867 w 10629614"/>
              <a:gd name="connsiteY6" fmla="*/ 12316 h 468725"/>
              <a:gd name="connsiteX0" fmla="*/ 0 w 10636382"/>
              <a:gd name="connsiteY0" fmla="*/ 12316 h 468725"/>
              <a:gd name="connsiteX1" fmla="*/ 10620386 w 10636382"/>
              <a:gd name="connsiteY1" fmla="*/ 0 h 468725"/>
              <a:gd name="connsiteX2" fmla="*/ 10636382 w 10636382"/>
              <a:gd name="connsiteY2" fmla="*/ 125086 h 468725"/>
              <a:gd name="connsiteX3" fmla="*/ 1144208 w 10636382"/>
              <a:gd name="connsiteY3" fmla="*/ 127140 h 468725"/>
              <a:gd name="connsiteX4" fmla="*/ 564285 w 10636382"/>
              <a:gd name="connsiteY4" fmla="*/ 468725 h 468725"/>
              <a:gd name="connsiteX5" fmla="*/ 6768 w 10636382"/>
              <a:gd name="connsiteY5" fmla="*/ 124807 h 468725"/>
              <a:gd name="connsiteX6" fmla="*/ 0 w 10636382"/>
              <a:gd name="connsiteY6" fmla="*/ 12316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451 w 10630556"/>
              <a:gd name="connsiteY5" fmla="*/ 124807 h 468725"/>
              <a:gd name="connsiteX6" fmla="*/ 0 w 10630556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782750 w 11413306"/>
              <a:gd name="connsiteY0" fmla="*/ 2791 h 468725"/>
              <a:gd name="connsiteX1" fmla="*/ 11412612 w 11413306"/>
              <a:gd name="connsiteY1" fmla="*/ 0 h 468725"/>
              <a:gd name="connsiteX2" fmla="*/ 11412815 w 11413306"/>
              <a:gd name="connsiteY2" fmla="*/ 125086 h 468725"/>
              <a:gd name="connsiteX3" fmla="*/ 1920641 w 11413306"/>
              <a:gd name="connsiteY3" fmla="*/ 127140 h 468725"/>
              <a:gd name="connsiteX4" fmla="*/ 1340718 w 11413306"/>
              <a:gd name="connsiteY4" fmla="*/ 468725 h 468725"/>
              <a:gd name="connsiteX5" fmla="*/ 858696 w 11413306"/>
              <a:gd name="connsiteY5" fmla="*/ 125867 h 468725"/>
              <a:gd name="connsiteX6" fmla="*/ 782750 w 11413306"/>
              <a:gd name="connsiteY6" fmla="*/ 2791 h 468725"/>
              <a:gd name="connsiteX0" fmla="*/ 802813 w 11357561"/>
              <a:gd name="connsiteY0" fmla="*/ 2791 h 468725"/>
              <a:gd name="connsiteX1" fmla="*/ 11356867 w 11357561"/>
              <a:gd name="connsiteY1" fmla="*/ 0 h 468725"/>
              <a:gd name="connsiteX2" fmla="*/ 11357070 w 11357561"/>
              <a:gd name="connsiteY2" fmla="*/ 125086 h 468725"/>
              <a:gd name="connsiteX3" fmla="*/ 1864896 w 11357561"/>
              <a:gd name="connsiteY3" fmla="*/ 127140 h 468725"/>
              <a:gd name="connsiteX4" fmla="*/ 1284973 w 11357561"/>
              <a:gd name="connsiteY4" fmla="*/ 468725 h 468725"/>
              <a:gd name="connsiteX5" fmla="*/ 802951 w 11357561"/>
              <a:gd name="connsiteY5" fmla="*/ 125867 h 468725"/>
              <a:gd name="connsiteX6" fmla="*/ 802813 w 11357561"/>
              <a:gd name="connsiteY6" fmla="*/ 2791 h 468725"/>
              <a:gd name="connsiteX0" fmla="*/ 341552 w 10896300"/>
              <a:gd name="connsiteY0" fmla="*/ 2791 h 468725"/>
              <a:gd name="connsiteX1" fmla="*/ 10895606 w 10896300"/>
              <a:gd name="connsiteY1" fmla="*/ 0 h 468725"/>
              <a:gd name="connsiteX2" fmla="*/ 10895809 w 10896300"/>
              <a:gd name="connsiteY2" fmla="*/ 125086 h 468725"/>
              <a:gd name="connsiteX3" fmla="*/ 1403635 w 10896300"/>
              <a:gd name="connsiteY3" fmla="*/ 127140 h 468725"/>
              <a:gd name="connsiteX4" fmla="*/ 823712 w 10896300"/>
              <a:gd name="connsiteY4" fmla="*/ 468725 h 468725"/>
              <a:gd name="connsiteX5" fmla="*/ 341690 w 10896300"/>
              <a:gd name="connsiteY5" fmla="*/ 125867 h 468725"/>
              <a:gd name="connsiteX6" fmla="*/ 341552 w 10896300"/>
              <a:gd name="connsiteY6" fmla="*/ 2791 h 468725"/>
              <a:gd name="connsiteX0" fmla="*/ 41143 w 10595891"/>
              <a:gd name="connsiteY0" fmla="*/ 2791 h 468725"/>
              <a:gd name="connsiteX1" fmla="*/ 10595197 w 10595891"/>
              <a:gd name="connsiteY1" fmla="*/ 0 h 468725"/>
              <a:gd name="connsiteX2" fmla="*/ 10595400 w 10595891"/>
              <a:gd name="connsiteY2" fmla="*/ 125086 h 468725"/>
              <a:gd name="connsiteX3" fmla="*/ 1103226 w 10595891"/>
              <a:gd name="connsiteY3" fmla="*/ 127140 h 468725"/>
              <a:gd name="connsiteX4" fmla="*/ 523303 w 10595891"/>
              <a:gd name="connsiteY4" fmla="*/ 468725 h 468725"/>
              <a:gd name="connsiteX5" fmla="*/ 41281 w 10595891"/>
              <a:gd name="connsiteY5" fmla="*/ 125867 h 468725"/>
              <a:gd name="connsiteX6" fmla="*/ 41143 w 1059589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44066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44066 h 468725"/>
              <a:gd name="connsiteX0" fmla="*/ 433 w 10554690"/>
              <a:gd name="connsiteY0" fmla="*/ 5966 h 430625"/>
              <a:gd name="connsiteX1" fmla="*/ 10551351 w 10554690"/>
              <a:gd name="connsiteY1" fmla="*/ 0 h 430625"/>
              <a:gd name="connsiteX2" fmla="*/ 10554690 w 10554690"/>
              <a:gd name="connsiteY2" fmla="*/ 86986 h 430625"/>
              <a:gd name="connsiteX3" fmla="*/ 1062516 w 10554690"/>
              <a:gd name="connsiteY3" fmla="*/ 89040 h 430625"/>
              <a:gd name="connsiteX4" fmla="*/ 482593 w 10554690"/>
              <a:gd name="connsiteY4" fmla="*/ 430625 h 430625"/>
              <a:gd name="connsiteX5" fmla="*/ 571 w 10554690"/>
              <a:gd name="connsiteY5" fmla="*/ 101571 h 430625"/>
              <a:gd name="connsiteX6" fmla="*/ 433 w 10554690"/>
              <a:gd name="connsiteY6" fmla="*/ 5966 h 430625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62516 w 10554690"/>
              <a:gd name="connsiteY3" fmla="*/ 89040 h 427450"/>
              <a:gd name="connsiteX4" fmla="*/ 482593 w 10554690"/>
              <a:gd name="connsiteY4" fmla="*/ 427450 h 427450"/>
              <a:gd name="connsiteX5" fmla="*/ 571 w 10554690"/>
              <a:gd name="connsiteY5" fmla="*/ 101571 h 427450"/>
              <a:gd name="connsiteX6" fmla="*/ 433 w 10554690"/>
              <a:gd name="connsiteY6" fmla="*/ 5966 h 427450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274940 w 10554690"/>
              <a:gd name="connsiteY3" fmla="*/ 87717 h 427450"/>
              <a:gd name="connsiteX4" fmla="*/ 1062516 w 10554690"/>
              <a:gd name="connsiteY4" fmla="*/ 89040 h 427450"/>
              <a:gd name="connsiteX5" fmla="*/ 482593 w 10554690"/>
              <a:gd name="connsiteY5" fmla="*/ 427450 h 427450"/>
              <a:gd name="connsiteX6" fmla="*/ 571 w 10554690"/>
              <a:gd name="connsiteY6" fmla="*/ 101571 h 427450"/>
              <a:gd name="connsiteX7" fmla="*/ 433 w 10554690"/>
              <a:gd name="connsiteY7" fmla="*/ 5966 h 427450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60438 h 481922"/>
              <a:gd name="connsiteX1" fmla="*/ 10551351 w 10554691"/>
              <a:gd name="connsiteY1" fmla="*/ 54472 h 481922"/>
              <a:gd name="connsiteX2" fmla="*/ 10554691 w 10554691"/>
              <a:gd name="connsiteY2" fmla="*/ 49383 h 481922"/>
              <a:gd name="connsiteX3" fmla="*/ 10274940 w 10554691"/>
              <a:gd name="connsiteY3" fmla="*/ 142189 h 481922"/>
              <a:gd name="connsiteX4" fmla="*/ 1062516 w 10554691"/>
              <a:gd name="connsiteY4" fmla="*/ 143512 h 481922"/>
              <a:gd name="connsiteX5" fmla="*/ 482593 w 10554691"/>
              <a:gd name="connsiteY5" fmla="*/ 481922 h 481922"/>
              <a:gd name="connsiteX6" fmla="*/ 571 w 10554691"/>
              <a:gd name="connsiteY6" fmla="*/ 156043 h 481922"/>
              <a:gd name="connsiteX7" fmla="*/ 433 w 10554691"/>
              <a:gd name="connsiteY7" fmla="*/ 60438 h 481922"/>
              <a:gd name="connsiteX0" fmla="*/ 433 w 11661532"/>
              <a:gd name="connsiteY0" fmla="*/ 5966 h 427450"/>
              <a:gd name="connsiteX1" fmla="*/ 10551351 w 11661532"/>
              <a:gd name="connsiteY1" fmla="*/ 0 h 427450"/>
              <a:gd name="connsiteX2" fmla="*/ 10274940 w 11661532"/>
              <a:gd name="connsiteY2" fmla="*/ 87717 h 427450"/>
              <a:gd name="connsiteX3" fmla="*/ 1062516 w 11661532"/>
              <a:gd name="connsiteY3" fmla="*/ 89040 h 427450"/>
              <a:gd name="connsiteX4" fmla="*/ 482593 w 11661532"/>
              <a:gd name="connsiteY4" fmla="*/ 427450 h 427450"/>
              <a:gd name="connsiteX5" fmla="*/ 571 w 11661532"/>
              <a:gd name="connsiteY5" fmla="*/ 101571 h 427450"/>
              <a:gd name="connsiteX6" fmla="*/ 433 w 11661532"/>
              <a:gd name="connsiteY6" fmla="*/ 5966 h 427450"/>
              <a:gd name="connsiteX0" fmla="*/ 433 w 11071037"/>
              <a:gd name="connsiteY0" fmla="*/ 6015 h 427499"/>
              <a:gd name="connsiteX1" fmla="*/ 10551351 w 11071037"/>
              <a:gd name="connsiteY1" fmla="*/ 49 h 427499"/>
              <a:gd name="connsiteX2" fmla="*/ 10274940 w 11071037"/>
              <a:gd name="connsiteY2" fmla="*/ 87766 h 427499"/>
              <a:gd name="connsiteX3" fmla="*/ 1062516 w 11071037"/>
              <a:gd name="connsiteY3" fmla="*/ 89089 h 427499"/>
              <a:gd name="connsiteX4" fmla="*/ 482593 w 11071037"/>
              <a:gd name="connsiteY4" fmla="*/ 427499 h 427499"/>
              <a:gd name="connsiteX5" fmla="*/ 571 w 11071037"/>
              <a:gd name="connsiteY5" fmla="*/ 101620 h 427499"/>
              <a:gd name="connsiteX6" fmla="*/ 433 w 11071037"/>
              <a:gd name="connsiteY6" fmla="*/ 6015 h 427499"/>
              <a:gd name="connsiteX0" fmla="*/ 433 w 11057538"/>
              <a:gd name="connsiteY0" fmla="*/ 5966 h 427450"/>
              <a:gd name="connsiteX1" fmla="*/ 10551351 w 11057538"/>
              <a:gd name="connsiteY1" fmla="*/ 0 h 427450"/>
              <a:gd name="connsiteX2" fmla="*/ 10274940 w 11057538"/>
              <a:gd name="connsiteY2" fmla="*/ 87717 h 427450"/>
              <a:gd name="connsiteX3" fmla="*/ 1062516 w 11057538"/>
              <a:gd name="connsiteY3" fmla="*/ 89040 h 427450"/>
              <a:gd name="connsiteX4" fmla="*/ 482593 w 11057538"/>
              <a:gd name="connsiteY4" fmla="*/ 427450 h 427450"/>
              <a:gd name="connsiteX5" fmla="*/ 571 w 11057538"/>
              <a:gd name="connsiteY5" fmla="*/ 101571 h 427450"/>
              <a:gd name="connsiteX6" fmla="*/ 433 w 11057538"/>
              <a:gd name="connsiteY6" fmla="*/ 5966 h 427450"/>
              <a:gd name="connsiteX0" fmla="*/ 433 w 10551351"/>
              <a:gd name="connsiteY0" fmla="*/ 5966 h 427450"/>
              <a:gd name="connsiteX1" fmla="*/ 10551351 w 10551351"/>
              <a:gd name="connsiteY1" fmla="*/ 0 h 427450"/>
              <a:gd name="connsiteX2" fmla="*/ 10274940 w 10551351"/>
              <a:gd name="connsiteY2" fmla="*/ 87717 h 427450"/>
              <a:gd name="connsiteX3" fmla="*/ 1062516 w 10551351"/>
              <a:gd name="connsiteY3" fmla="*/ 89040 h 427450"/>
              <a:gd name="connsiteX4" fmla="*/ 482593 w 10551351"/>
              <a:gd name="connsiteY4" fmla="*/ 427450 h 427450"/>
              <a:gd name="connsiteX5" fmla="*/ 571 w 10551351"/>
              <a:gd name="connsiteY5" fmla="*/ 101571 h 427450"/>
              <a:gd name="connsiteX6" fmla="*/ 433 w 10551351"/>
              <a:gd name="connsiteY6" fmla="*/ 5966 h 427450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0 w 11177990"/>
              <a:gd name="connsiteY6" fmla="*/ 2791 h 341725"/>
              <a:gd name="connsiteX0" fmla="*/ 780014 w 11958004"/>
              <a:gd name="connsiteY0" fmla="*/ 2791 h 341725"/>
              <a:gd name="connsiteX1" fmla="*/ 11958004 w 11958004"/>
              <a:gd name="connsiteY1" fmla="*/ 0 h 341725"/>
              <a:gd name="connsiteX2" fmla="*/ 11681593 w 11958004"/>
              <a:gd name="connsiteY2" fmla="*/ 87717 h 341725"/>
              <a:gd name="connsiteX3" fmla="*/ 2469169 w 11958004"/>
              <a:gd name="connsiteY3" fmla="*/ 89040 h 341725"/>
              <a:gd name="connsiteX4" fmla="*/ 1889246 w 11958004"/>
              <a:gd name="connsiteY4" fmla="*/ 341725 h 341725"/>
              <a:gd name="connsiteX5" fmla="*/ 1407224 w 11958004"/>
              <a:gd name="connsiteY5" fmla="*/ 101571 h 341725"/>
              <a:gd name="connsiteX6" fmla="*/ 998158 w 11958004"/>
              <a:gd name="connsiteY6" fmla="*/ 40093 h 341725"/>
              <a:gd name="connsiteX7" fmla="*/ 780014 w 11958004"/>
              <a:gd name="connsiteY7" fmla="*/ 2791 h 341725"/>
              <a:gd name="connsiteX0" fmla="*/ 758495 w 11936485"/>
              <a:gd name="connsiteY0" fmla="*/ 2791 h 341725"/>
              <a:gd name="connsiteX1" fmla="*/ 11936485 w 11936485"/>
              <a:gd name="connsiteY1" fmla="*/ 0 h 341725"/>
              <a:gd name="connsiteX2" fmla="*/ 11660074 w 11936485"/>
              <a:gd name="connsiteY2" fmla="*/ 87717 h 341725"/>
              <a:gd name="connsiteX3" fmla="*/ 2447650 w 11936485"/>
              <a:gd name="connsiteY3" fmla="*/ 89040 h 341725"/>
              <a:gd name="connsiteX4" fmla="*/ 1867727 w 11936485"/>
              <a:gd name="connsiteY4" fmla="*/ 341725 h 341725"/>
              <a:gd name="connsiteX5" fmla="*/ 1385705 w 11936485"/>
              <a:gd name="connsiteY5" fmla="*/ 101571 h 341725"/>
              <a:gd name="connsiteX6" fmla="*/ 976639 w 11936485"/>
              <a:gd name="connsiteY6" fmla="*/ 40093 h 341725"/>
              <a:gd name="connsiteX7" fmla="*/ 758495 w 11936485"/>
              <a:gd name="connsiteY7" fmla="*/ 2791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218144 w 11177990"/>
              <a:gd name="connsiteY6" fmla="*/ 40093 h 341725"/>
              <a:gd name="connsiteX7" fmla="*/ 0 w 11177990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567427 w 11179321"/>
              <a:gd name="connsiteY2" fmla="*/ 90892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0600099"/>
              <a:gd name="connsiteY0" fmla="*/ 2791 h 341725"/>
              <a:gd name="connsiteX1" fmla="*/ 10561656 w 10600099"/>
              <a:gd name="connsiteY1" fmla="*/ 0 h 341725"/>
              <a:gd name="connsiteX2" fmla="*/ 10567427 w 10600099"/>
              <a:gd name="connsiteY2" fmla="*/ 90892 h 341725"/>
              <a:gd name="connsiteX3" fmla="*/ 1690486 w 10600099"/>
              <a:gd name="connsiteY3" fmla="*/ 89040 h 341725"/>
              <a:gd name="connsiteX4" fmla="*/ 1110563 w 10600099"/>
              <a:gd name="connsiteY4" fmla="*/ 341725 h 341725"/>
              <a:gd name="connsiteX5" fmla="*/ 628541 w 10600099"/>
              <a:gd name="connsiteY5" fmla="*/ 101571 h 341725"/>
              <a:gd name="connsiteX6" fmla="*/ 0 w 10600099"/>
              <a:gd name="connsiteY6" fmla="*/ 103593 h 341725"/>
              <a:gd name="connsiteX7" fmla="*/ 1331 w 10600099"/>
              <a:gd name="connsiteY7" fmla="*/ 2791 h 341725"/>
              <a:gd name="connsiteX0" fmla="*/ 1331 w 10567427"/>
              <a:gd name="connsiteY0" fmla="*/ 2791 h 341725"/>
              <a:gd name="connsiteX1" fmla="*/ 10561656 w 10567427"/>
              <a:gd name="connsiteY1" fmla="*/ 0 h 341725"/>
              <a:gd name="connsiteX2" fmla="*/ 10567427 w 10567427"/>
              <a:gd name="connsiteY2" fmla="*/ 90892 h 341725"/>
              <a:gd name="connsiteX3" fmla="*/ 1690486 w 10567427"/>
              <a:gd name="connsiteY3" fmla="*/ 89040 h 341725"/>
              <a:gd name="connsiteX4" fmla="*/ 1110563 w 10567427"/>
              <a:gd name="connsiteY4" fmla="*/ 341725 h 341725"/>
              <a:gd name="connsiteX5" fmla="*/ 628541 w 10567427"/>
              <a:gd name="connsiteY5" fmla="*/ 101571 h 341725"/>
              <a:gd name="connsiteX6" fmla="*/ 0 w 10567427"/>
              <a:gd name="connsiteY6" fmla="*/ 103593 h 341725"/>
              <a:gd name="connsiteX7" fmla="*/ 1331 w 10567427"/>
              <a:gd name="connsiteY7" fmla="*/ 2791 h 341725"/>
              <a:gd name="connsiteX0" fmla="*/ 1331 w 10561687"/>
              <a:gd name="connsiteY0" fmla="*/ 2791 h 341725"/>
              <a:gd name="connsiteX1" fmla="*/ 10561656 w 10561687"/>
              <a:gd name="connsiteY1" fmla="*/ 0 h 341725"/>
              <a:gd name="connsiteX2" fmla="*/ 10561157 w 10561687"/>
              <a:gd name="connsiteY2" fmla="*/ 90892 h 341725"/>
              <a:gd name="connsiteX3" fmla="*/ 1690486 w 10561687"/>
              <a:gd name="connsiteY3" fmla="*/ 89040 h 341725"/>
              <a:gd name="connsiteX4" fmla="*/ 1110563 w 10561687"/>
              <a:gd name="connsiteY4" fmla="*/ 341725 h 341725"/>
              <a:gd name="connsiteX5" fmla="*/ 628541 w 10561687"/>
              <a:gd name="connsiteY5" fmla="*/ 101571 h 341725"/>
              <a:gd name="connsiteX6" fmla="*/ 0 w 10561687"/>
              <a:gd name="connsiteY6" fmla="*/ 103593 h 341725"/>
              <a:gd name="connsiteX7" fmla="*/ 1331 w 10561687"/>
              <a:gd name="connsiteY7" fmla="*/ 2791 h 341725"/>
              <a:gd name="connsiteX0" fmla="*/ 1331 w 10562072"/>
              <a:gd name="connsiteY0" fmla="*/ 2791 h 341725"/>
              <a:gd name="connsiteX1" fmla="*/ 10561656 w 10562072"/>
              <a:gd name="connsiteY1" fmla="*/ 0 h 341725"/>
              <a:gd name="connsiteX2" fmla="*/ 10561157 w 10562072"/>
              <a:gd name="connsiteY2" fmla="*/ 90892 h 341725"/>
              <a:gd name="connsiteX3" fmla="*/ 1690486 w 10562072"/>
              <a:gd name="connsiteY3" fmla="*/ 89040 h 341725"/>
              <a:gd name="connsiteX4" fmla="*/ 1110563 w 10562072"/>
              <a:gd name="connsiteY4" fmla="*/ 341725 h 341725"/>
              <a:gd name="connsiteX5" fmla="*/ 628541 w 10562072"/>
              <a:gd name="connsiteY5" fmla="*/ 101571 h 341725"/>
              <a:gd name="connsiteX6" fmla="*/ 0 w 10562072"/>
              <a:gd name="connsiteY6" fmla="*/ 103593 h 341725"/>
              <a:gd name="connsiteX7" fmla="*/ 1331 w 10562072"/>
              <a:gd name="connsiteY7" fmla="*/ 2791 h 341725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1690486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702"/>
              <a:gd name="connsiteX1" fmla="*/ 10561656 w 10562072"/>
              <a:gd name="connsiteY1" fmla="*/ 0 h 887702"/>
              <a:gd name="connsiteX2" fmla="*/ 10561157 w 10562072"/>
              <a:gd name="connsiteY2" fmla="*/ 90892 h 887702"/>
              <a:gd name="connsiteX3" fmla="*/ 2317558 w 10562072"/>
              <a:gd name="connsiteY3" fmla="*/ 89040 h 887702"/>
              <a:gd name="connsiteX4" fmla="*/ 1180889 w 10562072"/>
              <a:gd name="connsiteY4" fmla="*/ 887696 h 887702"/>
              <a:gd name="connsiteX5" fmla="*/ 0 w 10562072"/>
              <a:gd name="connsiteY5" fmla="*/ 103593 h 887702"/>
              <a:gd name="connsiteX6" fmla="*/ 1331 w 10562072"/>
              <a:gd name="connsiteY6" fmla="*/ 2791 h 887702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0 w 10568342"/>
              <a:gd name="connsiteY0" fmla="*/ 0 h 2916892"/>
              <a:gd name="connsiteX1" fmla="*/ 10567926 w 10568342"/>
              <a:gd name="connsiteY1" fmla="*/ 2029196 h 2916892"/>
              <a:gd name="connsiteX2" fmla="*/ 10567427 w 10568342"/>
              <a:gd name="connsiteY2" fmla="*/ 2120088 h 2916892"/>
              <a:gd name="connsiteX3" fmla="*/ 2323828 w 10568342"/>
              <a:gd name="connsiteY3" fmla="*/ 2118236 h 2916892"/>
              <a:gd name="connsiteX4" fmla="*/ 1187159 w 10568342"/>
              <a:gd name="connsiteY4" fmla="*/ 2916892 h 2916892"/>
              <a:gd name="connsiteX5" fmla="*/ 6270 w 10568342"/>
              <a:gd name="connsiteY5" fmla="*/ 2132789 h 2916892"/>
              <a:gd name="connsiteX6" fmla="*/ 0 w 10568342"/>
              <a:gd name="connsiteY6" fmla="*/ 0 h 2916892"/>
              <a:gd name="connsiteX0" fmla="*/ 0 w 10575943"/>
              <a:gd name="connsiteY0" fmla="*/ 0 h 2955377"/>
              <a:gd name="connsiteX1" fmla="*/ 10575527 w 10575943"/>
              <a:gd name="connsiteY1" fmla="*/ 2067681 h 2955377"/>
              <a:gd name="connsiteX2" fmla="*/ 10575028 w 10575943"/>
              <a:gd name="connsiteY2" fmla="*/ 2158573 h 2955377"/>
              <a:gd name="connsiteX3" fmla="*/ 2331429 w 10575943"/>
              <a:gd name="connsiteY3" fmla="*/ 2156721 h 2955377"/>
              <a:gd name="connsiteX4" fmla="*/ 1194760 w 10575943"/>
              <a:gd name="connsiteY4" fmla="*/ 2955377 h 2955377"/>
              <a:gd name="connsiteX5" fmla="*/ 13871 w 10575943"/>
              <a:gd name="connsiteY5" fmla="*/ 2171274 h 2955377"/>
              <a:gd name="connsiteX6" fmla="*/ 0 w 10575943"/>
              <a:gd name="connsiteY6" fmla="*/ 0 h 2955377"/>
              <a:gd name="connsiteX0" fmla="*/ 267371 w 10562072"/>
              <a:gd name="connsiteY0" fmla="*/ 0 h 2685985"/>
              <a:gd name="connsiteX1" fmla="*/ 10561656 w 10562072"/>
              <a:gd name="connsiteY1" fmla="*/ 1798289 h 2685985"/>
              <a:gd name="connsiteX2" fmla="*/ 10561157 w 10562072"/>
              <a:gd name="connsiteY2" fmla="*/ 1889181 h 2685985"/>
              <a:gd name="connsiteX3" fmla="*/ 2317558 w 10562072"/>
              <a:gd name="connsiteY3" fmla="*/ 1887329 h 2685985"/>
              <a:gd name="connsiteX4" fmla="*/ 1180889 w 10562072"/>
              <a:gd name="connsiteY4" fmla="*/ 2685985 h 2685985"/>
              <a:gd name="connsiteX5" fmla="*/ 0 w 10562072"/>
              <a:gd name="connsiteY5" fmla="*/ 1901882 h 2685985"/>
              <a:gd name="connsiteX6" fmla="*/ 267371 w 10562072"/>
              <a:gd name="connsiteY6" fmla="*/ 0 h 2685985"/>
              <a:gd name="connsiteX0" fmla="*/ 1331 w 10562072"/>
              <a:gd name="connsiteY0" fmla="*/ 0 h 2955377"/>
              <a:gd name="connsiteX1" fmla="*/ 10561656 w 10562072"/>
              <a:gd name="connsiteY1" fmla="*/ 2067681 h 2955377"/>
              <a:gd name="connsiteX2" fmla="*/ 10561157 w 10562072"/>
              <a:gd name="connsiteY2" fmla="*/ 2158573 h 2955377"/>
              <a:gd name="connsiteX3" fmla="*/ 2317558 w 10562072"/>
              <a:gd name="connsiteY3" fmla="*/ 2156721 h 2955377"/>
              <a:gd name="connsiteX4" fmla="*/ 1180889 w 10562072"/>
              <a:gd name="connsiteY4" fmla="*/ 2955377 h 2955377"/>
              <a:gd name="connsiteX5" fmla="*/ 0 w 10562072"/>
              <a:gd name="connsiteY5" fmla="*/ 2171274 h 2955377"/>
              <a:gd name="connsiteX6" fmla="*/ 1331 w 10562072"/>
              <a:gd name="connsiteY6" fmla="*/ 0 h 2955377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2317558 w 10562072"/>
              <a:gd name="connsiteY3" fmla="*/ 2159512 h 2958168"/>
              <a:gd name="connsiteX4" fmla="*/ 1180889 w 10562072"/>
              <a:gd name="connsiteY4" fmla="*/ 2958168 h 2958168"/>
              <a:gd name="connsiteX5" fmla="*/ 0 w 10562072"/>
              <a:gd name="connsiteY5" fmla="*/ 2174065 h 2958168"/>
              <a:gd name="connsiteX6" fmla="*/ 1331 w 10562072"/>
              <a:gd name="connsiteY6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7"/>
              <a:gd name="connsiteY0" fmla="*/ 2791 h 2958168"/>
              <a:gd name="connsiteX1" fmla="*/ 10561655 w 10561657"/>
              <a:gd name="connsiteY1" fmla="*/ 0 h 2958168"/>
              <a:gd name="connsiteX2" fmla="*/ 10469943 w 10561657"/>
              <a:gd name="connsiteY2" fmla="*/ 668161 h 2958168"/>
              <a:gd name="connsiteX3" fmla="*/ 9288594 w 10561657"/>
              <a:gd name="connsiteY3" fmla="*/ 2153103 h 2958168"/>
              <a:gd name="connsiteX4" fmla="*/ 2317558 w 10561657"/>
              <a:gd name="connsiteY4" fmla="*/ 2159512 h 2958168"/>
              <a:gd name="connsiteX5" fmla="*/ 1180889 w 10561657"/>
              <a:gd name="connsiteY5" fmla="*/ 2958168 h 2958168"/>
              <a:gd name="connsiteX6" fmla="*/ 0 w 10561657"/>
              <a:gd name="connsiteY6" fmla="*/ 2174065 h 2958168"/>
              <a:gd name="connsiteX7" fmla="*/ 1331 w 10561657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68641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5"/>
              <a:gd name="connsiteY0" fmla="*/ 2791 h 2958168"/>
              <a:gd name="connsiteX1" fmla="*/ 10561655 w 10561655"/>
              <a:gd name="connsiteY1" fmla="*/ 0 h 2958168"/>
              <a:gd name="connsiteX2" fmla="*/ 10196302 w 10561655"/>
              <a:gd name="connsiteY2" fmla="*/ 1183855 h 2958168"/>
              <a:gd name="connsiteX3" fmla="*/ 9288594 w 10561655"/>
              <a:gd name="connsiteY3" fmla="*/ 2153103 h 2958168"/>
              <a:gd name="connsiteX4" fmla="*/ 2317558 w 10561655"/>
              <a:gd name="connsiteY4" fmla="*/ 2159512 h 2958168"/>
              <a:gd name="connsiteX5" fmla="*/ 1180889 w 10561655"/>
              <a:gd name="connsiteY5" fmla="*/ 2958168 h 2958168"/>
              <a:gd name="connsiteX6" fmla="*/ 0 w 10561655"/>
              <a:gd name="connsiteY6" fmla="*/ 2174065 h 2958168"/>
              <a:gd name="connsiteX7" fmla="*/ 1331 w 10561655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411"/>
              <a:gd name="connsiteY0" fmla="*/ 2791 h 3881172"/>
              <a:gd name="connsiteX1" fmla="*/ 10561655 w 10562411"/>
              <a:gd name="connsiteY1" fmla="*/ 0 h 3881172"/>
              <a:gd name="connsiteX2" fmla="*/ 10561157 w 10562411"/>
              <a:gd name="connsiteY2" fmla="*/ 1476338 h 3881172"/>
              <a:gd name="connsiteX3" fmla="*/ 9288594 w 10562411"/>
              <a:gd name="connsiteY3" fmla="*/ 2153103 h 3881172"/>
              <a:gd name="connsiteX4" fmla="*/ 2317558 w 10562411"/>
              <a:gd name="connsiteY4" fmla="*/ 2159512 h 3881172"/>
              <a:gd name="connsiteX5" fmla="*/ 1180889 w 10562411"/>
              <a:gd name="connsiteY5" fmla="*/ 2958168 h 3881172"/>
              <a:gd name="connsiteX6" fmla="*/ 0 w 10562411"/>
              <a:gd name="connsiteY6" fmla="*/ 2174065 h 3881172"/>
              <a:gd name="connsiteX7" fmla="*/ 1331 w 10562411"/>
              <a:gd name="connsiteY7" fmla="*/ 2791 h 3881172"/>
              <a:gd name="connsiteX0" fmla="*/ 1331 w 10562411"/>
              <a:gd name="connsiteY0" fmla="*/ 2791 h 4143392"/>
              <a:gd name="connsiteX1" fmla="*/ 10561655 w 10562411"/>
              <a:gd name="connsiteY1" fmla="*/ 0 h 4143392"/>
              <a:gd name="connsiteX2" fmla="*/ 10561157 w 10562411"/>
              <a:gd name="connsiteY2" fmla="*/ 1476338 h 4143392"/>
              <a:gd name="connsiteX3" fmla="*/ 9288594 w 10562411"/>
              <a:gd name="connsiteY3" fmla="*/ 2153103 h 4143392"/>
              <a:gd name="connsiteX4" fmla="*/ 2317558 w 10562411"/>
              <a:gd name="connsiteY4" fmla="*/ 2159512 h 4143392"/>
              <a:gd name="connsiteX5" fmla="*/ 1180889 w 10562411"/>
              <a:gd name="connsiteY5" fmla="*/ 2958168 h 4143392"/>
              <a:gd name="connsiteX6" fmla="*/ 0 w 10562411"/>
              <a:gd name="connsiteY6" fmla="*/ 2174065 h 4143392"/>
              <a:gd name="connsiteX7" fmla="*/ 1331 w 10562411"/>
              <a:gd name="connsiteY7" fmla="*/ 2791 h 4143392"/>
              <a:gd name="connsiteX0" fmla="*/ 19804 w 10580884"/>
              <a:gd name="connsiteY0" fmla="*/ 2791 h 4143392"/>
              <a:gd name="connsiteX1" fmla="*/ 10580128 w 10580884"/>
              <a:gd name="connsiteY1" fmla="*/ 0 h 4143392"/>
              <a:gd name="connsiteX2" fmla="*/ 10579630 w 10580884"/>
              <a:gd name="connsiteY2" fmla="*/ 1476338 h 4143392"/>
              <a:gd name="connsiteX3" fmla="*/ 9307067 w 10580884"/>
              <a:gd name="connsiteY3" fmla="*/ 2153103 h 4143392"/>
              <a:gd name="connsiteX4" fmla="*/ 2336031 w 10580884"/>
              <a:gd name="connsiteY4" fmla="*/ 2159512 h 4143392"/>
              <a:gd name="connsiteX5" fmla="*/ 1199362 w 10580884"/>
              <a:gd name="connsiteY5" fmla="*/ 2958168 h 4143392"/>
              <a:gd name="connsiteX6" fmla="*/ 0 w 10580884"/>
              <a:gd name="connsiteY6" fmla="*/ 3726419 h 4143392"/>
              <a:gd name="connsiteX7" fmla="*/ 19804 w 10580884"/>
              <a:gd name="connsiteY7" fmla="*/ 2791 h 4143392"/>
              <a:gd name="connsiteX0" fmla="*/ 19804 w 10580884"/>
              <a:gd name="connsiteY0" fmla="*/ 2791 h 4143392"/>
              <a:gd name="connsiteX1" fmla="*/ 10580128 w 10580884"/>
              <a:gd name="connsiteY1" fmla="*/ 0 h 4143392"/>
              <a:gd name="connsiteX2" fmla="*/ 10579630 w 10580884"/>
              <a:gd name="connsiteY2" fmla="*/ 1476338 h 4143392"/>
              <a:gd name="connsiteX3" fmla="*/ 9307067 w 10580884"/>
              <a:gd name="connsiteY3" fmla="*/ 2153103 h 4143392"/>
              <a:gd name="connsiteX4" fmla="*/ 2283533 w 10580884"/>
              <a:gd name="connsiteY4" fmla="*/ 3711866 h 4143392"/>
              <a:gd name="connsiteX5" fmla="*/ 1199362 w 10580884"/>
              <a:gd name="connsiteY5" fmla="*/ 2958168 h 4143392"/>
              <a:gd name="connsiteX6" fmla="*/ 0 w 10580884"/>
              <a:gd name="connsiteY6" fmla="*/ 3726419 h 4143392"/>
              <a:gd name="connsiteX7" fmla="*/ 19804 w 10580884"/>
              <a:gd name="connsiteY7" fmla="*/ 2791 h 4143392"/>
              <a:gd name="connsiteX0" fmla="*/ 19804 w 10580884"/>
              <a:gd name="connsiteY0" fmla="*/ 2791 h 4143392"/>
              <a:gd name="connsiteX1" fmla="*/ 10580128 w 10580884"/>
              <a:gd name="connsiteY1" fmla="*/ 0 h 4143392"/>
              <a:gd name="connsiteX2" fmla="*/ 10579630 w 10580884"/>
              <a:gd name="connsiteY2" fmla="*/ 1476338 h 4143392"/>
              <a:gd name="connsiteX3" fmla="*/ 9013072 w 10580884"/>
              <a:gd name="connsiteY3" fmla="*/ 3716089 h 4143392"/>
              <a:gd name="connsiteX4" fmla="*/ 2283533 w 10580884"/>
              <a:gd name="connsiteY4" fmla="*/ 3711866 h 4143392"/>
              <a:gd name="connsiteX5" fmla="*/ 1199362 w 10580884"/>
              <a:gd name="connsiteY5" fmla="*/ 2958168 h 4143392"/>
              <a:gd name="connsiteX6" fmla="*/ 0 w 10580884"/>
              <a:gd name="connsiteY6" fmla="*/ 3726419 h 4143392"/>
              <a:gd name="connsiteX7" fmla="*/ 19804 w 10580884"/>
              <a:gd name="connsiteY7" fmla="*/ 2791 h 4143392"/>
              <a:gd name="connsiteX0" fmla="*/ 19804 w 10580641"/>
              <a:gd name="connsiteY0" fmla="*/ 2791 h 4143392"/>
              <a:gd name="connsiteX1" fmla="*/ 10580128 w 10580641"/>
              <a:gd name="connsiteY1" fmla="*/ 0 h 4143392"/>
              <a:gd name="connsiteX2" fmla="*/ 10559884 w 10580641"/>
              <a:gd name="connsiteY2" fmla="*/ 3400831 h 4143392"/>
              <a:gd name="connsiteX3" fmla="*/ 9013072 w 10580641"/>
              <a:gd name="connsiteY3" fmla="*/ 3716089 h 4143392"/>
              <a:gd name="connsiteX4" fmla="*/ 2283533 w 10580641"/>
              <a:gd name="connsiteY4" fmla="*/ 3711866 h 4143392"/>
              <a:gd name="connsiteX5" fmla="*/ 1199362 w 10580641"/>
              <a:gd name="connsiteY5" fmla="*/ 2958168 h 4143392"/>
              <a:gd name="connsiteX6" fmla="*/ 0 w 10580641"/>
              <a:gd name="connsiteY6" fmla="*/ 3726419 h 4143392"/>
              <a:gd name="connsiteX7" fmla="*/ 19804 w 10580641"/>
              <a:gd name="connsiteY7" fmla="*/ 2791 h 4143392"/>
              <a:gd name="connsiteX0" fmla="*/ 19804 w 10580641"/>
              <a:gd name="connsiteY0" fmla="*/ 2791 h 4625733"/>
              <a:gd name="connsiteX1" fmla="*/ 10580128 w 10580641"/>
              <a:gd name="connsiteY1" fmla="*/ 0 h 4625733"/>
              <a:gd name="connsiteX2" fmla="*/ 10559883 w 10580641"/>
              <a:gd name="connsiteY2" fmla="*/ 3953724 h 4625733"/>
              <a:gd name="connsiteX3" fmla="*/ 9013072 w 10580641"/>
              <a:gd name="connsiteY3" fmla="*/ 3716089 h 4625733"/>
              <a:gd name="connsiteX4" fmla="*/ 2283533 w 10580641"/>
              <a:gd name="connsiteY4" fmla="*/ 3711866 h 4625733"/>
              <a:gd name="connsiteX5" fmla="*/ 1199362 w 10580641"/>
              <a:gd name="connsiteY5" fmla="*/ 2958168 h 4625733"/>
              <a:gd name="connsiteX6" fmla="*/ 0 w 10580641"/>
              <a:gd name="connsiteY6" fmla="*/ 3726419 h 4625733"/>
              <a:gd name="connsiteX7" fmla="*/ 19804 w 10580641"/>
              <a:gd name="connsiteY7" fmla="*/ 2791 h 4625733"/>
              <a:gd name="connsiteX0" fmla="*/ 19804 w 10580641"/>
              <a:gd name="connsiteY0" fmla="*/ 2791 h 4143392"/>
              <a:gd name="connsiteX1" fmla="*/ 10580128 w 10580641"/>
              <a:gd name="connsiteY1" fmla="*/ 0 h 4143392"/>
              <a:gd name="connsiteX2" fmla="*/ 10559883 w 10580641"/>
              <a:gd name="connsiteY2" fmla="*/ 3953724 h 4143392"/>
              <a:gd name="connsiteX3" fmla="*/ 9013072 w 10580641"/>
              <a:gd name="connsiteY3" fmla="*/ 3716089 h 4143392"/>
              <a:gd name="connsiteX4" fmla="*/ 2283533 w 10580641"/>
              <a:gd name="connsiteY4" fmla="*/ 3711866 h 4143392"/>
              <a:gd name="connsiteX5" fmla="*/ 1199362 w 10580641"/>
              <a:gd name="connsiteY5" fmla="*/ 2958168 h 4143392"/>
              <a:gd name="connsiteX6" fmla="*/ 0 w 10580641"/>
              <a:gd name="connsiteY6" fmla="*/ 3726419 h 4143392"/>
              <a:gd name="connsiteX7" fmla="*/ 19804 w 10580641"/>
              <a:gd name="connsiteY7" fmla="*/ 2791 h 4143392"/>
              <a:gd name="connsiteX0" fmla="*/ 19804 w 10580641"/>
              <a:gd name="connsiteY0" fmla="*/ 2791 h 4143392"/>
              <a:gd name="connsiteX1" fmla="*/ 10580128 w 10580641"/>
              <a:gd name="connsiteY1" fmla="*/ 0 h 4143392"/>
              <a:gd name="connsiteX2" fmla="*/ 10559883 w 10580641"/>
              <a:gd name="connsiteY2" fmla="*/ 3953724 h 4143392"/>
              <a:gd name="connsiteX3" fmla="*/ 9013072 w 10580641"/>
              <a:gd name="connsiteY3" fmla="*/ 3716089 h 4143392"/>
              <a:gd name="connsiteX4" fmla="*/ 2283533 w 10580641"/>
              <a:gd name="connsiteY4" fmla="*/ 3711866 h 4143392"/>
              <a:gd name="connsiteX5" fmla="*/ 1199362 w 10580641"/>
              <a:gd name="connsiteY5" fmla="*/ 2958168 h 4143392"/>
              <a:gd name="connsiteX6" fmla="*/ 0 w 10580641"/>
              <a:gd name="connsiteY6" fmla="*/ 3726419 h 4143392"/>
              <a:gd name="connsiteX7" fmla="*/ 19804 w 10580641"/>
              <a:gd name="connsiteY7" fmla="*/ 2791 h 4143392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26419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26419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26419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26419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79582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79582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79582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37052 h 3953724"/>
              <a:gd name="connsiteX7" fmla="*/ 19804 w 10580641"/>
              <a:gd name="connsiteY7" fmla="*/ 2791 h 3953724"/>
              <a:gd name="connsiteX0" fmla="*/ 0 w 10581837"/>
              <a:gd name="connsiteY0" fmla="*/ 13424 h 3953724"/>
              <a:gd name="connsiteX1" fmla="*/ 10581324 w 10581837"/>
              <a:gd name="connsiteY1" fmla="*/ 0 h 3953724"/>
              <a:gd name="connsiteX2" fmla="*/ 10561079 w 10581837"/>
              <a:gd name="connsiteY2" fmla="*/ 3953724 h 3953724"/>
              <a:gd name="connsiteX3" fmla="*/ 9014268 w 10581837"/>
              <a:gd name="connsiteY3" fmla="*/ 3716089 h 3953724"/>
              <a:gd name="connsiteX4" fmla="*/ 2284729 w 10581837"/>
              <a:gd name="connsiteY4" fmla="*/ 3711866 h 3953724"/>
              <a:gd name="connsiteX5" fmla="*/ 1200558 w 10581837"/>
              <a:gd name="connsiteY5" fmla="*/ 2958168 h 3953724"/>
              <a:gd name="connsiteX6" fmla="*/ 1196 w 10581837"/>
              <a:gd name="connsiteY6" fmla="*/ 3737052 h 3953724"/>
              <a:gd name="connsiteX7" fmla="*/ 0 w 10581837"/>
              <a:gd name="connsiteY7" fmla="*/ 13424 h 3953724"/>
              <a:gd name="connsiteX0" fmla="*/ 0 w 10562333"/>
              <a:gd name="connsiteY0" fmla="*/ 24056 h 3964356"/>
              <a:gd name="connsiteX1" fmla="*/ 10549824 w 10562333"/>
              <a:gd name="connsiteY1" fmla="*/ 0 h 3964356"/>
              <a:gd name="connsiteX2" fmla="*/ 10561079 w 10562333"/>
              <a:gd name="connsiteY2" fmla="*/ 3964356 h 3964356"/>
              <a:gd name="connsiteX3" fmla="*/ 9014268 w 10562333"/>
              <a:gd name="connsiteY3" fmla="*/ 3726721 h 3964356"/>
              <a:gd name="connsiteX4" fmla="*/ 2284729 w 10562333"/>
              <a:gd name="connsiteY4" fmla="*/ 3722498 h 3964356"/>
              <a:gd name="connsiteX5" fmla="*/ 1200558 w 10562333"/>
              <a:gd name="connsiteY5" fmla="*/ 2968800 h 3964356"/>
              <a:gd name="connsiteX6" fmla="*/ 1196 w 10562333"/>
              <a:gd name="connsiteY6" fmla="*/ 3747684 h 3964356"/>
              <a:gd name="connsiteX7" fmla="*/ 0 w 10562333"/>
              <a:gd name="connsiteY7" fmla="*/ 24056 h 3964356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1196 w 10562333"/>
              <a:gd name="connsiteY6" fmla="*/ 3768949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1196 w 10562333"/>
              <a:gd name="connsiteY6" fmla="*/ 3768949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1196 w 10562333"/>
              <a:gd name="connsiteY6" fmla="*/ 3768949 h 3985621"/>
              <a:gd name="connsiteX7" fmla="*/ 0 w 10562333"/>
              <a:gd name="connsiteY7" fmla="*/ 45321 h 3985621"/>
              <a:gd name="connsiteX0" fmla="*/ 0 w 10562333"/>
              <a:gd name="connsiteY0" fmla="*/ 628158 h 4568458"/>
              <a:gd name="connsiteX1" fmla="*/ 10518325 w 10562333"/>
              <a:gd name="connsiteY1" fmla="*/ 582837 h 4568458"/>
              <a:gd name="connsiteX2" fmla="*/ 10561079 w 10562333"/>
              <a:gd name="connsiteY2" fmla="*/ 4568458 h 4568458"/>
              <a:gd name="connsiteX3" fmla="*/ 9014268 w 10562333"/>
              <a:gd name="connsiteY3" fmla="*/ 4330823 h 4568458"/>
              <a:gd name="connsiteX4" fmla="*/ 2284729 w 10562333"/>
              <a:gd name="connsiteY4" fmla="*/ 4326600 h 4568458"/>
              <a:gd name="connsiteX5" fmla="*/ 1200558 w 10562333"/>
              <a:gd name="connsiteY5" fmla="*/ 3572902 h 4568458"/>
              <a:gd name="connsiteX6" fmla="*/ 1196 w 10562333"/>
              <a:gd name="connsiteY6" fmla="*/ 4351786 h 4568458"/>
              <a:gd name="connsiteX7" fmla="*/ 0 w 10562333"/>
              <a:gd name="connsiteY7" fmla="*/ 628158 h 4568458"/>
              <a:gd name="connsiteX0" fmla="*/ 0 w 10562333"/>
              <a:gd name="connsiteY0" fmla="*/ 628158 h 4568458"/>
              <a:gd name="connsiteX1" fmla="*/ 10518325 w 10562333"/>
              <a:gd name="connsiteY1" fmla="*/ 582837 h 4568458"/>
              <a:gd name="connsiteX2" fmla="*/ 10561079 w 10562333"/>
              <a:gd name="connsiteY2" fmla="*/ 4568458 h 4568458"/>
              <a:gd name="connsiteX3" fmla="*/ 9014268 w 10562333"/>
              <a:gd name="connsiteY3" fmla="*/ 4330823 h 4568458"/>
              <a:gd name="connsiteX4" fmla="*/ 2284729 w 10562333"/>
              <a:gd name="connsiteY4" fmla="*/ 4326600 h 4568458"/>
              <a:gd name="connsiteX5" fmla="*/ 1200558 w 10562333"/>
              <a:gd name="connsiteY5" fmla="*/ 3572902 h 4568458"/>
              <a:gd name="connsiteX6" fmla="*/ 1196 w 10562333"/>
              <a:gd name="connsiteY6" fmla="*/ 4351786 h 4568458"/>
              <a:gd name="connsiteX7" fmla="*/ 0 w 10562333"/>
              <a:gd name="connsiteY7" fmla="*/ 628158 h 4568458"/>
              <a:gd name="connsiteX0" fmla="*/ 0 w 10562333"/>
              <a:gd name="connsiteY0" fmla="*/ 628158 h 4568458"/>
              <a:gd name="connsiteX1" fmla="*/ 10518325 w 10562333"/>
              <a:gd name="connsiteY1" fmla="*/ 582837 h 4568458"/>
              <a:gd name="connsiteX2" fmla="*/ 10561079 w 10562333"/>
              <a:gd name="connsiteY2" fmla="*/ 4568458 h 4568458"/>
              <a:gd name="connsiteX3" fmla="*/ 9014268 w 10562333"/>
              <a:gd name="connsiteY3" fmla="*/ 4330823 h 4568458"/>
              <a:gd name="connsiteX4" fmla="*/ 2284729 w 10562333"/>
              <a:gd name="connsiteY4" fmla="*/ 4326600 h 4568458"/>
              <a:gd name="connsiteX5" fmla="*/ 1200558 w 10562333"/>
              <a:gd name="connsiteY5" fmla="*/ 3572902 h 4568458"/>
              <a:gd name="connsiteX6" fmla="*/ 1196 w 10562333"/>
              <a:gd name="connsiteY6" fmla="*/ 4351786 h 4568458"/>
              <a:gd name="connsiteX7" fmla="*/ 0 w 10562333"/>
              <a:gd name="connsiteY7" fmla="*/ 628158 h 4568458"/>
              <a:gd name="connsiteX0" fmla="*/ 0 w 10562333"/>
              <a:gd name="connsiteY0" fmla="*/ 628158 h 4568458"/>
              <a:gd name="connsiteX1" fmla="*/ 10518325 w 10562333"/>
              <a:gd name="connsiteY1" fmla="*/ 582837 h 4568458"/>
              <a:gd name="connsiteX2" fmla="*/ 10561079 w 10562333"/>
              <a:gd name="connsiteY2" fmla="*/ 4568458 h 4568458"/>
              <a:gd name="connsiteX3" fmla="*/ 9014268 w 10562333"/>
              <a:gd name="connsiteY3" fmla="*/ 4330823 h 4568458"/>
              <a:gd name="connsiteX4" fmla="*/ 2284729 w 10562333"/>
              <a:gd name="connsiteY4" fmla="*/ 4326600 h 4568458"/>
              <a:gd name="connsiteX5" fmla="*/ 1200558 w 10562333"/>
              <a:gd name="connsiteY5" fmla="*/ 3572902 h 4568458"/>
              <a:gd name="connsiteX6" fmla="*/ 1196 w 10562333"/>
              <a:gd name="connsiteY6" fmla="*/ 4351786 h 4568458"/>
              <a:gd name="connsiteX7" fmla="*/ 0 w 10562333"/>
              <a:gd name="connsiteY7" fmla="*/ 628158 h 4568458"/>
              <a:gd name="connsiteX0" fmla="*/ 0 w 10562333"/>
              <a:gd name="connsiteY0" fmla="*/ 112921 h 4053221"/>
              <a:gd name="connsiteX1" fmla="*/ 10518325 w 10562333"/>
              <a:gd name="connsiteY1" fmla="*/ 67600 h 4053221"/>
              <a:gd name="connsiteX2" fmla="*/ 10561079 w 10562333"/>
              <a:gd name="connsiteY2" fmla="*/ 4053221 h 4053221"/>
              <a:gd name="connsiteX3" fmla="*/ 9014268 w 10562333"/>
              <a:gd name="connsiteY3" fmla="*/ 3815586 h 4053221"/>
              <a:gd name="connsiteX4" fmla="*/ 2284729 w 10562333"/>
              <a:gd name="connsiteY4" fmla="*/ 3811363 h 4053221"/>
              <a:gd name="connsiteX5" fmla="*/ 1200558 w 10562333"/>
              <a:gd name="connsiteY5" fmla="*/ 3057665 h 4053221"/>
              <a:gd name="connsiteX6" fmla="*/ 1196 w 10562333"/>
              <a:gd name="connsiteY6" fmla="*/ 3836549 h 4053221"/>
              <a:gd name="connsiteX7" fmla="*/ 0 w 10562333"/>
              <a:gd name="connsiteY7" fmla="*/ 112921 h 4053221"/>
              <a:gd name="connsiteX0" fmla="*/ 0 w 10562333"/>
              <a:gd name="connsiteY0" fmla="*/ 112921 h 4053221"/>
              <a:gd name="connsiteX1" fmla="*/ 10518325 w 10562333"/>
              <a:gd name="connsiteY1" fmla="*/ 67600 h 4053221"/>
              <a:gd name="connsiteX2" fmla="*/ 10561079 w 10562333"/>
              <a:gd name="connsiteY2" fmla="*/ 4053221 h 4053221"/>
              <a:gd name="connsiteX3" fmla="*/ 9014268 w 10562333"/>
              <a:gd name="connsiteY3" fmla="*/ 3815586 h 4053221"/>
              <a:gd name="connsiteX4" fmla="*/ 2284729 w 10562333"/>
              <a:gd name="connsiteY4" fmla="*/ 3811363 h 4053221"/>
              <a:gd name="connsiteX5" fmla="*/ 1200558 w 10562333"/>
              <a:gd name="connsiteY5" fmla="*/ 3057665 h 4053221"/>
              <a:gd name="connsiteX6" fmla="*/ 1196 w 10562333"/>
              <a:gd name="connsiteY6" fmla="*/ 3836549 h 4053221"/>
              <a:gd name="connsiteX7" fmla="*/ 0 w 10562333"/>
              <a:gd name="connsiteY7" fmla="*/ 112921 h 40532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1196 w 10562333"/>
              <a:gd name="connsiteY6" fmla="*/ 3768949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1196 w 10562333"/>
              <a:gd name="connsiteY6" fmla="*/ 3768949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34689 h 3974989"/>
              <a:gd name="connsiteX1" fmla="*/ 10559884 w 10562333"/>
              <a:gd name="connsiteY1" fmla="*/ 0 h 3974989"/>
              <a:gd name="connsiteX2" fmla="*/ 10561079 w 10562333"/>
              <a:gd name="connsiteY2" fmla="*/ 3974989 h 3974989"/>
              <a:gd name="connsiteX3" fmla="*/ 9024769 w 10562333"/>
              <a:gd name="connsiteY3" fmla="*/ 3716089 h 3974989"/>
              <a:gd name="connsiteX4" fmla="*/ 2295230 w 10562333"/>
              <a:gd name="connsiteY4" fmla="*/ 3701233 h 3974989"/>
              <a:gd name="connsiteX5" fmla="*/ 1200558 w 10562333"/>
              <a:gd name="connsiteY5" fmla="*/ 2979433 h 3974989"/>
              <a:gd name="connsiteX6" fmla="*/ 0 w 10562333"/>
              <a:gd name="connsiteY6" fmla="*/ 3694522 h 3974989"/>
              <a:gd name="connsiteX7" fmla="*/ 0 w 10562333"/>
              <a:gd name="connsiteY7" fmla="*/ 34689 h 3974989"/>
              <a:gd name="connsiteX0" fmla="*/ 0 w 10562333"/>
              <a:gd name="connsiteY0" fmla="*/ 34689 h 3974989"/>
              <a:gd name="connsiteX1" fmla="*/ 10559884 w 10562333"/>
              <a:gd name="connsiteY1" fmla="*/ 0 h 3974989"/>
              <a:gd name="connsiteX2" fmla="*/ 10561079 w 10562333"/>
              <a:gd name="connsiteY2" fmla="*/ 3974989 h 3974989"/>
              <a:gd name="connsiteX3" fmla="*/ 9024769 w 10562333"/>
              <a:gd name="connsiteY3" fmla="*/ 3716089 h 3974989"/>
              <a:gd name="connsiteX4" fmla="*/ 2295230 w 10562333"/>
              <a:gd name="connsiteY4" fmla="*/ 3701233 h 3974989"/>
              <a:gd name="connsiteX5" fmla="*/ 1200558 w 10562333"/>
              <a:gd name="connsiteY5" fmla="*/ 2979433 h 3974989"/>
              <a:gd name="connsiteX6" fmla="*/ 0 w 10562333"/>
              <a:gd name="connsiteY6" fmla="*/ 3694522 h 3974989"/>
              <a:gd name="connsiteX7" fmla="*/ 0 w 10562333"/>
              <a:gd name="connsiteY7" fmla="*/ 34689 h 3974989"/>
              <a:gd name="connsiteX0" fmla="*/ 0 w 10562333"/>
              <a:gd name="connsiteY0" fmla="*/ 34689 h 3974989"/>
              <a:gd name="connsiteX1" fmla="*/ 10559884 w 10562333"/>
              <a:gd name="connsiteY1" fmla="*/ 0 h 3974989"/>
              <a:gd name="connsiteX2" fmla="*/ 10561079 w 10562333"/>
              <a:gd name="connsiteY2" fmla="*/ 3974989 h 3974989"/>
              <a:gd name="connsiteX3" fmla="*/ 9024769 w 10562333"/>
              <a:gd name="connsiteY3" fmla="*/ 3716089 h 3974989"/>
              <a:gd name="connsiteX4" fmla="*/ 2295230 w 10562333"/>
              <a:gd name="connsiteY4" fmla="*/ 3701233 h 3974989"/>
              <a:gd name="connsiteX5" fmla="*/ 1200558 w 10562333"/>
              <a:gd name="connsiteY5" fmla="*/ 2979433 h 3974989"/>
              <a:gd name="connsiteX6" fmla="*/ 0 w 10562333"/>
              <a:gd name="connsiteY6" fmla="*/ 3694522 h 3974989"/>
              <a:gd name="connsiteX7" fmla="*/ 0 w 10562333"/>
              <a:gd name="connsiteY7" fmla="*/ 34689 h 3974989"/>
              <a:gd name="connsiteX0" fmla="*/ 0 w 10562333"/>
              <a:gd name="connsiteY0" fmla="*/ 32735 h 4026198"/>
              <a:gd name="connsiteX1" fmla="*/ 10559884 w 10562333"/>
              <a:gd name="connsiteY1" fmla="*/ 51209 h 4026198"/>
              <a:gd name="connsiteX2" fmla="*/ 10561079 w 10562333"/>
              <a:gd name="connsiteY2" fmla="*/ 4026198 h 4026198"/>
              <a:gd name="connsiteX3" fmla="*/ 9024769 w 10562333"/>
              <a:gd name="connsiteY3" fmla="*/ 3767298 h 4026198"/>
              <a:gd name="connsiteX4" fmla="*/ 2295230 w 10562333"/>
              <a:gd name="connsiteY4" fmla="*/ 3752442 h 4026198"/>
              <a:gd name="connsiteX5" fmla="*/ 1200558 w 10562333"/>
              <a:gd name="connsiteY5" fmla="*/ 3030642 h 4026198"/>
              <a:gd name="connsiteX6" fmla="*/ 0 w 10562333"/>
              <a:gd name="connsiteY6" fmla="*/ 3745731 h 4026198"/>
              <a:gd name="connsiteX7" fmla="*/ 0 w 10562333"/>
              <a:gd name="connsiteY7" fmla="*/ 32735 h 4026198"/>
              <a:gd name="connsiteX0" fmla="*/ 0 w 10562333"/>
              <a:gd name="connsiteY0" fmla="*/ 32735 h 4026198"/>
              <a:gd name="connsiteX1" fmla="*/ 10559884 w 10562333"/>
              <a:gd name="connsiteY1" fmla="*/ 51209 h 4026198"/>
              <a:gd name="connsiteX2" fmla="*/ 10561079 w 10562333"/>
              <a:gd name="connsiteY2" fmla="*/ 4026198 h 4026198"/>
              <a:gd name="connsiteX3" fmla="*/ 9024769 w 10562333"/>
              <a:gd name="connsiteY3" fmla="*/ 3767298 h 4026198"/>
              <a:gd name="connsiteX4" fmla="*/ 2295230 w 10562333"/>
              <a:gd name="connsiteY4" fmla="*/ 3752442 h 4026198"/>
              <a:gd name="connsiteX5" fmla="*/ 1200558 w 10562333"/>
              <a:gd name="connsiteY5" fmla="*/ 3030642 h 4026198"/>
              <a:gd name="connsiteX6" fmla="*/ 0 w 10562333"/>
              <a:gd name="connsiteY6" fmla="*/ 3745731 h 4026198"/>
              <a:gd name="connsiteX7" fmla="*/ 0 w 10562333"/>
              <a:gd name="connsiteY7" fmla="*/ 32735 h 4026198"/>
              <a:gd name="connsiteX0" fmla="*/ 10559884 w 10650182"/>
              <a:gd name="connsiteY0" fmla="*/ 18474 h 3993463"/>
              <a:gd name="connsiteX1" fmla="*/ 10561079 w 10650182"/>
              <a:gd name="connsiteY1" fmla="*/ 3993463 h 3993463"/>
              <a:gd name="connsiteX2" fmla="*/ 9024769 w 10650182"/>
              <a:gd name="connsiteY2" fmla="*/ 3734563 h 3993463"/>
              <a:gd name="connsiteX3" fmla="*/ 2295230 w 10650182"/>
              <a:gd name="connsiteY3" fmla="*/ 3719707 h 3993463"/>
              <a:gd name="connsiteX4" fmla="*/ 1200558 w 10650182"/>
              <a:gd name="connsiteY4" fmla="*/ 2997907 h 3993463"/>
              <a:gd name="connsiteX5" fmla="*/ 0 w 10650182"/>
              <a:gd name="connsiteY5" fmla="*/ 3712996 h 3993463"/>
              <a:gd name="connsiteX6" fmla="*/ 0 w 10650182"/>
              <a:gd name="connsiteY6" fmla="*/ 0 h 3993463"/>
              <a:gd name="connsiteX7" fmla="*/ 10650182 w 10650182"/>
              <a:gd name="connsiteY7" fmla="*/ 109914 h 3993463"/>
              <a:gd name="connsiteX0" fmla="*/ 10559884 w 10562333"/>
              <a:gd name="connsiteY0" fmla="*/ 18474 h 3993463"/>
              <a:gd name="connsiteX1" fmla="*/ 10561079 w 10562333"/>
              <a:gd name="connsiteY1" fmla="*/ 3993463 h 3993463"/>
              <a:gd name="connsiteX2" fmla="*/ 9024769 w 10562333"/>
              <a:gd name="connsiteY2" fmla="*/ 3734563 h 3993463"/>
              <a:gd name="connsiteX3" fmla="*/ 2295230 w 10562333"/>
              <a:gd name="connsiteY3" fmla="*/ 3719707 h 3993463"/>
              <a:gd name="connsiteX4" fmla="*/ 1200558 w 10562333"/>
              <a:gd name="connsiteY4" fmla="*/ 2997907 h 3993463"/>
              <a:gd name="connsiteX5" fmla="*/ 0 w 10562333"/>
              <a:gd name="connsiteY5" fmla="*/ 3712996 h 3993463"/>
              <a:gd name="connsiteX6" fmla="*/ 0 w 10562333"/>
              <a:gd name="connsiteY6" fmla="*/ 0 h 3993463"/>
              <a:gd name="connsiteX7" fmla="*/ 10285606 w 10562333"/>
              <a:gd name="connsiteY7" fmla="*/ 418258 h 3993463"/>
              <a:gd name="connsiteX0" fmla="*/ 10559884 w 10562333"/>
              <a:gd name="connsiteY0" fmla="*/ 18474 h 3993463"/>
              <a:gd name="connsiteX1" fmla="*/ 10561079 w 10562333"/>
              <a:gd name="connsiteY1" fmla="*/ 3993463 h 3993463"/>
              <a:gd name="connsiteX2" fmla="*/ 9024769 w 10562333"/>
              <a:gd name="connsiteY2" fmla="*/ 3734563 h 3993463"/>
              <a:gd name="connsiteX3" fmla="*/ 2295230 w 10562333"/>
              <a:gd name="connsiteY3" fmla="*/ 3719707 h 3993463"/>
              <a:gd name="connsiteX4" fmla="*/ 1200558 w 10562333"/>
              <a:gd name="connsiteY4" fmla="*/ 2997907 h 3993463"/>
              <a:gd name="connsiteX5" fmla="*/ 0 w 10562333"/>
              <a:gd name="connsiteY5" fmla="*/ 3712996 h 3993463"/>
              <a:gd name="connsiteX6" fmla="*/ 0 w 10562333"/>
              <a:gd name="connsiteY6" fmla="*/ 0 h 3993463"/>
              <a:gd name="connsiteX7" fmla="*/ 9991611 w 10562333"/>
              <a:gd name="connsiteY7" fmla="*/ 56751 h 3993463"/>
              <a:gd name="connsiteX0" fmla="*/ 10559884 w 10562333"/>
              <a:gd name="connsiteY0" fmla="*/ 18474 h 3993463"/>
              <a:gd name="connsiteX1" fmla="*/ 10561079 w 10562333"/>
              <a:gd name="connsiteY1" fmla="*/ 3993463 h 3993463"/>
              <a:gd name="connsiteX2" fmla="*/ 9024769 w 10562333"/>
              <a:gd name="connsiteY2" fmla="*/ 3734563 h 3993463"/>
              <a:gd name="connsiteX3" fmla="*/ 2295230 w 10562333"/>
              <a:gd name="connsiteY3" fmla="*/ 3719707 h 3993463"/>
              <a:gd name="connsiteX4" fmla="*/ 1200558 w 10562333"/>
              <a:gd name="connsiteY4" fmla="*/ 2997907 h 3993463"/>
              <a:gd name="connsiteX5" fmla="*/ 0 w 10562333"/>
              <a:gd name="connsiteY5" fmla="*/ 3712996 h 3993463"/>
              <a:gd name="connsiteX6" fmla="*/ 0 w 10562333"/>
              <a:gd name="connsiteY6" fmla="*/ 0 h 3993463"/>
              <a:gd name="connsiteX0" fmla="*/ 10562333 w 10562846"/>
              <a:gd name="connsiteY0" fmla="*/ 0 h 3993463"/>
              <a:gd name="connsiteX1" fmla="*/ 10561079 w 10562846"/>
              <a:gd name="connsiteY1" fmla="*/ 3993463 h 3993463"/>
              <a:gd name="connsiteX2" fmla="*/ 9024769 w 10562846"/>
              <a:gd name="connsiteY2" fmla="*/ 3734563 h 3993463"/>
              <a:gd name="connsiteX3" fmla="*/ 2295230 w 10562846"/>
              <a:gd name="connsiteY3" fmla="*/ 3719707 h 3993463"/>
              <a:gd name="connsiteX4" fmla="*/ 1200558 w 10562846"/>
              <a:gd name="connsiteY4" fmla="*/ 2997907 h 3993463"/>
              <a:gd name="connsiteX5" fmla="*/ 0 w 10562846"/>
              <a:gd name="connsiteY5" fmla="*/ 3712996 h 3993463"/>
              <a:gd name="connsiteX6" fmla="*/ 0 w 10562846"/>
              <a:gd name="connsiteY6" fmla="*/ 0 h 3993463"/>
              <a:gd name="connsiteX0" fmla="*/ 10562333 w 10562846"/>
              <a:gd name="connsiteY0" fmla="*/ 0 h 3993463"/>
              <a:gd name="connsiteX1" fmla="*/ 10561079 w 10562846"/>
              <a:gd name="connsiteY1" fmla="*/ 3993463 h 3993463"/>
              <a:gd name="connsiteX2" fmla="*/ 9024769 w 10562846"/>
              <a:gd name="connsiteY2" fmla="*/ 3734563 h 3993463"/>
              <a:gd name="connsiteX3" fmla="*/ 2295230 w 10562846"/>
              <a:gd name="connsiteY3" fmla="*/ 3719707 h 3993463"/>
              <a:gd name="connsiteX4" fmla="*/ 1200558 w 10562846"/>
              <a:gd name="connsiteY4" fmla="*/ 2997907 h 3993463"/>
              <a:gd name="connsiteX5" fmla="*/ 2449 w 10562846"/>
              <a:gd name="connsiteY5" fmla="*/ 3734261 h 3993463"/>
              <a:gd name="connsiteX6" fmla="*/ 0 w 10562846"/>
              <a:gd name="connsiteY6" fmla="*/ 0 h 3993463"/>
              <a:gd name="connsiteX0" fmla="*/ 10562334 w 10562847"/>
              <a:gd name="connsiteY0" fmla="*/ 1074357 h 5067820"/>
              <a:gd name="connsiteX1" fmla="*/ 10561080 w 10562847"/>
              <a:gd name="connsiteY1" fmla="*/ 5067820 h 5067820"/>
              <a:gd name="connsiteX2" fmla="*/ 9024770 w 10562847"/>
              <a:gd name="connsiteY2" fmla="*/ 4808920 h 5067820"/>
              <a:gd name="connsiteX3" fmla="*/ 2295231 w 10562847"/>
              <a:gd name="connsiteY3" fmla="*/ 4794064 h 5067820"/>
              <a:gd name="connsiteX4" fmla="*/ 1200559 w 10562847"/>
              <a:gd name="connsiteY4" fmla="*/ 4072264 h 5067820"/>
              <a:gd name="connsiteX5" fmla="*/ 2450 w 10562847"/>
              <a:gd name="connsiteY5" fmla="*/ 4808618 h 5067820"/>
              <a:gd name="connsiteX6" fmla="*/ 0 w 10562847"/>
              <a:gd name="connsiteY6" fmla="*/ 0 h 5067820"/>
              <a:gd name="connsiteX0" fmla="*/ 10562847 w 10563360"/>
              <a:gd name="connsiteY0" fmla="*/ 0 h 5067820"/>
              <a:gd name="connsiteX1" fmla="*/ 10561080 w 10563360"/>
              <a:gd name="connsiteY1" fmla="*/ 5067820 h 5067820"/>
              <a:gd name="connsiteX2" fmla="*/ 9024770 w 10563360"/>
              <a:gd name="connsiteY2" fmla="*/ 4808920 h 5067820"/>
              <a:gd name="connsiteX3" fmla="*/ 2295231 w 10563360"/>
              <a:gd name="connsiteY3" fmla="*/ 4794064 h 5067820"/>
              <a:gd name="connsiteX4" fmla="*/ 1200559 w 10563360"/>
              <a:gd name="connsiteY4" fmla="*/ 4072264 h 5067820"/>
              <a:gd name="connsiteX5" fmla="*/ 2450 w 10563360"/>
              <a:gd name="connsiteY5" fmla="*/ 4808618 h 5067820"/>
              <a:gd name="connsiteX6" fmla="*/ 0 w 10563360"/>
              <a:gd name="connsiteY6" fmla="*/ 0 h 5067820"/>
              <a:gd name="connsiteX0" fmla="*/ 10562847 w 10563360"/>
              <a:gd name="connsiteY0" fmla="*/ 0 h 5067820"/>
              <a:gd name="connsiteX1" fmla="*/ 10561080 w 10563360"/>
              <a:gd name="connsiteY1" fmla="*/ 5067820 h 5067820"/>
              <a:gd name="connsiteX2" fmla="*/ 9024770 w 10563360"/>
              <a:gd name="connsiteY2" fmla="*/ 4808920 h 5067820"/>
              <a:gd name="connsiteX3" fmla="*/ 2295231 w 10563360"/>
              <a:gd name="connsiteY3" fmla="*/ 4794064 h 5067820"/>
              <a:gd name="connsiteX4" fmla="*/ 1200559 w 10563360"/>
              <a:gd name="connsiteY4" fmla="*/ 4072264 h 5067820"/>
              <a:gd name="connsiteX5" fmla="*/ 514 w 10563360"/>
              <a:gd name="connsiteY5" fmla="*/ 4819150 h 5067820"/>
              <a:gd name="connsiteX6" fmla="*/ 0 w 10563360"/>
              <a:gd name="connsiteY6" fmla="*/ 0 h 5067820"/>
              <a:gd name="connsiteX0" fmla="*/ 10562847 w 10564614"/>
              <a:gd name="connsiteY0" fmla="*/ 0 h 5152083"/>
              <a:gd name="connsiteX1" fmla="*/ 10563360 w 10564614"/>
              <a:gd name="connsiteY1" fmla="*/ 5152083 h 5152083"/>
              <a:gd name="connsiteX2" fmla="*/ 9024770 w 10564614"/>
              <a:gd name="connsiteY2" fmla="*/ 4808920 h 5152083"/>
              <a:gd name="connsiteX3" fmla="*/ 2295231 w 10564614"/>
              <a:gd name="connsiteY3" fmla="*/ 4794064 h 5152083"/>
              <a:gd name="connsiteX4" fmla="*/ 1200559 w 10564614"/>
              <a:gd name="connsiteY4" fmla="*/ 4072264 h 5152083"/>
              <a:gd name="connsiteX5" fmla="*/ 514 w 10564614"/>
              <a:gd name="connsiteY5" fmla="*/ 4819150 h 5152083"/>
              <a:gd name="connsiteX6" fmla="*/ 0 w 10564614"/>
              <a:gd name="connsiteY6" fmla="*/ 0 h 5152083"/>
              <a:gd name="connsiteX0" fmla="*/ 10562847 w 10564614"/>
              <a:gd name="connsiteY0" fmla="*/ 0 h 5183681"/>
              <a:gd name="connsiteX1" fmla="*/ 10563360 w 10564614"/>
              <a:gd name="connsiteY1" fmla="*/ 5183681 h 5183681"/>
              <a:gd name="connsiteX2" fmla="*/ 9024770 w 10564614"/>
              <a:gd name="connsiteY2" fmla="*/ 4808920 h 5183681"/>
              <a:gd name="connsiteX3" fmla="*/ 2295231 w 10564614"/>
              <a:gd name="connsiteY3" fmla="*/ 4794064 h 5183681"/>
              <a:gd name="connsiteX4" fmla="*/ 1200559 w 10564614"/>
              <a:gd name="connsiteY4" fmla="*/ 4072264 h 5183681"/>
              <a:gd name="connsiteX5" fmla="*/ 514 w 10564614"/>
              <a:gd name="connsiteY5" fmla="*/ 4819150 h 5183681"/>
              <a:gd name="connsiteX6" fmla="*/ 0 w 10564614"/>
              <a:gd name="connsiteY6" fmla="*/ 0 h 518368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819150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819150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819150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819150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87552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98085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98085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98085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98085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98085 h 5657661"/>
              <a:gd name="connsiteX6" fmla="*/ 0 w 10564614"/>
              <a:gd name="connsiteY6" fmla="*/ 0 h 5657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564614" h="5657661">
                <a:moveTo>
                  <a:pt x="10562847" y="0"/>
                </a:moveTo>
                <a:cubicBezTo>
                  <a:pt x="10563360" y="67600"/>
                  <a:pt x="10564614" y="5614246"/>
                  <a:pt x="10563360" y="5657661"/>
                </a:cubicBezTo>
                <a:cubicBezTo>
                  <a:pt x="10190941" y="4920324"/>
                  <a:pt x="9462356" y="4792975"/>
                  <a:pt x="9024770" y="4808920"/>
                </a:cubicBezTo>
                <a:lnTo>
                  <a:pt x="2295231" y="4794064"/>
                </a:lnTo>
                <a:cubicBezTo>
                  <a:pt x="1854598" y="4794612"/>
                  <a:pt x="1423669" y="4544310"/>
                  <a:pt x="1200559" y="4072264"/>
                </a:cubicBezTo>
                <a:cubicBezTo>
                  <a:pt x="965203" y="4750718"/>
                  <a:pt x="279154" y="4797207"/>
                  <a:pt x="514" y="4798085"/>
                </a:cubicBezTo>
                <a:cubicBezTo>
                  <a:pt x="2581" y="4762572"/>
                  <a:pt x="1272" y="95582"/>
                  <a:pt x="0" y="0"/>
                </a:cubicBezTo>
              </a:path>
            </a:pathLst>
          </a:custGeom>
          <a:gradFill flip="none" rotWithShape="1">
            <a:gsLst>
              <a:gs pos="0">
                <a:srgbClr val="005B7C"/>
              </a:gs>
              <a:gs pos="50000">
                <a:srgbClr val="0085B3"/>
              </a:gs>
              <a:gs pos="100000">
                <a:srgbClr val="00A0D6"/>
              </a:gs>
            </a:gsLst>
            <a:lin ang="18900000" scaled="1"/>
            <a:tileRect/>
          </a:gradFill>
          <a:ln w="12700" cmpd="sng" algn="ctr">
            <a:noFill/>
            <a:miter lim="800000"/>
            <a:headEnd/>
            <a:tailEnd/>
          </a:ln>
          <a:effectLst>
            <a:outerShdw blurRad="41275" dist="38100" dir="5400000" algn="t" rotWithShape="0">
              <a:schemeClr val="bg1">
                <a:lumMod val="65000"/>
                <a:alpha val="25000"/>
              </a:schemeClr>
            </a:outerShdw>
          </a:effectLst>
        </p:spPr>
        <p:txBody>
          <a:bodyPr wrap="square" lIns="33059" tIns="42976" rIns="33059" bIns="42976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10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9" name="Picture 104" descr="C:\Users\UserSim\Desktop\Capgemini\moto.emf"/>
          <p:cNvPicPr>
            <a:picLocks noChangeAspect="1" noChangeArrowheads="1"/>
          </p:cNvPicPr>
          <p:nvPr>
            <p:custDataLst>
              <p:tags r:id="rId8"/>
            </p:custDataLst>
          </p:nvPr>
        </p:nvPicPr>
        <p:blipFill>
          <a:blip r:embed="rId19" cstate="email"/>
          <a:stretch>
            <a:fillRect/>
          </a:stretch>
        </p:blipFill>
        <p:spPr bwMode="auto">
          <a:xfrm>
            <a:off x="7448543" y="1170204"/>
            <a:ext cx="3889321" cy="322887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Rectangle 12"/>
          <p:cNvSpPr/>
          <p:nvPr>
            <p:custDataLst>
              <p:tags r:id="rId9"/>
            </p:custDataLst>
          </p:nvPr>
        </p:nvSpPr>
        <p:spPr>
          <a:xfrm>
            <a:off x="6796897" y="6379669"/>
            <a:ext cx="5391928" cy="282207"/>
          </a:xfrm>
          <a:prstGeom prst="rect">
            <a:avLst/>
          </a:prstGeom>
        </p:spPr>
        <p:txBody>
          <a:bodyPr wrap="square" lIns="33059" tIns="33059" rIns="330588" bIns="33059" anchor="b" anchorCtr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Arial"/>
                <a:cs typeface="Arial"/>
              </a:rPr>
              <a:t>The information contained in this presentation is proprietary.</a:t>
            </a:r>
          </a:p>
          <a:p>
            <a:pPr algn="r"/>
            <a:r>
              <a:rPr lang="en-US" sz="700" dirty="0">
                <a:solidFill>
                  <a:schemeClr val="bg1"/>
                </a:solidFill>
                <a:latin typeface="Arial"/>
                <a:cs typeface="Arial"/>
              </a:rPr>
              <a:t>© 2017 Capgemini. All rights reserved. Rightshore</a:t>
            </a:r>
            <a:r>
              <a:rPr lang="en-US" sz="700" baseline="30000" dirty="0">
                <a:solidFill>
                  <a:schemeClr val="bg1"/>
                </a:solidFill>
                <a:latin typeface="Arial"/>
                <a:cs typeface="Arial"/>
              </a:rPr>
              <a:t>®</a:t>
            </a:r>
            <a:r>
              <a:rPr lang="en-US" sz="700" dirty="0">
                <a:solidFill>
                  <a:schemeClr val="bg1"/>
                </a:solidFill>
                <a:latin typeface="Arial"/>
                <a:cs typeface="Arial"/>
              </a:rPr>
              <a:t> is a trademark belonging to Capgemini</a:t>
            </a:r>
          </a:p>
        </p:txBody>
      </p:sp>
      <p:sp>
        <p:nvSpPr>
          <p:cNvPr id="15" name="Rectangle 14"/>
          <p:cNvSpPr/>
          <p:nvPr>
            <p:custDataLst>
              <p:tags r:id="rId10"/>
            </p:custDataLst>
          </p:nvPr>
        </p:nvSpPr>
        <p:spPr>
          <a:xfrm>
            <a:off x="9265703" y="5457935"/>
            <a:ext cx="2923122" cy="380480"/>
          </a:xfrm>
          <a:prstGeom prst="rect">
            <a:avLst/>
          </a:prstGeom>
        </p:spPr>
        <p:txBody>
          <a:bodyPr wrap="none" lIns="36000" tIns="36000" rIns="360000" bIns="36000" anchor="b" anchorCtr="0">
            <a:spAutoFit/>
          </a:bodyPr>
          <a:lstStyle/>
          <a:p>
            <a:pPr algn="r"/>
            <a:r>
              <a:rPr lang="en-US" sz="2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www.capgemini.com</a:t>
            </a:r>
          </a:p>
        </p:txBody>
      </p:sp>
      <p:pic>
        <p:nvPicPr>
          <p:cNvPr id="16" name="Picture 3" descr="C:\Users\UserSim\Desktop\DS_icons\128x128 shadows\facebook.png">
            <a:hlinkClick r:id="rId20"/>
          </p:cNvPr>
          <p:cNvPicPr>
            <a:picLocks noChangeAspect="1" noChangeArrowheads="1"/>
          </p:cNvPicPr>
          <p:nvPr>
            <p:custDataLst>
              <p:tags r:id="rId11"/>
            </p:custDataLst>
          </p:nvPr>
        </p:nvPicPr>
        <p:blipFill>
          <a:blip r:embed="rId21" cstate="email"/>
          <a:stretch>
            <a:fillRect/>
          </a:stretch>
        </p:blipFill>
        <p:spPr bwMode="auto">
          <a:xfrm>
            <a:off x="9768843" y="5932547"/>
            <a:ext cx="2762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4" descr="C:\Users\UserSim\Desktop\DS_icons\128x128 shadows\linkedin.png">
            <a:hlinkClick r:id="rId22"/>
          </p:cNvPr>
          <p:cNvPicPr>
            <a:picLocks noChangeAspect="1" noChangeArrowheads="1"/>
          </p:cNvPicPr>
          <p:nvPr>
            <p:custDataLst>
              <p:tags r:id="rId12"/>
            </p:custDataLst>
          </p:nvPr>
        </p:nvPicPr>
        <p:blipFill>
          <a:blip r:embed="rId23" cstate="email"/>
          <a:stretch>
            <a:fillRect/>
          </a:stretch>
        </p:blipFill>
        <p:spPr bwMode="auto">
          <a:xfrm>
            <a:off x="10181552" y="5932547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Picture 5" descr="C:\Users\UserSim\Desktop\DS_icons\128x128 shadows\twitter.png">
            <a:hlinkClick r:id="rId24"/>
          </p:cNvPr>
          <p:cNvPicPr>
            <a:picLocks noChangeAspect="1" noChangeArrowheads="1"/>
          </p:cNvPicPr>
          <p:nvPr>
            <p:custDataLst>
              <p:tags r:id="rId13"/>
            </p:custDataLst>
          </p:nvPr>
        </p:nvPicPr>
        <p:blipFill>
          <a:blip r:embed="rId25" cstate="email"/>
          <a:stretch>
            <a:fillRect/>
          </a:stretch>
        </p:blipFill>
        <p:spPr bwMode="auto">
          <a:xfrm>
            <a:off x="10955572" y="5932547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Picture 6" descr="C:\Users\UserSim\Desktop\DS_icons\128x128 shadows\youtube.png">
            <a:hlinkClick r:id="rId26"/>
          </p:cNvPr>
          <p:cNvPicPr>
            <a:picLocks noChangeAspect="1" noChangeArrowheads="1"/>
          </p:cNvPicPr>
          <p:nvPr>
            <p:custDataLst>
              <p:tags r:id="rId14"/>
            </p:custDataLst>
          </p:nvPr>
        </p:nvPicPr>
        <p:blipFill>
          <a:blip r:embed="rId27" cstate="email"/>
          <a:stretch>
            <a:fillRect/>
          </a:stretch>
        </p:blipFill>
        <p:spPr bwMode="auto">
          <a:xfrm>
            <a:off x="11372082" y="5932547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Image 22" descr="Picto_Slideshare.gif">
            <a:hlinkClick r:id="rId28"/>
          </p:cNvPr>
          <p:cNvPicPr preferRelativeResize="0">
            <a:picLocks/>
          </p:cNvPicPr>
          <p:nvPr>
            <p:custDataLst>
              <p:tags r:id="rId15"/>
            </p:custDataLst>
          </p:nvPr>
        </p:nvPicPr>
        <p:blipFill>
          <a:blip r:embed="rId29" cstate="email"/>
          <a:stretch>
            <a:fillRect/>
          </a:stretch>
        </p:blipFill>
        <p:spPr>
          <a:xfrm>
            <a:off x="10587105" y="591811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03" descr="C:\Users\UserSim\Desktop\Capgemini\Capgemini_logo_cmyk.png"/>
          <p:cNvPicPr>
            <a:picLocks noChangeAspect="1" noChangeArrowheads="1"/>
          </p:cNvPicPr>
          <p:nvPr userDrawn="1">
            <p:custDataLst>
              <p:tags r:id="rId16"/>
            </p:custDataLst>
          </p:nvPr>
        </p:nvPicPr>
        <p:blipFill>
          <a:blip r:embed="rId30" cstate="email"/>
          <a:stretch>
            <a:fillRect/>
          </a:stretch>
        </p:blipFill>
        <p:spPr bwMode="auto">
          <a:xfrm>
            <a:off x="959345" y="731091"/>
            <a:ext cx="3238500" cy="762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32859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2" r:id="rId1"/>
    <p:sldLayoutId id="2147483973" r:id="rId2"/>
    <p:sldLayoutId id="2147483974" r:id="rId3"/>
  </p:sldLayoutIdLst>
  <p:txStyles>
    <p:titleStyle>
      <a:lvl1pPr algn="ctr" defTabSz="839694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4885" indent="-314885" algn="l" defTabSz="839694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82251" indent="-262404" algn="l" defTabSz="839694" rtl="0" eaLnBrk="1" latinLnBrk="0" hangingPunct="1">
        <a:spcBef>
          <a:spcPct val="20000"/>
        </a:spcBef>
        <a:buFont typeface="Arial" pitchFamily="34" charset="0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49617" indent="-209923" algn="l" defTabSz="839694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469464" indent="-209923" algn="l" defTabSz="839694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89310" indent="-209923" algn="l" defTabSz="839694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09157" indent="-209923" algn="l" defTabSz="839694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29004" indent="-209923" algn="l" defTabSz="839694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48851" indent="-209923" algn="l" defTabSz="839694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568697" indent="-209923" algn="l" defTabSz="839694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83969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19847" algn="l" defTabSz="83969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39694" algn="l" defTabSz="83969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259540" algn="l" defTabSz="83969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679387" algn="l" defTabSz="83969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099234" algn="l" defTabSz="83969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19081" algn="l" defTabSz="83969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2938927" algn="l" defTabSz="83969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358774" algn="l" defTabSz="83969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7" Type="http://schemas.openxmlformats.org/officeDocument/2006/relationships/image" Target="../media/image1.emf"/><Relationship Id="rId2" Type="http://schemas.openxmlformats.org/officeDocument/2006/relationships/tags" Target="../tags/tag46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1.bin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" y="0"/>
          <a:ext cx="195334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648" name="think-cell Slide" r:id="rId6" imgW="360" imgH="360" progId="">
                  <p:embed/>
                </p:oleObj>
              </mc:Choice>
              <mc:Fallback>
                <p:oleObj name="think-cell Slide" r:id="rId6" imgW="360" imgH="360" progId="">
                  <p:embed/>
                  <p:pic>
                    <p:nvPicPr>
                      <p:cNvPr id="0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95334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9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1221061" y="2632436"/>
            <a:ext cx="9163529" cy="752783"/>
          </a:xfrm>
        </p:spPr>
        <p:txBody>
          <a:bodyPr>
            <a:noAutofit/>
          </a:bodyPr>
          <a:lstStyle/>
          <a:p>
            <a:pPr marL="0"/>
            <a:r>
              <a:rPr lang="en-US" sz="3600" dirty="0"/>
              <a:t>RBC – Fund </a:t>
            </a:r>
            <a:r>
              <a:rPr lang="en-US" sz="3600" dirty="0" smtClean="0"/>
              <a:t>Balancing and Audit </a:t>
            </a:r>
            <a:r>
              <a:rPr lang="en-US" sz="3600" dirty="0"/>
              <a:t>Trail</a:t>
            </a:r>
          </a:p>
        </p:txBody>
      </p:sp>
      <p:sp>
        <p:nvSpPr>
          <p:cNvPr id="7" name="Subtitle 1"/>
          <p:cNvSpPr txBox="1">
            <a:spLocks/>
          </p:cNvSpPr>
          <p:nvPr/>
        </p:nvSpPr>
        <p:spPr>
          <a:xfrm>
            <a:off x="1220374" y="4958704"/>
            <a:ext cx="4762881" cy="87422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Date: </a:t>
            </a:r>
            <a:fld id="{4B267769-E7CC-4703-8CE9-C8D3E650D443}" type="datetime4">
              <a:rPr lang="en-US" sz="1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pPr marL="0" indent="0">
                <a:lnSpc>
                  <a:spcPct val="100000"/>
                </a:lnSpc>
                <a:spcBef>
                  <a:spcPts val="0"/>
                </a:spcBef>
                <a:buNone/>
                <a:defRPr/>
              </a:pPr>
              <a:t>March 29, 2018</a:t>
            </a:fld>
            <a:endParaRPr 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41667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Usecase</a:t>
            </a:r>
            <a:r>
              <a:rPr lang="en-US" dirty="0"/>
              <a:t> Overview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81777" y="1694046"/>
            <a:ext cx="1019315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b="1" dirty="0">
                <a:solidFill>
                  <a:schemeClr val="tx2">
                    <a:lumMod val="50000"/>
                  </a:schemeClr>
                </a:solidFill>
              </a:rPr>
              <a:t>Business Context</a:t>
            </a:r>
          </a:p>
          <a:p>
            <a:pPr lvl="1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1D2535"/>
                </a:solidFill>
              </a:rPr>
              <a:t>Fund Balancing team has a work flow functionality where Fund Administrator adjust the fund rates and Fund Manager approves the changes done on fund level rebalancing. </a:t>
            </a:r>
          </a:p>
          <a:p>
            <a:pPr lvl="1" defTabSz="914400" fontAlgn="base">
              <a:spcBef>
                <a:spcPct val="0"/>
              </a:spcBef>
              <a:spcAft>
                <a:spcPct val="0"/>
              </a:spcAft>
            </a:pPr>
            <a:endParaRPr lang="en-US" sz="1400" dirty="0">
              <a:solidFill>
                <a:srgbClr val="1D2535"/>
              </a:solidFill>
            </a:endParaRPr>
          </a:p>
          <a:p>
            <a:pPr lvl="1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1D2535"/>
                </a:solidFill>
              </a:rPr>
              <a:t>Fund adjustments, approvals and comments are handled manually in fund balancing process.</a:t>
            </a:r>
          </a:p>
          <a:p>
            <a:pPr lvl="1" defTabSz="914400" fontAlgn="base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solidFill>
                <a:schemeClr val="tx2">
                  <a:lumMod val="50000"/>
                </a:schemeClr>
              </a:solidFill>
            </a:endParaRPr>
          </a:p>
          <a:p>
            <a:endParaRPr lang="en-US" sz="1400" b="1" dirty="0">
              <a:solidFill>
                <a:schemeClr val="tx2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b="1" dirty="0"/>
              <a:t>Problem Definition</a:t>
            </a:r>
            <a:endParaRPr lang="en-US" sz="1400" b="1" dirty="0">
              <a:solidFill>
                <a:schemeClr val="tx2">
                  <a:lumMod val="50000"/>
                </a:schemeClr>
              </a:solidFill>
            </a:endParaRPr>
          </a:p>
          <a:p>
            <a:pPr lvl="1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1D2535"/>
                </a:solidFill>
              </a:rPr>
              <a:t>Can we have a single platform which automates the fund balancing and eliminates manual excel based fund adjustment and approval process.</a:t>
            </a:r>
          </a:p>
          <a:p>
            <a:pPr lvl="1" defTabSz="914400" fontAlgn="base">
              <a:spcBef>
                <a:spcPct val="0"/>
              </a:spcBef>
              <a:spcAft>
                <a:spcPct val="0"/>
              </a:spcAft>
            </a:pPr>
            <a:endParaRPr lang="en-US" sz="1400" dirty="0">
              <a:solidFill>
                <a:srgbClr val="1D2535"/>
              </a:solidFill>
            </a:endParaRPr>
          </a:p>
          <a:p>
            <a:pPr lvl="1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1D2535"/>
                </a:solidFill>
              </a:rPr>
              <a:t>Platform also can onboard Auditor (third party agent) and remove paper-based statement verification.</a:t>
            </a:r>
          </a:p>
          <a:p>
            <a:pPr lvl="1" defTabSz="914400" fontAlgn="base">
              <a:spcBef>
                <a:spcPct val="0"/>
              </a:spcBef>
              <a:spcAft>
                <a:spcPct val="0"/>
              </a:spcAft>
            </a:pPr>
            <a:endParaRPr lang="en-US" sz="1400" dirty="0">
              <a:solidFill>
                <a:srgbClr val="1D2535"/>
              </a:solidFill>
            </a:endParaRPr>
          </a:p>
          <a:p>
            <a:pPr lvl="1" defTabSz="914400" fontAlgn="base">
              <a:spcBef>
                <a:spcPct val="0"/>
              </a:spcBef>
              <a:spcAft>
                <a:spcPct val="0"/>
              </a:spcAft>
            </a:pPr>
            <a:endParaRPr lang="en-US" sz="1400" dirty="0">
              <a:solidFill>
                <a:srgbClr val="1D2535"/>
              </a:solidFill>
            </a:endParaRPr>
          </a:p>
          <a:p>
            <a:endParaRPr lang="en-US" sz="1400" b="1" dirty="0">
              <a:solidFill>
                <a:srgbClr val="1D2535"/>
              </a:solidFill>
            </a:endParaRPr>
          </a:p>
          <a:p>
            <a:endParaRPr lang="en-US" sz="1400" b="1" dirty="0">
              <a:solidFill>
                <a:srgbClr val="1D2535"/>
              </a:solidFill>
            </a:endParaRPr>
          </a:p>
          <a:p>
            <a:endParaRPr lang="en-US" sz="1400" b="1" dirty="0">
              <a:solidFill>
                <a:srgbClr val="1D2535"/>
              </a:solidFill>
            </a:endParaRPr>
          </a:p>
          <a:p>
            <a:endParaRPr lang="en-US" sz="1400" b="1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7291381"/>
      </p:ext>
    </p:extLst>
  </p:cSld>
  <p:clrMapOvr>
    <a:masterClrMapping/>
  </p:clrMapOvr>
  <p:transition spd="med">
    <p:split orient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Pain Points or Challenges in Current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9497" y="1583703"/>
            <a:ext cx="9568206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/>
              <a:t>Fund Manager and Fund Administrator adjust and approve fund details using manual process in excel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/>
              <a:t>Auditor refers paper-based statements for verification of fund details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/>
              <a:t>Fund Manager or Fund Administrator can tweak and enter wrong fund details into system very easily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/>
              <a:t>Lack of trust and transparency between Auditor, Fund Administrator and Fund Manager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>
              <a:solidFill>
                <a:schemeClr val="tx2">
                  <a:lumMod val="50000"/>
                </a:schemeClr>
              </a:solidFill>
            </a:endParaRPr>
          </a:p>
          <a:p>
            <a:endParaRPr lang="en-US" sz="14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7886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Blockchain</a:t>
            </a:r>
            <a:r>
              <a:rPr lang="en-US" dirty="0"/>
              <a:t> Benefits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279358" y="1233578"/>
            <a:ext cx="9817767" cy="421968"/>
          </a:xfrm>
          <a:prstGeom prst="rect">
            <a:avLst/>
          </a:prstGeom>
          <a:solidFill>
            <a:srgbClr val="0098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342">
              <a:lnSpc>
                <a:spcPct val="90000"/>
              </a:lnSpc>
              <a:spcAft>
                <a:spcPts val="1800"/>
              </a:spcAft>
              <a:buClr>
                <a:schemeClr val="accent5"/>
              </a:buClr>
            </a:pPr>
            <a:r>
              <a:rPr lang="en-US" sz="1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Blockchain</a:t>
            </a:r>
            <a:r>
              <a:rPr 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has characteristics and solution abilities that can provide solution to eliminate mentioned challenges</a:t>
            </a:r>
            <a:endParaRPr lang="en-US" sz="1200" b="1" dirty="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4400520"/>
              </p:ext>
            </p:extLst>
          </p:nvPr>
        </p:nvGraphicFramePr>
        <p:xfrm>
          <a:off x="1279357" y="2004268"/>
          <a:ext cx="9817767" cy="3742013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212388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69388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8122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defTabSz="914342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Benefits</a:t>
                      </a:r>
                      <a:endParaRPr lang="en-US" sz="1400" b="1" kern="12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7506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 b="1" dirty="0">
                          <a:effectLst/>
                        </a:rPr>
                        <a:t>Common Platform</a:t>
                      </a:r>
                      <a:endParaRPr lang="en-US" sz="105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 dirty="0">
                          <a:effectLst/>
                        </a:rPr>
                        <a:t>DLT provides a single source of truth / system of records for all the participants and eliminates the need to develop individual or various</a:t>
                      </a:r>
                      <a:r>
                        <a:rPr lang="en-US" sz="1050" baseline="0" dirty="0">
                          <a:effectLst/>
                        </a:rPr>
                        <a:t> </a:t>
                      </a:r>
                      <a:r>
                        <a:rPr lang="en-US" sz="1050" dirty="0">
                          <a:effectLst/>
                        </a:rPr>
                        <a:t>solutions.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 dirty="0">
                          <a:effectLst/>
                        </a:rPr>
                        <a:t>Fund</a:t>
                      </a:r>
                      <a:r>
                        <a:rPr lang="en-US" sz="1050" baseline="0" dirty="0">
                          <a:effectLst/>
                        </a:rPr>
                        <a:t> balancing details will be stored on ledger which can be referred or modified by node participants. Immutable distributed ledger will be used for audit log purpose.</a:t>
                      </a:r>
                      <a:endParaRPr lang="en-US" sz="105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591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 b="1" dirty="0">
                          <a:effectLst/>
                        </a:rPr>
                        <a:t> Fund Balancing</a:t>
                      </a:r>
                      <a:r>
                        <a:rPr lang="en-US" sz="1050" b="1" baseline="0" dirty="0">
                          <a:effectLst/>
                        </a:rPr>
                        <a:t> Group</a:t>
                      </a:r>
                      <a:endParaRPr lang="en-US" sz="105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 dirty="0">
                          <a:effectLst/>
                        </a:rPr>
                        <a:t>Fund Manager, Fund Administrator and Auditor</a:t>
                      </a:r>
                      <a:r>
                        <a:rPr lang="en-US" sz="1050" baseline="0" dirty="0">
                          <a:effectLst/>
                        </a:rPr>
                        <a:t> will own a node on network and form a Fund Balancing Group. This will also reduce operational cost by eliminating paperwork.</a:t>
                      </a:r>
                      <a:endParaRPr lang="en-US" sz="105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884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 b="1" dirty="0">
                          <a:effectLst/>
                        </a:rPr>
                        <a:t> Trust and Transparency</a:t>
                      </a:r>
                      <a:endParaRPr lang="en-US" sz="105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 dirty="0">
                          <a:effectLst/>
                        </a:rPr>
                        <a:t>DLT challenges the need to trust counterparties to fulfill obligations as agreements are codified and executed in a shared, immutable environment.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 dirty="0">
                          <a:effectLst/>
                        </a:rPr>
                        <a:t>Trust between all node participants</a:t>
                      </a:r>
                      <a:r>
                        <a:rPr lang="en-US" sz="1050" baseline="0" dirty="0">
                          <a:effectLst/>
                        </a:rPr>
                        <a:t> will make sure no other participant can enter wrong data on ledger</a:t>
                      </a:r>
                      <a:endParaRPr lang="en-US" sz="105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0380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 b="1" dirty="0">
                          <a:effectLst/>
                        </a:rPr>
                        <a:t>Process Automation</a:t>
                      </a:r>
                      <a:endParaRPr lang="en-US" sz="105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 dirty="0">
                          <a:effectLst/>
                        </a:rPr>
                        <a:t>DLT helps to automate the fund balancing process by reducing paperwork and eliminating manual fund adjustment and approval</a:t>
                      </a:r>
                      <a:r>
                        <a:rPr lang="en-US" sz="1050" baseline="0" dirty="0">
                          <a:effectLst/>
                        </a:rPr>
                        <a:t> on excel based template.</a:t>
                      </a:r>
                      <a:endParaRPr lang="en-US" sz="105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4706393"/>
      </p:ext>
    </p:extLst>
  </p:cSld>
  <p:clrMapOvr>
    <a:masterClrMapping/>
  </p:clrMapOvr>
  <p:transition spd="med">
    <p:split orient="vert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Fund Audit Trail Functional </a:t>
            </a:r>
            <a:r>
              <a:rPr lang="en-US" dirty="0" smtClean="0"/>
              <a:t>Flow – Option 1 </a:t>
            </a:r>
            <a:endParaRPr lang="en-US" dirty="0"/>
          </a:p>
        </p:txBody>
      </p:sp>
      <p:grpSp>
        <p:nvGrpSpPr>
          <p:cNvPr id="152" name="Group 151"/>
          <p:cNvGrpSpPr/>
          <p:nvPr/>
        </p:nvGrpSpPr>
        <p:grpSpPr>
          <a:xfrm>
            <a:off x="383456" y="1531651"/>
            <a:ext cx="11789090" cy="4236161"/>
            <a:chOff x="155862" y="1356953"/>
            <a:chExt cx="11789090" cy="4236161"/>
          </a:xfrm>
        </p:grpSpPr>
        <p:sp>
          <p:nvSpPr>
            <p:cNvPr id="39" name="Flowchart: Connector 38"/>
            <p:cNvSpPr/>
            <p:nvPr/>
          </p:nvSpPr>
          <p:spPr>
            <a:xfrm>
              <a:off x="1677473" y="2515923"/>
              <a:ext cx="590284" cy="407518"/>
            </a:xfrm>
            <a:prstGeom prst="flowChartConnector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900" b="1" dirty="0">
                  <a:solidFill>
                    <a:schemeClr val="tx2">
                      <a:lumMod val="50000"/>
                    </a:schemeClr>
                  </a:solidFill>
                  <a:latin typeface="Calibri" panose="020F0502020204030204" pitchFamily="34" charset="0"/>
                </a:rPr>
                <a:t>Start</a:t>
              </a:r>
            </a:p>
          </p:txBody>
        </p:sp>
        <p:cxnSp>
          <p:nvCxnSpPr>
            <p:cNvPr id="40" name="Straight Arrow Connector 39"/>
            <p:cNvCxnSpPr>
              <a:stCxn id="39" idx="6"/>
            </p:cNvCxnSpPr>
            <p:nvPr/>
          </p:nvCxnSpPr>
          <p:spPr>
            <a:xfrm>
              <a:off x="2267757" y="2719682"/>
              <a:ext cx="1114433" cy="642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46" name="Flowchart: Decision 45"/>
            <p:cNvSpPr/>
            <p:nvPr/>
          </p:nvSpPr>
          <p:spPr>
            <a:xfrm>
              <a:off x="9089930" y="2446098"/>
              <a:ext cx="1518045" cy="584314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900" b="1" dirty="0" smtClean="0">
                  <a:solidFill>
                    <a:schemeClr val="tx2">
                      <a:lumMod val="50000"/>
                    </a:schemeClr>
                  </a:solidFill>
                  <a:latin typeface="Calibri" panose="020F0502020204030204" pitchFamily="34" charset="0"/>
                </a:rPr>
                <a:t>Approve</a:t>
              </a:r>
              <a:endParaRPr lang="en-US" sz="900" b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endParaRPr>
            </a:p>
          </p:txBody>
        </p:sp>
        <p:cxnSp>
          <p:nvCxnSpPr>
            <p:cNvPr id="48" name="Straight Arrow Connector 47"/>
            <p:cNvCxnSpPr>
              <a:endCxn id="46" idx="1"/>
            </p:cNvCxnSpPr>
            <p:nvPr/>
          </p:nvCxnSpPr>
          <p:spPr>
            <a:xfrm flipV="1">
              <a:off x="8196760" y="2738255"/>
              <a:ext cx="893170" cy="634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62" name="TextBox 61"/>
            <p:cNvSpPr txBox="1"/>
            <p:nvPr/>
          </p:nvSpPr>
          <p:spPr>
            <a:xfrm>
              <a:off x="10805473" y="2761589"/>
              <a:ext cx="40094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tx2">
                      <a:lumMod val="50000"/>
                    </a:schemeClr>
                  </a:solidFill>
                  <a:latin typeface="Calibri" pitchFamily="34" charset="0"/>
                  <a:cs typeface="Calibri" pitchFamily="34" charset="0"/>
                </a:rPr>
                <a:t>Yes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6299279" y="2532818"/>
              <a:ext cx="40094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tx2">
                      <a:lumMod val="50000"/>
                    </a:schemeClr>
                  </a:solidFill>
                  <a:latin typeface="Calibri" pitchFamily="34" charset="0"/>
                  <a:cs typeface="Calibri" pitchFamily="34" charset="0"/>
                </a:rPr>
                <a:t>Yes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6153199" y="3855748"/>
              <a:ext cx="40094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tx2">
                      <a:lumMod val="50000"/>
                    </a:schemeClr>
                  </a:solidFill>
                  <a:latin typeface="Calibri" pitchFamily="34" charset="0"/>
                  <a:cs typeface="Calibri" pitchFamily="34" charset="0"/>
                </a:rPr>
                <a:t>Yes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9827520" y="3019188"/>
              <a:ext cx="40094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tx2">
                      <a:lumMod val="50000"/>
                    </a:schemeClr>
                  </a:solidFill>
                  <a:latin typeface="Calibri" pitchFamily="34" charset="0"/>
                  <a:cs typeface="Calibri" pitchFamily="34" charset="0"/>
                </a:rPr>
                <a:t>No</a:t>
              </a:r>
            </a:p>
          </p:txBody>
        </p:sp>
        <p:cxnSp>
          <p:nvCxnSpPr>
            <p:cNvPr id="74" name="Straight Connector 73"/>
            <p:cNvCxnSpPr/>
            <p:nvPr/>
          </p:nvCxnSpPr>
          <p:spPr>
            <a:xfrm>
              <a:off x="155862" y="2312158"/>
              <a:ext cx="11651930" cy="9289"/>
            </a:xfrm>
            <a:prstGeom prst="line">
              <a:avLst/>
            </a:prstGeom>
            <a:ln>
              <a:prstDash val="dash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 flipV="1">
              <a:off x="293022" y="3254271"/>
              <a:ext cx="11651930" cy="7953"/>
            </a:xfrm>
            <a:prstGeom prst="line">
              <a:avLst/>
            </a:prstGeom>
            <a:ln>
              <a:prstDash val="dash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 flipV="1">
              <a:off x="283464" y="1356953"/>
              <a:ext cx="11661488" cy="65524"/>
            </a:xfrm>
            <a:prstGeom prst="line">
              <a:avLst/>
            </a:prstGeom>
            <a:ln>
              <a:prstDash val="dash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 flipV="1">
              <a:off x="268449" y="5531117"/>
              <a:ext cx="11651930" cy="61997"/>
            </a:xfrm>
            <a:prstGeom prst="line">
              <a:avLst/>
            </a:prstGeom>
            <a:ln>
              <a:prstDash val="dash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1512546" y="1422477"/>
              <a:ext cx="6613" cy="4170637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326386" y="2407815"/>
              <a:ext cx="135437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tx2">
                      <a:lumMod val="50000"/>
                    </a:schemeClr>
                  </a:solidFill>
                </a:rPr>
                <a:t>Fund Accounting Administrator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90870" y="3383064"/>
              <a:ext cx="13898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tx2">
                      <a:lumMod val="50000"/>
                    </a:schemeClr>
                  </a:solidFill>
                </a:rPr>
                <a:t>Fund Accounting Manager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26386" y="1503774"/>
              <a:ext cx="118616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tx2">
                      <a:lumMod val="50000"/>
                    </a:schemeClr>
                  </a:solidFill>
                </a:rPr>
                <a:t>Fund </a:t>
              </a:r>
              <a:r>
                <a:rPr lang="en-US" sz="1200" b="1" dirty="0" smtClean="0">
                  <a:solidFill>
                    <a:schemeClr val="tx2">
                      <a:lumMod val="50000"/>
                    </a:schemeClr>
                  </a:solidFill>
                </a:rPr>
                <a:t>Balancing (Adjustment) </a:t>
              </a:r>
              <a:r>
                <a:rPr lang="en-US" sz="1200" b="1" dirty="0">
                  <a:solidFill>
                    <a:schemeClr val="tx2">
                      <a:lumMod val="50000"/>
                    </a:schemeClr>
                  </a:solidFill>
                </a:rPr>
                <a:t>System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3363865" y="2440606"/>
              <a:ext cx="2088706" cy="66535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Automated trigger process </a:t>
              </a:r>
              <a:r>
                <a:rPr lang="en-US" sz="9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pulls  </a:t>
              </a:r>
              <a:r>
                <a:rPr lang="en-US" sz="9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adjusted fund details from Fund Adjustment System(to be developed) </a:t>
              </a:r>
              <a:r>
                <a:rPr lang="en-US" sz="9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and inserts into </a:t>
              </a:r>
              <a:r>
                <a:rPr lang="en-US" sz="900" dirty="0" err="1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Blockchain</a:t>
              </a:r>
              <a:r>
                <a:rPr lang="en-US" sz="9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Ledger</a:t>
              </a:r>
              <a:endParaRPr lang="en-US" sz="9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6299279" y="2434688"/>
              <a:ext cx="1998773" cy="68198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/>
              <a:r>
                <a:rPr lang="en-US" sz="9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Fund </a:t>
              </a:r>
              <a:r>
                <a:rPr lang="en-US" sz="9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Administrator verifies fund details and approves/rejects with comments</a:t>
              </a:r>
              <a:endParaRPr lang="en-US" sz="9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/>
              <a:endParaRPr lang="en-US" sz="9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89" name="Rectangle 88"/>
            <p:cNvSpPr/>
            <p:nvPr/>
          </p:nvSpPr>
          <p:spPr>
            <a:xfrm>
              <a:off x="1987230" y="3595033"/>
              <a:ext cx="1987551" cy="4428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/>
              <a:r>
                <a:rPr lang="en-US" sz="9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Fund Manager approves/rejects the fund </a:t>
              </a:r>
              <a:r>
                <a:rPr lang="en-US" sz="9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details request with </a:t>
              </a:r>
              <a:r>
                <a:rPr lang="en-US" sz="9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comments</a:t>
              </a:r>
            </a:p>
            <a:p>
              <a:pPr algn="ctr"/>
              <a:endParaRPr lang="en-US" sz="9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cxnSp>
          <p:nvCxnSpPr>
            <p:cNvPr id="90" name="Elbow Connector 89"/>
            <p:cNvCxnSpPr>
              <a:stCxn id="46" idx="3"/>
              <a:endCxn id="89" idx="0"/>
            </p:cNvCxnSpPr>
            <p:nvPr/>
          </p:nvCxnSpPr>
          <p:spPr>
            <a:xfrm flipH="1">
              <a:off x="2981006" y="2738255"/>
              <a:ext cx="7626969" cy="856778"/>
            </a:xfrm>
            <a:prstGeom prst="bentConnector4">
              <a:avLst>
                <a:gd name="adj1" fmla="val -2997"/>
                <a:gd name="adj2" fmla="val 67050"/>
              </a:avLst>
            </a:prstGeom>
            <a:ln w="19050"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93" name="Flowchart: Decision 92"/>
            <p:cNvSpPr/>
            <p:nvPr/>
          </p:nvSpPr>
          <p:spPr>
            <a:xfrm>
              <a:off x="4725282" y="3531148"/>
              <a:ext cx="1518045" cy="584314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900" b="1" dirty="0">
                  <a:solidFill>
                    <a:schemeClr val="tx2">
                      <a:lumMod val="50000"/>
                    </a:schemeClr>
                  </a:solidFill>
                  <a:latin typeface="Calibri" panose="020F0502020204030204" pitchFamily="34" charset="0"/>
                </a:rPr>
                <a:t>Approve</a:t>
              </a:r>
            </a:p>
          </p:txBody>
        </p:sp>
        <p:cxnSp>
          <p:nvCxnSpPr>
            <p:cNvPr id="96" name="Straight Arrow Connector 95"/>
            <p:cNvCxnSpPr>
              <a:stCxn id="89" idx="3"/>
              <a:endCxn id="93" idx="1"/>
            </p:cNvCxnSpPr>
            <p:nvPr/>
          </p:nvCxnSpPr>
          <p:spPr>
            <a:xfrm>
              <a:off x="3974781" y="3816460"/>
              <a:ext cx="750501" cy="684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97" name="Flowchart: Connector 96"/>
            <p:cNvSpPr/>
            <p:nvPr/>
          </p:nvSpPr>
          <p:spPr>
            <a:xfrm>
              <a:off x="8258358" y="3840196"/>
              <a:ext cx="590284" cy="407518"/>
            </a:xfrm>
            <a:prstGeom prst="flowChartConnector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900" b="1" dirty="0">
                  <a:solidFill>
                    <a:schemeClr val="tx2">
                      <a:lumMod val="50000"/>
                    </a:schemeClr>
                  </a:solidFill>
                  <a:latin typeface="Calibri" panose="020F0502020204030204" pitchFamily="34" charset="0"/>
                </a:rPr>
                <a:t>End</a:t>
              </a:r>
            </a:p>
          </p:txBody>
        </p:sp>
        <p:cxnSp>
          <p:nvCxnSpPr>
            <p:cNvPr id="104" name="Elbow Connector 103"/>
            <p:cNvCxnSpPr>
              <a:stCxn id="46" idx="2"/>
              <a:endCxn id="97" idx="0"/>
            </p:cNvCxnSpPr>
            <p:nvPr/>
          </p:nvCxnSpPr>
          <p:spPr>
            <a:xfrm rot="5400000">
              <a:off x="8796335" y="2787578"/>
              <a:ext cx="809784" cy="1295453"/>
            </a:xfrm>
            <a:prstGeom prst="bentConnector3">
              <a:avLst>
                <a:gd name="adj1" fmla="val 59034"/>
              </a:avLst>
            </a:prstGeom>
            <a:ln w="19050"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5740660" y="3401786"/>
              <a:ext cx="40094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tx2">
                      <a:lumMod val="50000"/>
                    </a:schemeClr>
                  </a:solidFill>
                  <a:latin typeface="Calibri" pitchFamily="34" charset="0"/>
                  <a:cs typeface="Calibri" pitchFamily="34" charset="0"/>
                </a:rPr>
                <a:t>No</a:t>
              </a:r>
            </a:p>
          </p:txBody>
        </p:sp>
        <p:cxnSp>
          <p:nvCxnSpPr>
            <p:cNvPr id="133" name="Straight Connector 132"/>
            <p:cNvCxnSpPr/>
            <p:nvPr/>
          </p:nvCxnSpPr>
          <p:spPr>
            <a:xfrm flipV="1">
              <a:off x="268449" y="4522317"/>
              <a:ext cx="11651930" cy="7953"/>
            </a:xfrm>
            <a:prstGeom prst="line">
              <a:avLst/>
            </a:prstGeom>
            <a:ln>
              <a:prstDash val="dash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4" name="TextBox 133"/>
            <p:cNvSpPr txBox="1"/>
            <p:nvPr/>
          </p:nvSpPr>
          <p:spPr>
            <a:xfrm>
              <a:off x="318027" y="4843100"/>
              <a:ext cx="13898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tx2">
                      <a:lumMod val="50000"/>
                    </a:schemeClr>
                  </a:solidFill>
                </a:rPr>
                <a:t>Auditor</a:t>
              </a:r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1987230" y="4843100"/>
              <a:ext cx="1987551" cy="4428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Search / download historical fund details and validates it</a:t>
              </a:r>
              <a:endParaRPr lang="en-US" sz="9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44" name="Flowchart: Decision 143"/>
            <p:cNvSpPr/>
            <p:nvPr/>
          </p:nvSpPr>
          <p:spPr>
            <a:xfrm>
              <a:off x="4620044" y="4775145"/>
              <a:ext cx="1771771" cy="584314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900" b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endParaRPr>
            </a:p>
            <a:p>
              <a:pPr algn="ctr"/>
              <a:r>
                <a:rPr lang="en-US" sz="900" b="1" dirty="0">
                  <a:solidFill>
                    <a:schemeClr val="tx2">
                      <a:lumMod val="50000"/>
                    </a:schemeClr>
                  </a:solidFill>
                  <a:latin typeface="Calibri" panose="020F0502020204030204" pitchFamily="34" charset="0"/>
                </a:rPr>
                <a:t>Discrepancies Found</a:t>
              </a:r>
            </a:p>
          </p:txBody>
        </p:sp>
        <p:cxnSp>
          <p:nvCxnSpPr>
            <p:cNvPr id="146" name="Straight Arrow Connector 145"/>
            <p:cNvCxnSpPr>
              <a:stCxn id="136" idx="3"/>
              <a:endCxn id="144" idx="1"/>
            </p:cNvCxnSpPr>
            <p:nvPr/>
          </p:nvCxnSpPr>
          <p:spPr>
            <a:xfrm>
              <a:off x="3974781" y="5064527"/>
              <a:ext cx="645263" cy="277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51" name="Elbow Connector 150"/>
            <p:cNvCxnSpPr>
              <a:stCxn id="144" idx="3"/>
              <a:endCxn id="97" idx="4"/>
            </p:cNvCxnSpPr>
            <p:nvPr/>
          </p:nvCxnSpPr>
          <p:spPr>
            <a:xfrm flipV="1">
              <a:off x="6391815" y="4247714"/>
              <a:ext cx="2161685" cy="819588"/>
            </a:xfrm>
            <a:prstGeom prst="bentConnector2">
              <a:avLst/>
            </a:prstGeom>
            <a:ln w="19050"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153" name="TextBox 152"/>
          <p:cNvSpPr txBox="1"/>
          <p:nvPr/>
        </p:nvSpPr>
        <p:spPr>
          <a:xfrm>
            <a:off x="6616994" y="5043447"/>
            <a:ext cx="4009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No</a:t>
            </a:r>
          </a:p>
        </p:txBody>
      </p:sp>
      <p:cxnSp>
        <p:nvCxnSpPr>
          <p:cNvPr id="158" name="Elbow Connector 157"/>
          <p:cNvCxnSpPr>
            <a:stCxn id="93" idx="3"/>
            <a:endCxn id="136" idx="0"/>
          </p:cNvCxnSpPr>
          <p:nvPr/>
        </p:nvCxnSpPr>
        <p:spPr>
          <a:xfrm flipH="1">
            <a:off x="3208600" y="3998003"/>
            <a:ext cx="3262321" cy="1019795"/>
          </a:xfrm>
          <a:prstGeom prst="bentConnector4">
            <a:avLst>
              <a:gd name="adj1" fmla="val -7007"/>
              <a:gd name="adj2" fmla="val 64324"/>
            </a:avLst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endCxn id="73" idx="1"/>
          </p:cNvCxnSpPr>
          <p:nvPr/>
        </p:nvCxnSpPr>
        <p:spPr>
          <a:xfrm>
            <a:off x="5685835" y="2943535"/>
            <a:ext cx="841038" cy="68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6" name="Elbow Connector 25"/>
          <p:cNvCxnSpPr>
            <a:stCxn id="93" idx="0"/>
            <a:endCxn id="97" idx="2"/>
          </p:cNvCxnSpPr>
          <p:nvPr/>
        </p:nvCxnSpPr>
        <p:spPr>
          <a:xfrm rot="16200000" flipH="1">
            <a:off x="6842521" y="2575223"/>
            <a:ext cx="512807" cy="2774053"/>
          </a:xfrm>
          <a:prstGeom prst="bentConnector4">
            <a:avLst>
              <a:gd name="adj1" fmla="val -14265"/>
              <a:gd name="adj2" fmla="val 63681"/>
            </a:avLst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71" name="Picture 2" descr="Related image">
            <a:extLst>
              <a:ext uri="{FF2B5EF4-FFF2-40B4-BE49-F238E27FC236}">
                <a16:creationId xmlns:a16="http://schemas.microsoft.com/office/drawing/2014/main" xmlns="" id="{4A67EC46-B54A-4172-B7BF-91AB147D3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9736" y="1639963"/>
            <a:ext cx="496618" cy="496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/>
          <p:cNvCxnSpPr>
            <a:stCxn id="20" idx="0"/>
            <a:endCxn id="71" idx="1"/>
          </p:cNvCxnSpPr>
          <p:nvPr/>
        </p:nvCxnSpPr>
        <p:spPr>
          <a:xfrm flipV="1">
            <a:off x="4635812" y="1888272"/>
            <a:ext cx="973924" cy="727032"/>
          </a:xfrm>
          <a:prstGeom prst="line">
            <a:avLst/>
          </a:prstGeom>
          <a:ln w="1905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ular Callout 8"/>
          <p:cNvSpPr/>
          <p:nvPr/>
        </p:nvSpPr>
        <p:spPr>
          <a:xfrm>
            <a:off x="6817234" y="1639963"/>
            <a:ext cx="1681561" cy="448658"/>
          </a:xfrm>
          <a:prstGeom prst="wedgeRoundRectCallout">
            <a:avLst>
              <a:gd name="adj1" fmla="val -93609"/>
              <a:gd name="adj2" fmla="val 20750"/>
              <a:gd name="adj3" fmla="val 16667"/>
            </a:avLst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smtClean="0">
                <a:solidFill>
                  <a:schemeClr val="tx2">
                    <a:lumMod val="50000"/>
                  </a:schemeClr>
                </a:solidFill>
              </a:rPr>
              <a:t>Database of Fund Adjustment System contains adjusted fund details</a:t>
            </a:r>
          </a:p>
        </p:txBody>
      </p:sp>
    </p:spTree>
    <p:extLst>
      <p:ext uri="{BB962C8B-B14F-4D97-AF65-F5344CB8AC3E}">
        <p14:creationId xmlns:p14="http://schemas.microsoft.com/office/powerpoint/2010/main" val="1100186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Fund Audit Trail Functional </a:t>
            </a:r>
            <a:r>
              <a:rPr lang="en-US" dirty="0" smtClean="0"/>
              <a:t>Flow – Option 2</a:t>
            </a:r>
            <a:endParaRPr lang="en-US" dirty="0"/>
          </a:p>
        </p:txBody>
      </p:sp>
      <p:grpSp>
        <p:nvGrpSpPr>
          <p:cNvPr id="152" name="Group 151"/>
          <p:cNvGrpSpPr/>
          <p:nvPr/>
        </p:nvGrpSpPr>
        <p:grpSpPr>
          <a:xfrm>
            <a:off x="247079" y="1559083"/>
            <a:ext cx="11685586" cy="4236161"/>
            <a:chOff x="259366" y="1356953"/>
            <a:chExt cx="11685586" cy="4236161"/>
          </a:xfrm>
        </p:grpSpPr>
        <p:sp>
          <p:nvSpPr>
            <p:cNvPr id="39" name="Flowchart: Connector 38"/>
            <p:cNvSpPr/>
            <p:nvPr/>
          </p:nvSpPr>
          <p:spPr>
            <a:xfrm>
              <a:off x="1740436" y="1675644"/>
              <a:ext cx="590284" cy="407518"/>
            </a:xfrm>
            <a:prstGeom prst="flowChartConnector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900" b="1" dirty="0">
                  <a:solidFill>
                    <a:schemeClr val="tx2">
                      <a:lumMod val="50000"/>
                    </a:schemeClr>
                  </a:solidFill>
                  <a:latin typeface="Calibri" panose="020F0502020204030204" pitchFamily="34" charset="0"/>
                </a:rPr>
                <a:t>Start</a:t>
              </a:r>
            </a:p>
          </p:txBody>
        </p:sp>
        <p:cxnSp>
          <p:nvCxnSpPr>
            <p:cNvPr id="40" name="Straight Arrow Connector 39"/>
            <p:cNvCxnSpPr>
              <a:stCxn id="39" idx="6"/>
            </p:cNvCxnSpPr>
            <p:nvPr/>
          </p:nvCxnSpPr>
          <p:spPr>
            <a:xfrm>
              <a:off x="2330720" y="1879403"/>
              <a:ext cx="1114433" cy="642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42" name="Flowchart: Decision 41"/>
            <p:cNvSpPr/>
            <p:nvPr/>
          </p:nvSpPr>
          <p:spPr>
            <a:xfrm>
              <a:off x="6942100" y="1558767"/>
              <a:ext cx="1379395" cy="584314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900" b="1" dirty="0">
                  <a:solidFill>
                    <a:schemeClr val="tx2">
                      <a:lumMod val="50000"/>
                    </a:schemeClr>
                  </a:solidFill>
                  <a:latin typeface="Calibri" panose="020F0502020204030204" pitchFamily="34" charset="0"/>
                </a:rPr>
                <a:t>Details insertion Successful</a:t>
              </a:r>
            </a:p>
          </p:txBody>
        </p:sp>
        <p:cxnSp>
          <p:nvCxnSpPr>
            <p:cNvPr id="43" name="Straight Arrow Connector 42"/>
            <p:cNvCxnSpPr>
              <a:stCxn id="20" idx="3"/>
              <a:endCxn id="42" idx="1"/>
            </p:cNvCxnSpPr>
            <p:nvPr/>
          </p:nvCxnSpPr>
          <p:spPr>
            <a:xfrm flipV="1">
              <a:off x="5675807" y="1850924"/>
              <a:ext cx="1266293" cy="627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5" name="Elbow Connector 44"/>
            <p:cNvCxnSpPr>
              <a:stCxn id="42" idx="2"/>
              <a:endCxn id="73" idx="0"/>
            </p:cNvCxnSpPr>
            <p:nvPr/>
          </p:nvCxnSpPr>
          <p:spPr>
            <a:xfrm rot="5400000">
              <a:off x="5105997" y="18316"/>
              <a:ext cx="401036" cy="4650566"/>
            </a:xfrm>
            <a:prstGeom prst="bentConnector3">
              <a:avLst>
                <a:gd name="adj1" fmla="val 50000"/>
              </a:avLst>
            </a:prstGeom>
            <a:ln w="19050"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46" name="Flowchart: Decision 45"/>
            <p:cNvSpPr/>
            <p:nvPr/>
          </p:nvSpPr>
          <p:spPr>
            <a:xfrm>
              <a:off x="4867951" y="2459367"/>
              <a:ext cx="1518045" cy="584314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900" b="1" dirty="0">
                  <a:solidFill>
                    <a:schemeClr val="tx2">
                      <a:lumMod val="50000"/>
                    </a:schemeClr>
                  </a:solidFill>
                  <a:latin typeface="Calibri" panose="020F0502020204030204" pitchFamily="34" charset="0"/>
                </a:rPr>
                <a:t>Needs Adjustment</a:t>
              </a:r>
            </a:p>
          </p:txBody>
        </p:sp>
        <p:cxnSp>
          <p:nvCxnSpPr>
            <p:cNvPr id="48" name="Straight Arrow Connector 47"/>
            <p:cNvCxnSpPr>
              <a:endCxn id="46" idx="1"/>
            </p:cNvCxnSpPr>
            <p:nvPr/>
          </p:nvCxnSpPr>
          <p:spPr>
            <a:xfrm flipV="1">
              <a:off x="3974781" y="2751524"/>
              <a:ext cx="893170" cy="634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>
              <a:stCxn id="46" idx="3"/>
            </p:cNvCxnSpPr>
            <p:nvPr/>
          </p:nvCxnSpPr>
          <p:spPr>
            <a:xfrm>
              <a:off x="6385996" y="2751524"/>
              <a:ext cx="100996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62" name="TextBox 61"/>
            <p:cNvSpPr txBox="1"/>
            <p:nvPr/>
          </p:nvSpPr>
          <p:spPr>
            <a:xfrm>
              <a:off x="7137881" y="2128889"/>
              <a:ext cx="40094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tx2">
                      <a:lumMod val="50000"/>
                    </a:schemeClr>
                  </a:solidFill>
                  <a:latin typeface="Calibri" pitchFamily="34" charset="0"/>
                  <a:cs typeface="Calibri" pitchFamily="34" charset="0"/>
                </a:rPr>
                <a:t>Yes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6299279" y="2532818"/>
              <a:ext cx="40094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tx2">
                      <a:lumMod val="50000"/>
                    </a:schemeClr>
                  </a:solidFill>
                  <a:latin typeface="Calibri" pitchFamily="34" charset="0"/>
                  <a:cs typeface="Calibri" pitchFamily="34" charset="0"/>
                </a:rPr>
                <a:t>Yes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6180691" y="3581859"/>
              <a:ext cx="40094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tx2">
                      <a:lumMod val="50000"/>
                    </a:schemeClr>
                  </a:solidFill>
                  <a:latin typeface="Calibri" pitchFamily="34" charset="0"/>
                  <a:cs typeface="Calibri" pitchFamily="34" charset="0"/>
                </a:rPr>
                <a:t>Yes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8258358" y="1930858"/>
              <a:ext cx="40094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tx2">
                      <a:lumMod val="50000"/>
                    </a:schemeClr>
                  </a:solidFill>
                  <a:latin typeface="Calibri" pitchFamily="34" charset="0"/>
                  <a:cs typeface="Calibri" pitchFamily="34" charset="0"/>
                </a:rPr>
                <a:t>No</a:t>
              </a:r>
            </a:p>
          </p:txBody>
        </p:sp>
        <p:cxnSp>
          <p:nvCxnSpPr>
            <p:cNvPr id="75" name="Straight Connector 74"/>
            <p:cNvCxnSpPr/>
            <p:nvPr/>
          </p:nvCxnSpPr>
          <p:spPr>
            <a:xfrm flipV="1">
              <a:off x="293022" y="3254271"/>
              <a:ext cx="11651930" cy="7953"/>
            </a:xfrm>
            <a:prstGeom prst="line">
              <a:avLst/>
            </a:prstGeom>
            <a:ln>
              <a:prstDash val="dash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 flipV="1">
              <a:off x="283464" y="1356953"/>
              <a:ext cx="11661488" cy="65524"/>
            </a:xfrm>
            <a:prstGeom prst="line">
              <a:avLst/>
            </a:prstGeom>
            <a:ln>
              <a:prstDash val="dash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 flipV="1">
              <a:off x="268449" y="5531117"/>
              <a:ext cx="11651930" cy="61997"/>
            </a:xfrm>
            <a:prstGeom prst="line">
              <a:avLst/>
            </a:prstGeom>
            <a:ln>
              <a:prstDash val="dash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1512546" y="1422477"/>
              <a:ext cx="6613" cy="4170637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259366" y="1894974"/>
              <a:ext cx="135437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tx2">
                      <a:lumMod val="50000"/>
                    </a:schemeClr>
                  </a:solidFill>
                </a:rPr>
                <a:t>Fund Accounting Administrator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90870" y="3383064"/>
              <a:ext cx="13898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tx2">
                      <a:lumMod val="50000"/>
                    </a:schemeClr>
                  </a:solidFill>
                </a:rPr>
                <a:t>Fund Accounting Manager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3414989" y="1591762"/>
              <a:ext cx="2260818" cy="5308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Automated trigger process </a:t>
              </a:r>
              <a:r>
                <a:rPr lang="en-US" sz="9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pulls fund </a:t>
              </a:r>
              <a:r>
                <a:rPr lang="en-US" sz="9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discrepancies from Fund Accounting </a:t>
              </a:r>
              <a:r>
                <a:rPr lang="en-US" sz="9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System and inserts  into </a:t>
              </a:r>
              <a:r>
                <a:rPr lang="en-US" sz="900" dirty="0" err="1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Blockchain</a:t>
              </a:r>
              <a:r>
                <a:rPr lang="en-US" sz="9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Ledger</a:t>
              </a:r>
              <a:endParaRPr lang="en-US" sz="9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1987230" y="2544117"/>
              <a:ext cx="1988004" cy="4049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/>
              <a:r>
                <a:rPr lang="en-US" sz="9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Fund Administrator checks the discrepancies</a:t>
              </a:r>
            </a:p>
            <a:p>
              <a:pPr algn="ctr"/>
              <a:endParaRPr lang="en-US" sz="9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87" name="Rectangle 86"/>
            <p:cNvSpPr/>
            <p:nvPr/>
          </p:nvSpPr>
          <p:spPr>
            <a:xfrm>
              <a:off x="7375995" y="2563911"/>
              <a:ext cx="2067185" cy="3869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/>
              <a:r>
                <a:rPr lang="en-US" sz="9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Fund Administrator adjust fund details</a:t>
              </a:r>
            </a:p>
            <a:p>
              <a:pPr algn="ctr"/>
              <a:endParaRPr lang="en-US" sz="9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88" name="Flowchart: Decision 87"/>
            <p:cNvSpPr/>
            <p:nvPr/>
          </p:nvSpPr>
          <p:spPr>
            <a:xfrm>
              <a:off x="9844124" y="2470503"/>
              <a:ext cx="1518045" cy="584314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900" b="1" dirty="0">
                  <a:solidFill>
                    <a:schemeClr val="tx2">
                      <a:lumMod val="50000"/>
                    </a:schemeClr>
                  </a:solidFill>
                  <a:latin typeface="Calibri" panose="020F0502020204030204" pitchFamily="34" charset="0"/>
                </a:rPr>
                <a:t>Success</a:t>
              </a:r>
            </a:p>
          </p:txBody>
        </p:sp>
        <p:cxnSp>
          <p:nvCxnSpPr>
            <p:cNvPr id="72" name="Straight Arrow Connector 71"/>
            <p:cNvCxnSpPr>
              <a:stCxn id="87" idx="3"/>
              <a:endCxn id="88" idx="1"/>
            </p:cNvCxnSpPr>
            <p:nvPr/>
          </p:nvCxnSpPr>
          <p:spPr>
            <a:xfrm>
              <a:off x="9443180" y="2757387"/>
              <a:ext cx="400944" cy="527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89" name="Rectangle 88"/>
            <p:cNvSpPr/>
            <p:nvPr/>
          </p:nvSpPr>
          <p:spPr>
            <a:xfrm>
              <a:off x="1987230" y="3595033"/>
              <a:ext cx="1987551" cy="4428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/>
              <a:r>
                <a:rPr lang="en-US" sz="9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Fund Manager approves/rejects the fund adjustment request with comments</a:t>
              </a:r>
            </a:p>
            <a:p>
              <a:pPr algn="ctr"/>
              <a:endParaRPr lang="en-US" sz="9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cxnSp>
          <p:nvCxnSpPr>
            <p:cNvPr id="90" name="Elbow Connector 89"/>
            <p:cNvCxnSpPr>
              <a:stCxn id="88" idx="2"/>
              <a:endCxn id="89" idx="0"/>
            </p:cNvCxnSpPr>
            <p:nvPr/>
          </p:nvCxnSpPr>
          <p:spPr>
            <a:xfrm rot="5400000">
              <a:off x="6521969" y="-486145"/>
              <a:ext cx="540216" cy="7622141"/>
            </a:xfrm>
            <a:prstGeom prst="bentConnector3">
              <a:avLst>
                <a:gd name="adj1" fmla="val 50000"/>
              </a:avLst>
            </a:prstGeom>
            <a:ln w="19050"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93" name="Flowchart: Decision 92"/>
            <p:cNvSpPr/>
            <p:nvPr/>
          </p:nvSpPr>
          <p:spPr>
            <a:xfrm>
              <a:off x="4725282" y="3531148"/>
              <a:ext cx="1518045" cy="584314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900" b="1" dirty="0">
                  <a:solidFill>
                    <a:schemeClr val="tx2">
                      <a:lumMod val="50000"/>
                    </a:schemeClr>
                  </a:solidFill>
                  <a:latin typeface="Calibri" panose="020F0502020204030204" pitchFamily="34" charset="0"/>
                </a:rPr>
                <a:t>Approve</a:t>
              </a:r>
            </a:p>
          </p:txBody>
        </p:sp>
        <p:cxnSp>
          <p:nvCxnSpPr>
            <p:cNvPr id="96" name="Straight Arrow Connector 95"/>
            <p:cNvCxnSpPr>
              <a:stCxn id="89" idx="3"/>
              <a:endCxn id="93" idx="1"/>
            </p:cNvCxnSpPr>
            <p:nvPr/>
          </p:nvCxnSpPr>
          <p:spPr>
            <a:xfrm>
              <a:off x="3974781" y="3816460"/>
              <a:ext cx="750501" cy="684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97" name="Flowchart: Connector 96"/>
            <p:cNvSpPr/>
            <p:nvPr/>
          </p:nvSpPr>
          <p:spPr>
            <a:xfrm>
              <a:off x="9956034" y="3619546"/>
              <a:ext cx="590284" cy="407518"/>
            </a:xfrm>
            <a:prstGeom prst="flowChartConnector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900" b="1" dirty="0">
                  <a:solidFill>
                    <a:schemeClr val="tx2">
                      <a:lumMod val="50000"/>
                    </a:schemeClr>
                  </a:solidFill>
                  <a:latin typeface="Calibri" panose="020F0502020204030204" pitchFamily="34" charset="0"/>
                </a:rPr>
                <a:t>End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10535896" y="3075020"/>
              <a:ext cx="40094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tx2">
                      <a:lumMod val="50000"/>
                    </a:schemeClr>
                  </a:solidFill>
                  <a:latin typeface="Calibri" pitchFamily="34" charset="0"/>
                  <a:cs typeface="Calibri" pitchFamily="34" charset="0"/>
                </a:rPr>
                <a:t>Yes</a:t>
              </a:r>
            </a:p>
          </p:txBody>
        </p:sp>
        <p:cxnSp>
          <p:nvCxnSpPr>
            <p:cNvPr id="100" name="Elbow Connector 99"/>
            <p:cNvCxnSpPr>
              <a:stCxn id="93" idx="2"/>
              <a:endCxn id="73" idx="1"/>
            </p:cNvCxnSpPr>
            <p:nvPr/>
          </p:nvCxnSpPr>
          <p:spPr>
            <a:xfrm rot="5400000" flipH="1">
              <a:off x="3051323" y="1682480"/>
              <a:ext cx="1368890" cy="3497075"/>
            </a:xfrm>
            <a:prstGeom prst="bentConnector4">
              <a:avLst>
                <a:gd name="adj1" fmla="val -16700"/>
                <a:gd name="adj2" fmla="val 106537"/>
              </a:avLst>
            </a:prstGeom>
            <a:ln w="19050"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102" name="TextBox 101"/>
            <p:cNvSpPr txBox="1"/>
            <p:nvPr/>
          </p:nvSpPr>
          <p:spPr>
            <a:xfrm>
              <a:off x="5587808" y="3032080"/>
              <a:ext cx="40094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tx2">
                      <a:lumMod val="50000"/>
                    </a:schemeClr>
                  </a:solidFill>
                  <a:latin typeface="Calibri" pitchFamily="34" charset="0"/>
                  <a:cs typeface="Calibri" pitchFamily="34" charset="0"/>
                </a:rPr>
                <a:t>No</a:t>
              </a:r>
            </a:p>
          </p:txBody>
        </p:sp>
        <p:cxnSp>
          <p:nvCxnSpPr>
            <p:cNvPr id="104" name="Elbow Connector 103"/>
            <p:cNvCxnSpPr>
              <a:stCxn id="46" idx="2"/>
              <a:endCxn id="97" idx="0"/>
            </p:cNvCxnSpPr>
            <p:nvPr/>
          </p:nvCxnSpPr>
          <p:spPr>
            <a:xfrm rot="16200000" flipH="1">
              <a:off x="7651143" y="1019512"/>
              <a:ext cx="575865" cy="4624202"/>
            </a:xfrm>
            <a:prstGeom prst="bentConnector3">
              <a:avLst>
                <a:gd name="adj1" fmla="val 75072"/>
              </a:avLst>
            </a:prstGeom>
            <a:ln w="19050"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113" name="TextBox 112"/>
            <p:cNvSpPr txBox="1"/>
            <p:nvPr/>
          </p:nvSpPr>
          <p:spPr>
            <a:xfrm>
              <a:off x="11290246" y="2532181"/>
              <a:ext cx="40094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tx2">
                      <a:lumMod val="50000"/>
                    </a:schemeClr>
                  </a:solidFill>
                  <a:latin typeface="Calibri" pitchFamily="34" charset="0"/>
                  <a:cs typeface="Calibri" pitchFamily="34" charset="0"/>
                </a:rPr>
                <a:t>No</a:t>
              </a:r>
            </a:p>
          </p:txBody>
        </p:sp>
        <p:cxnSp>
          <p:nvCxnSpPr>
            <p:cNvPr id="115" name="Elbow Connector 114"/>
            <p:cNvCxnSpPr>
              <a:stCxn id="42" idx="3"/>
              <a:endCxn id="20" idx="0"/>
            </p:cNvCxnSpPr>
            <p:nvPr/>
          </p:nvCxnSpPr>
          <p:spPr>
            <a:xfrm flipH="1" flipV="1">
              <a:off x="4545398" y="1591762"/>
              <a:ext cx="3776097" cy="259162"/>
            </a:xfrm>
            <a:prstGeom prst="bentConnector4">
              <a:avLst>
                <a:gd name="adj1" fmla="val -6054"/>
                <a:gd name="adj2" fmla="val 155071"/>
              </a:avLst>
            </a:prstGeom>
            <a:ln w="19050"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" name="Elbow Connector 3"/>
            <p:cNvCxnSpPr>
              <a:stCxn id="88" idx="3"/>
              <a:endCxn id="87" idx="0"/>
            </p:cNvCxnSpPr>
            <p:nvPr/>
          </p:nvCxnSpPr>
          <p:spPr>
            <a:xfrm flipH="1" flipV="1">
              <a:off x="8409588" y="2563911"/>
              <a:ext cx="2952581" cy="198749"/>
            </a:xfrm>
            <a:prstGeom prst="bentConnector4">
              <a:avLst>
                <a:gd name="adj1" fmla="val -7742"/>
                <a:gd name="adj2" fmla="val 189374"/>
              </a:avLst>
            </a:prstGeom>
            <a:ln w="19050"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5452571" y="4106811"/>
              <a:ext cx="40094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tx2">
                      <a:lumMod val="50000"/>
                    </a:schemeClr>
                  </a:solidFill>
                  <a:latin typeface="Calibri" pitchFamily="34" charset="0"/>
                  <a:cs typeface="Calibri" pitchFamily="34" charset="0"/>
                </a:rPr>
                <a:t>No</a:t>
              </a:r>
            </a:p>
          </p:txBody>
        </p:sp>
        <p:cxnSp>
          <p:nvCxnSpPr>
            <p:cNvPr id="133" name="Straight Connector 132"/>
            <p:cNvCxnSpPr/>
            <p:nvPr/>
          </p:nvCxnSpPr>
          <p:spPr>
            <a:xfrm flipV="1">
              <a:off x="268449" y="4522317"/>
              <a:ext cx="11651930" cy="7953"/>
            </a:xfrm>
            <a:prstGeom prst="line">
              <a:avLst/>
            </a:prstGeom>
            <a:ln>
              <a:prstDash val="dash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4" name="TextBox 133"/>
            <p:cNvSpPr txBox="1"/>
            <p:nvPr/>
          </p:nvSpPr>
          <p:spPr>
            <a:xfrm>
              <a:off x="318027" y="4843100"/>
              <a:ext cx="13898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tx2">
                      <a:lumMod val="50000"/>
                    </a:schemeClr>
                  </a:solidFill>
                </a:rPr>
                <a:t>Auditor</a:t>
              </a:r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1987230" y="4843100"/>
              <a:ext cx="1987551" cy="4428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/>
              <a:r>
                <a:rPr lang="en-US" sz="9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Auditor validates and sign-off on historical fund details</a:t>
              </a:r>
            </a:p>
          </p:txBody>
        </p:sp>
        <p:sp>
          <p:nvSpPr>
            <p:cNvPr id="144" name="Flowchart: Decision 143"/>
            <p:cNvSpPr/>
            <p:nvPr/>
          </p:nvSpPr>
          <p:spPr>
            <a:xfrm>
              <a:off x="4620044" y="4775145"/>
              <a:ext cx="1771771" cy="584314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900" b="1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endParaRPr>
            </a:p>
            <a:p>
              <a:pPr algn="ctr"/>
              <a:r>
                <a:rPr lang="en-US" sz="900" b="1" dirty="0">
                  <a:solidFill>
                    <a:schemeClr val="tx2">
                      <a:lumMod val="50000"/>
                    </a:schemeClr>
                  </a:solidFill>
                  <a:latin typeface="Calibri" panose="020F0502020204030204" pitchFamily="34" charset="0"/>
                </a:rPr>
                <a:t>Discrepancies Found</a:t>
              </a:r>
            </a:p>
          </p:txBody>
        </p:sp>
        <p:cxnSp>
          <p:nvCxnSpPr>
            <p:cNvPr id="146" name="Straight Arrow Connector 145"/>
            <p:cNvCxnSpPr>
              <a:stCxn id="136" idx="3"/>
              <a:endCxn id="144" idx="1"/>
            </p:cNvCxnSpPr>
            <p:nvPr/>
          </p:nvCxnSpPr>
          <p:spPr>
            <a:xfrm>
              <a:off x="3974781" y="5064527"/>
              <a:ext cx="645263" cy="277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51" name="Elbow Connector 150"/>
            <p:cNvCxnSpPr>
              <a:stCxn id="144" idx="3"/>
              <a:endCxn id="97" idx="4"/>
            </p:cNvCxnSpPr>
            <p:nvPr/>
          </p:nvCxnSpPr>
          <p:spPr>
            <a:xfrm flipV="1">
              <a:off x="6391815" y="4027064"/>
              <a:ext cx="3859361" cy="1040238"/>
            </a:xfrm>
            <a:prstGeom prst="bentConnector2">
              <a:avLst/>
            </a:prstGeom>
            <a:ln w="19050"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153" name="TextBox 152"/>
          <p:cNvSpPr txBox="1"/>
          <p:nvPr/>
        </p:nvSpPr>
        <p:spPr>
          <a:xfrm>
            <a:off x="6334295" y="5039308"/>
            <a:ext cx="4009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No</a:t>
            </a:r>
          </a:p>
        </p:txBody>
      </p:sp>
      <p:cxnSp>
        <p:nvCxnSpPr>
          <p:cNvPr id="158" name="Elbow Connector 157"/>
          <p:cNvCxnSpPr>
            <a:stCxn id="93" idx="3"/>
            <a:endCxn id="136" idx="0"/>
          </p:cNvCxnSpPr>
          <p:nvPr/>
        </p:nvCxnSpPr>
        <p:spPr>
          <a:xfrm flipH="1">
            <a:off x="2968719" y="4025435"/>
            <a:ext cx="3262321" cy="1019795"/>
          </a:xfrm>
          <a:prstGeom prst="bentConnector4">
            <a:avLst>
              <a:gd name="adj1" fmla="val -7007"/>
              <a:gd name="adj2" fmla="val 85089"/>
            </a:avLst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0620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 Architecture</a:t>
            </a:r>
          </a:p>
        </p:txBody>
      </p:sp>
      <p:grpSp>
        <p:nvGrpSpPr>
          <p:cNvPr id="159" name="Group 158"/>
          <p:cNvGrpSpPr/>
          <p:nvPr/>
        </p:nvGrpSpPr>
        <p:grpSpPr>
          <a:xfrm>
            <a:off x="2748022" y="1796838"/>
            <a:ext cx="6107567" cy="3503736"/>
            <a:chOff x="3180412" y="2196941"/>
            <a:chExt cx="6107567" cy="3460570"/>
          </a:xfrm>
        </p:grpSpPr>
        <p:sp>
          <p:nvSpPr>
            <p:cNvPr id="165" name="Shape 511"/>
            <p:cNvSpPr/>
            <p:nvPr/>
          </p:nvSpPr>
          <p:spPr>
            <a:xfrm>
              <a:off x="4656690" y="3158449"/>
              <a:ext cx="2657805" cy="1331216"/>
            </a:xfrm>
            <a:prstGeom prst="roundRect">
              <a:avLst>
                <a:gd name="adj" fmla="val 16280"/>
              </a:avLst>
            </a:prstGeom>
            <a:solidFill>
              <a:srgbClr val="D9E4F2"/>
            </a:solidFill>
            <a:ln>
              <a:solidFill>
                <a:srgbClr val="3C75BD"/>
              </a:solidFill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45719" rIns="45719"/>
            <a:lstStyle/>
            <a:p>
              <a:pPr algn="ctr">
                <a:defRPr sz="1400"/>
              </a:pPr>
              <a:endParaRPr sz="1400">
                <a:latin typeface="+mj-lt"/>
              </a:endParaRPr>
            </a:p>
          </p:txBody>
        </p:sp>
        <p:sp>
          <p:nvSpPr>
            <p:cNvPr id="167" name="Shape 512"/>
            <p:cNvSpPr/>
            <p:nvPr/>
          </p:nvSpPr>
          <p:spPr>
            <a:xfrm>
              <a:off x="3992875" y="2493480"/>
              <a:ext cx="4132797" cy="2735606"/>
            </a:xfrm>
            <a:prstGeom prst="ellipse">
              <a:avLst/>
            </a:prstGeom>
            <a:ln w="38100">
              <a:solidFill>
                <a:schemeClr val="accent1"/>
              </a:solidFill>
            </a:ln>
          </p:spPr>
          <p:txBody>
            <a:bodyPr lIns="45719" rIns="45719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>
                <a:latin typeface="+mj-lt"/>
              </a:endParaRPr>
            </a:p>
          </p:txBody>
        </p:sp>
        <p:grpSp>
          <p:nvGrpSpPr>
            <p:cNvPr id="168" name="Group 515"/>
            <p:cNvGrpSpPr/>
            <p:nvPr/>
          </p:nvGrpSpPr>
          <p:grpSpPr>
            <a:xfrm>
              <a:off x="5437661" y="4918088"/>
              <a:ext cx="1107206" cy="739423"/>
              <a:chOff x="0" y="0"/>
              <a:chExt cx="1371600" cy="914400"/>
            </a:xfrm>
          </p:grpSpPr>
          <p:sp>
            <p:nvSpPr>
              <p:cNvPr id="368" name="Shape 513"/>
              <p:cNvSpPr/>
              <p:nvPr/>
            </p:nvSpPr>
            <p:spPr>
              <a:xfrm>
                <a:off x="0" y="0"/>
                <a:ext cx="1371600" cy="914400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>
                <a:outerShdw blurRad="381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algn="ctr">
                  <a:defRPr sz="1400"/>
                </a:pPr>
                <a:endParaRPr sz="1400">
                  <a:latin typeface="+mj-lt"/>
                </a:endParaRPr>
              </a:p>
            </p:txBody>
          </p:sp>
          <p:sp>
            <p:nvSpPr>
              <p:cNvPr id="369" name="Shape 514"/>
              <p:cNvSpPr/>
              <p:nvPr/>
            </p:nvSpPr>
            <p:spPr>
              <a:xfrm>
                <a:off x="0" y="0"/>
                <a:ext cx="1371600" cy="35194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36000" tIns="36000" rIns="36000" bIns="36000" numCol="1" anchor="t">
                <a:spAutoFit/>
              </a:bodyPr>
              <a:lstStyle>
                <a:lvl1pPr algn="ctr">
                  <a:defRPr sz="1400"/>
                </a:lvl1pPr>
              </a:lstStyle>
              <a:p>
                <a:r>
                  <a:rPr lang="en-US" dirty="0">
                    <a:latin typeface="+mj-lt"/>
                  </a:rPr>
                  <a:t>N</a:t>
                </a:r>
                <a:r>
                  <a:rPr dirty="0">
                    <a:latin typeface="+mj-lt"/>
                  </a:rPr>
                  <a:t>ode</a:t>
                </a:r>
              </a:p>
            </p:txBody>
          </p:sp>
        </p:grpSp>
        <p:grpSp>
          <p:nvGrpSpPr>
            <p:cNvPr id="169" name="Group 519"/>
            <p:cNvGrpSpPr/>
            <p:nvPr/>
          </p:nvGrpSpPr>
          <p:grpSpPr>
            <a:xfrm>
              <a:off x="5510705" y="5141457"/>
              <a:ext cx="308840" cy="482679"/>
              <a:chOff x="0" y="0"/>
              <a:chExt cx="382588" cy="596900"/>
            </a:xfrm>
          </p:grpSpPr>
          <p:sp>
            <p:nvSpPr>
              <p:cNvPr id="365" name="Shape 516"/>
              <p:cNvSpPr/>
              <p:nvPr/>
            </p:nvSpPr>
            <p:spPr>
              <a:xfrm>
                <a:off x="0" y="-1"/>
                <a:ext cx="382589" cy="5969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7928" y="0"/>
                    </a:moveTo>
                    <a:lnTo>
                      <a:pt x="0" y="3153"/>
                    </a:lnTo>
                    <a:lnTo>
                      <a:pt x="0" y="20124"/>
                    </a:lnTo>
                    <a:lnTo>
                      <a:pt x="13672" y="21600"/>
                    </a:lnTo>
                    <a:lnTo>
                      <a:pt x="13672" y="4629"/>
                    </a:lnTo>
                    <a:lnTo>
                      <a:pt x="21600" y="1476"/>
                    </a:lnTo>
                    <a:lnTo>
                      <a:pt x="7928" y="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66" name="Shape 517"/>
              <p:cNvSpPr/>
              <p:nvPr/>
            </p:nvSpPr>
            <p:spPr>
              <a:xfrm>
                <a:off x="105822" y="122345"/>
                <a:ext cx="20351" cy="4374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0" y="21417"/>
                    </a:lnTo>
                    <a:lnTo>
                      <a:pt x="0" y="0"/>
                    </a:lnTo>
                    <a:lnTo>
                      <a:pt x="21600" y="183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0055A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67" name="Shape 518"/>
              <p:cNvSpPr/>
              <p:nvPr/>
            </p:nvSpPr>
            <p:spPr>
              <a:xfrm>
                <a:off x="242170" y="40782"/>
                <a:ext cx="140419" cy="5561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21600" y="18216"/>
                    </a:lnTo>
                    <a:lnTo>
                      <a:pt x="21600" y="0"/>
                    </a:lnTo>
                    <a:lnTo>
                      <a:pt x="0" y="3384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96969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>
                  <a:latin typeface="+mj-lt"/>
                </a:endParaRPr>
              </a:p>
            </p:txBody>
          </p:sp>
        </p:grpSp>
        <p:sp>
          <p:nvSpPr>
            <p:cNvPr id="363" name="Shape 520"/>
            <p:cNvSpPr/>
            <p:nvPr/>
          </p:nvSpPr>
          <p:spPr>
            <a:xfrm>
              <a:off x="7737379" y="2438619"/>
              <a:ext cx="1550600" cy="426338"/>
            </a:xfrm>
            <a:prstGeom prst="roundRect">
              <a:avLst>
                <a:gd name="adj" fmla="val 23491"/>
              </a:avLst>
            </a:prstGeom>
            <a:solidFill>
              <a:srgbClr val="00B050"/>
            </a:solidFill>
            <a:ln w="9525" cap="flat">
              <a:solidFill>
                <a:srgbClr val="7DCDF2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4998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>
                  <a:solidFill>
                    <a:srgbClr val="FFFFFF"/>
                  </a:solidFill>
                </a:defRPr>
              </a:pPr>
              <a:endParaRPr lang="en-US" sz="1100" b="1" dirty="0">
                <a:latin typeface="+mj-lt"/>
              </a:endParaRPr>
            </a:p>
            <a:p>
              <a:pPr algn="ctr">
                <a:defRPr sz="1100">
                  <a:solidFill>
                    <a:srgbClr val="FFFFFF"/>
                  </a:solidFill>
                </a:defRPr>
              </a:pPr>
              <a:r>
                <a:rPr lang="en-US" sz="1100" b="1" dirty="0">
                  <a:latin typeface="+mj-lt"/>
                </a:rPr>
                <a:t>1. </a:t>
              </a:r>
              <a:r>
                <a:rPr lang="en-US" sz="1100" b="1" dirty="0">
                  <a:solidFill>
                    <a:srgbClr val="FFFFFF"/>
                  </a:solidFill>
                </a:rPr>
                <a:t>Fund Accounting Administrator</a:t>
              </a:r>
            </a:p>
            <a:p>
              <a:pPr algn="ctr">
                <a:defRPr sz="1100">
                  <a:solidFill>
                    <a:srgbClr val="FFFFFF"/>
                  </a:solidFill>
                </a:defRPr>
              </a:pPr>
              <a:endParaRPr sz="1100" dirty="0">
                <a:latin typeface="+mj-lt"/>
              </a:endParaRPr>
            </a:p>
          </p:txBody>
        </p:sp>
        <p:sp>
          <p:nvSpPr>
            <p:cNvPr id="176" name="Shape 538"/>
            <p:cNvSpPr/>
            <p:nvPr/>
          </p:nvSpPr>
          <p:spPr>
            <a:xfrm>
              <a:off x="4729732" y="3147495"/>
              <a:ext cx="1255858" cy="22399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45719" rIns="45719">
              <a:spAutoFit/>
            </a:bodyPr>
            <a:lstStyle>
              <a:lvl1pPr algn="ctr">
                <a:defRPr sz="1200"/>
              </a:lvl1pPr>
            </a:lstStyle>
            <a:p>
              <a:r>
                <a:rPr>
                  <a:latin typeface="+mj-lt"/>
                </a:rPr>
                <a:t>Shared Ledger</a:t>
              </a:r>
            </a:p>
          </p:txBody>
        </p:sp>
        <p:sp>
          <p:nvSpPr>
            <p:cNvPr id="217" name="Shape 539"/>
            <p:cNvSpPr/>
            <p:nvPr/>
          </p:nvSpPr>
          <p:spPr>
            <a:xfrm>
              <a:off x="6059919" y="3147495"/>
              <a:ext cx="1215552" cy="27358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rIns="45719">
              <a:spAutoFit/>
            </a:bodyPr>
            <a:lstStyle/>
            <a:p>
              <a:pPr algn="ctr">
                <a:defRPr sz="1200"/>
              </a:pPr>
              <a:r>
                <a:rPr sz="1200" dirty="0">
                  <a:latin typeface="+mj-lt"/>
                </a:rPr>
                <a:t>Smart Contracts</a:t>
              </a:r>
            </a:p>
          </p:txBody>
        </p:sp>
        <p:sp>
          <p:nvSpPr>
            <p:cNvPr id="218" name="Shape 541"/>
            <p:cNvSpPr/>
            <p:nvPr/>
          </p:nvSpPr>
          <p:spPr>
            <a:xfrm>
              <a:off x="6721863" y="4808025"/>
              <a:ext cx="1107206" cy="2881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6000" tIns="36000" rIns="36000" bIns="36000" numCol="1" anchor="t">
              <a:spAutoFit/>
            </a:bodyPr>
            <a:lstStyle>
              <a:lvl1pPr algn="ctr">
                <a:defRPr sz="1400"/>
              </a:lvl1pPr>
            </a:lstStyle>
            <a:p>
              <a:endParaRPr dirty="0">
                <a:latin typeface="+mj-lt"/>
              </a:endParaRPr>
            </a:p>
          </p:txBody>
        </p:sp>
        <p:sp>
          <p:nvSpPr>
            <p:cNvPr id="220" name="Shape 556"/>
            <p:cNvSpPr/>
            <p:nvPr/>
          </p:nvSpPr>
          <p:spPr>
            <a:xfrm flipH="1" flipV="1">
              <a:off x="5964938" y="4489663"/>
              <a:ext cx="20651" cy="428424"/>
            </a:xfrm>
            <a:prstGeom prst="line">
              <a:avLst/>
            </a:prstGeom>
            <a:ln w="25400">
              <a:solidFill>
                <a:schemeClr val="accent1"/>
              </a:solidFill>
              <a:prstDash val="dash"/>
            </a:ln>
          </p:spPr>
          <p:txBody>
            <a:bodyPr lIns="45719" rIns="45719"/>
            <a:lstStyle/>
            <a:p>
              <a:endParaRPr>
                <a:latin typeface="+mj-lt"/>
              </a:endParaRPr>
            </a:p>
          </p:txBody>
        </p:sp>
        <p:grpSp>
          <p:nvGrpSpPr>
            <p:cNvPr id="223" name="Group 559"/>
            <p:cNvGrpSpPr/>
            <p:nvPr/>
          </p:nvGrpSpPr>
          <p:grpSpPr>
            <a:xfrm>
              <a:off x="3180412" y="3750241"/>
              <a:ext cx="1107205" cy="739423"/>
              <a:chOff x="0" y="0"/>
              <a:chExt cx="1371600" cy="914400"/>
            </a:xfrm>
          </p:grpSpPr>
          <p:sp>
            <p:nvSpPr>
              <p:cNvPr id="357" name="Shape 557"/>
              <p:cNvSpPr/>
              <p:nvPr/>
            </p:nvSpPr>
            <p:spPr>
              <a:xfrm>
                <a:off x="0" y="0"/>
                <a:ext cx="1371600" cy="914400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>
                <a:outerShdw blurRad="381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algn="ctr">
                  <a:defRPr sz="1400"/>
                </a:pPr>
                <a:endParaRPr sz="1400">
                  <a:latin typeface="+mj-lt"/>
                </a:endParaRPr>
              </a:p>
            </p:txBody>
          </p:sp>
          <p:sp>
            <p:nvSpPr>
              <p:cNvPr id="358" name="Shape 558"/>
              <p:cNvSpPr/>
              <p:nvPr/>
            </p:nvSpPr>
            <p:spPr>
              <a:xfrm>
                <a:off x="0" y="0"/>
                <a:ext cx="1371600" cy="35194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36000" tIns="36000" rIns="36000" bIns="36000" numCol="1" anchor="t">
                <a:spAutoFit/>
              </a:bodyPr>
              <a:lstStyle>
                <a:lvl1pPr algn="ctr">
                  <a:defRPr sz="1400"/>
                </a:lvl1pPr>
              </a:lstStyle>
              <a:p>
                <a:r>
                  <a:rPr lang="en-US" dirty="0">
                    <a:latin typeface="+mj-lt"/>
                  </a:rPr>
                  <a:t>N</a:t>
                </a:r>
                <a:r>
                  <a:rPr dirty="0">
                    <a:latin typeface="+mj-lt"/>
                  </a:rPr>
                  <a:t>ode</a:t>
                </a:r>
              </a:p>
            </p:txBody>
          </p:sp>
        </p:grpSp>
        <p:grpSp>
          <p:nvGrpSpPr>
            <p:cNvPr id="224" name="Group 563"/>
            <p:cNvGrpSpPr/>
            <p:nvPr/>
          </p:nvGrpSpPr>
          <p:grpSpPr>
            <a:xfrm>
              <a:off x="3253460" y="3972326"/>
              <a:ext cx="308839" cy="482679"/>
              <a:chOff x="0" y="0"/>
              <a:chExt cx="382587" cy="596900"/>
            </a:xfrm>
          </p:grpSpPr>
          <p:sp>
            <p:nvSpPr>
              <p:cNvPr id="354" name="Shape 560"/>
              <p:cNvSpPr/>
              <p:nvPr/>
            </p:nvSpPr>
            <p:spPr>
              <a:xfrm>
                <a:off x="-1" y="-1"/>
                <a:ext cx="382589" cy="5969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7928" y="0"/>
                    </a:moveTo>
                    <a:lnTo>
                      <a:pt x="0" y="3153"/>
                    </a:lnTo>
                    <a:lnTo>
                      <a:pt x="0" y="20124"/>
                    </a:lnTo>
                    <a:lnTo>
                      <a:pt x="13672" y="21600"/>
                    </a:lnTo>
                    <a:lnTo>
                      <a:pt x="13672" y="4629"/>
                    </a:lnTo>
                    <a:lnTo>
                      <a:pt x="21600" y="1476"/>
                    </a:lnTo>
                    <a:lnTo>
                      <a:pt x="7928" y="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55" name="Shape 561"/>
              <p:cNvSpPr/>
              <p:nvPr/>
            </p:nvSpPr>
            <p:spPr>
              <a:xfrm>
                <a:off x="105821" y="122345"/>
                <a:ext cx="20352" cy="4374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0" y="21417"/>
                    </a:lnTo>
                    <a:lnTo>
                      <a:pt x="0" y="0"/>
                    </a:lnTo>
                    <a:lnTo>
                      <a:pt x="21600" y="183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0055A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56" name="Shape 562"/>
              <p:cNvSpPr/>
              <p:nvPr/>
            </p:nvSpPr>
            <p:spPr>
              <a:xfrm>
                <a:off x="242169" y="40782"/>
                <a:ext cx="140418" cy="5561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21600" y="18216"/>
                    </a:lnTo>
                    <a:lnTo>
                      <a:pt x="21600" y="0"/>
                    </a:lnTo>
                    <a:lnTo>
                      <a:pt x="0" y="3384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96969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>
                  <a:latin typeface="+mj-lt"/>
                </a:endParaRPr>
              </a:p>
            </p:txBody>
          </p:sp>
        </p:grpSp>
        <p:sp>
          <p:nvSpPr>
            <p:cNvPr id="225" name="Shape 564"/>
            <p:cNvSpPr/>
            <p:nvPr/>
          </p:nvSpPr>
          <p:spPr>
            <a:xfrm flipH="1">
              <a:off x="4213295" y="4194408"/>
              <a:ext cx="443395" cy="12838"/>
            </a:xfrm>
            <a:prstGeom prst="line">
              <a:avLst/>
            </a:prstGeom>
            <a:ln w="25400">
              <a:solidFill>
                <a:schemeClr val="accent1"/>
              </a:solidFill>
              <a:prstDash val="dash"/>
            </a:ln>
          </p:spPr>
          <p:txBody>
            <a:bodyPr lIns="45719" rIns="45719"/>
            <a:lstStyle/>
            <a:p>
              <a:endParaRPr>
                <a:latin typeface="+mj-lt"/>
              </a:endParaRPr>
            </a:p>
          </p:txBody>
        </p:sp>
        <p:grpSp>
          <p:nvGrpSpPr>
            <p:cNvPr id="227" name="Group 574"/>
            <p:cNvGrpSpPr/>
            <p:nvPr/>
          </p:nvGrpSpPr>
          <p:grpSpPr>
            <a:xfrm>
              <a:off x="6354657" y="2196941"/>
              <a:ext cx="1107206" cy="767209"/>
              <a:chOff x="0" y="0"/>
              <a:chExt cx="1371600" cy="948761"/>
            </a:xfrm>
          </p:grpSpPr>
          <p:sp>
            <p:nvSpPr>
              <p:cNvPr id="352" name="Shape 572"/>
              <p:cNvSpPr/>
              <p:nvPr/>
            </p:nvSpPr>
            <p:spPr>
              <a:xfrm>
                <a:off x="0" y="34361"/>
                <a:ext cx="1371600" cy="914400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>
                <a:outerShdw blurRad="381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algn="ctr">
                  <a:defRPr sz="1400"/>
                </a:pPr>
                <a:endParaRPr sz="1400">
                  <a:latin typeface="+mj-lt"/>
                </a:endParaRPr>
              </a:p>
            </p:txBody>
          </p:sp>
          <p:sp>
            <p:nvSpPr>
              <p:cNvPr id="353" name="Shape 573"/>
              <p:cNvSpPr/>
              <p:nvPr/>
            </p:nvSpPr>
            <p:spPr>
              <a:xfrm>
                <a:off x="0" y="0"/>
                <a:ext cx="1371600" cy="35194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36000" tIns="36000" rIns="36000" bIns="36000" numCol="1" anchor="t">
                <a:spAutoFit/>
              </a:bodyPr>
              <a:lstStyle>
                <a:lvl1pPr algn="ctr">
                  <a:defRPr sz="1400"/>
                </a:lvl1pPr>
              </a:lstStyle>
              <a:p>
                <a:r>
                  <a:rPr lang="en-US" dirty="0">
                    <a:latin typeface="+mj-lt"/>
                  </a:rPr>
                  <a:t>N</a:t>
                </a:r>
                <a:r>
                  <a:rPr dirty="0">
                    <a:latin typeface="+mj-lt"/>
                  </a:rPr>
                  <a:t>ode</a:t>
                </a:r>
              </a:p>
            </p:txBody>
          </p:sp>
        </p:grpSp>
        <p:grpSp>
          <p:nvGrpSpPr>
            <p:cNvPr id="228" name="Group 578"/>
            <p:cNvGrpSpPr/>
            <p:nvPr/>
          </p:nvGrpSpPr>
          <p:grpSpPr>
            <a:xfrm>
              <a:off x="7079983" y="2420309"/>
              <a:ext cx="308839" cy="482679"/>
              <a:chOff x="0" y="0"/>
              <a:chExt cx="382587" cy="596900"/>
            </a:xfrm>
          </p:grpSpPr>
          <p:sp>
            <p:nvSpPr>
              <p:cNvPr id="349" name="Shape 575"/>
              <p:cNvSpPr/>
              <p:nvPr/>
            </p:nvSpPr>
            <p:spPr>
              <a:xfrm>
                <a:off x="-1" y="-1"/>
                <a:ext cx="382589" cy="5969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7928" y="0"/>
                    </a:moveTo>
                    <a:lnTo>
                      <a:pt x="0" y="3153"/>
                    </a:lnTo>
                    <a:lnTo>
                      <a:pt x="0" y="20124"/>
                    </a:lnTo>
                    <a:lnTo>
                      <a:pt x="13672" y="21600"/>
                    </a:lnTo>
                    <a:lnTo>
                      <a:pt x="13672" y="4629"/>
                    </a:lnTo>
                    <a:lnTo>
                      <a:pt x="21600" y="1476"/>
                    </a:lnTo>
                    <a:lnTo>
                      <a:pt x="7928" y="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50" name="Shape 576"/>
              <p:cNvSpPr/>
              <p:nvPr/>
            </p:nvSpPr>
            <p:spPr>
              <a:xfrm>
                <a:off x="105821" y="122345"/>
                <a:ext cx="20352" cy="4374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0" y="21417"/>
                    </a:lnTo>
                    <a:lnTo>
                      <a:pt x="0" y="0"/>
                    </a:lnTo>
                    <a:lnTo>
                      <a:pt x="21600" y="183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0055A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51" name="Shape 577"/>
              <p:cNvSpPr/>
              <p:nvPr/>
            </p:nvSpPr>
            <p:spPr>
              <a:xfrm>
                <a:off x="242169" y="40782"/>
                <a:ext cx="140418" cy="5561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21600" y="18216"/>
                    </a:lnTo>
                    <a:lnTo>
                      <a:pt x="21600" y="0"/>
                    </a:lnTo>
                    <a:lnTo>
                      <a:pt x="0" y="3384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96969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>
                  <a:latin typeface="+mj-lt"/>
                </a:endParaRPr>
              </a:p>
            </p:txBody>
          </p:sp>
        </p:grpSp>
        <p:sp>
          <p:nvSpPr>
            <p:cNvPr id="230" name="Shape 580"/>
            <p:cNvSpPr/>
            <p:nvPr/>
          </p:nvSpPr>
          <p:spPr>
            <a:xfrm flipV="1">
              <a:off x="6576359" y="2806027"/>
              <a:ext cx="147371" cy="341468"/>
            </a:xfrm>
            <a:prstGeom prst="line">
              <a:avLst/>
            </a:prstGeom>
            <a:ln w="25400">
              <a:solidFill>
                <a:schemeClr val="accent1"/>
              </a:solidFill>
              <a:prstDash val="dash"/>
            </a:ln>
          </p:spPr>
          <p:txBody>
            <a:bodyPr lIns="45719" rIns="45719"/>
            <a:lstStyle/>
            <a:p>
              <a:endParaRPr>
                <a:latin typeface="+mj-lt"/>
              </a:endParaRPr>
            </a:p>
          </p:txBody>
        </p:sp>
        <p:grpSp>
          <p:nvGrpSpPr>
            <p:cNvPr id="233" name="Group 590"/>
            <p:cNvGrpSpPr/>
            <p:nvPr/>
          </p:nvGrpSpPr>
          <p:grpSpPr>
            <a:xfrm>
              <a:off x="5075732" y="3383525"/>
              <a:ext cx="615115" cy="739424"/>
              <a:chOff x="0" y="0"/>
              <a:chExt cx="762000" cy="914400"/>
            </a:xfrm>
          </p:grpSpPr>
          <p:grpSp>
            <p:nvGrpSpPr>
              <p:cNvPr id="340" name="Group 584"/>
              <p:cNvGrpSpPr/>
              <p:nvPr/>
            </p:nvGrpSpPr>
            <p:grpSpPr>
              <a:xfrm>
                <a:off x="-1" y="-1"/>
                <a:ext cx="762002" cy="914402"/>
                <a:chOff x="0" y="0"/>
                <a:chExt cx="762000" cy="914400"/>
              </a:xfrm>
            </p:grpSpPr>
            <p:sp>
              <p:nvSpPr>
                <p:cNvPr id="346" name="Shape 581"/>
                <p:cNvSpPr/>
                <p:nvPr/>
              </p:nvSpPr>
              <p:spPr>
                <a:xfrm rot="10800000" flipH="1">
                  <a:off x="0" y="0"/>
                  <a:ext cx="762000" cy="9144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16995"/>
                      </a:lnTo>
                      <a:lnTo>
                        <a:pt x="16075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>
                    <a:latin typeface="+mj-lt"/>
                  </a:endParaRPr>
                </a:p>
              </p:txBody>
            </p:sp>
            <p:sp>
              <p:nvSpPr>
                <p:cNvPr id="347" name="Shape 582"/>
                <p:cNvSpPr/>
                <p:nvPr/>
              </p:nvSpPr>
              <p:spPr>
                <a:xfrm rot="10800000" flipH="1">
                  <a:off x="567072" y="0"/>
                  <a:ext cx="194928" cy="19492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lnTo>
                        <a:pt x="4320" y="432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000000">
                    <a:alpha val="20000"/>
                  </a:srgb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>
                    <a:latin typeface="+mj-lt"/>
                  </a:endParaRPr>
                </a:p>
              </p:txBody>
            </p:sp>
            <p:sp>
              <p:nvSpPr>
                <p:cNvPr id="348" name="Shape 583"/>
                <p:cNvSpPr/>
                <p:nvPr/>
              </p:nvSpPr>
              <p:spPr>
                <a:xfrm rot="10800000" flipH="1">
                  <a:off x="0" y="0"/>
                  <a:ext cx="762000" cy="9144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6075" y="21600"/>
                      </a:moveTo>
                      <a:lnTo>
                        <a:pt x="17180" y="17916"/>
                      </a:lnTo>
                      <a:lnTo>
                        <a:pt x="21600" y="16995"/>
                      </a:lnTo>
                      <a:lnTo>
                        <a:pt x="16075" y="21600"/>
                      </a:lnTo>
                      <a:lnTo>
                        <a:pt x="0" y="21600"/>
                      </a:lnTo>
                      <a:lnTo>
                        <a:pt x="0" y="0"/>
                      </a:lnTo>
                      <a:lnTo>
                        <a:pt x="21600" y="0"/>
                      </a:lnTo>
                      <a:lnTo>
                        <a:pt x="21600" y="16995"/>
                      </a:lnTo>
                    </a:path>
                  </a:pathLst>
                </a:custGeom>
                <a:noFill/>
                <a:ln w="25400" cap="flat">
                  <a:solidFill>
                    <a:srgbClr val="000000">
                      <a:alpha val="20000"/>
                    </a:srgbClr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>
                    <a:latin typeface="+mj-lt"/>
                  </a:endParaRPr>
                </a:p>
              </p:txBody>
            </p:sp>
          </p:grpSp>
          <p:sp>
            <p:nvSpPr>
              <p:cNvPr id="341" name="Shape 585"/>
              <p:cNvSpPr/>
              <p:nvPr/>
            </p:nvSpPr>
            <p:spPr>
              <a:xfrm>
                <a:off x="76200" y="292100"/>
                <a:ext cx="609600" cy="1"/>
              </a:xfrm>
              <a:prstGeom prst="line">
                <a:avLst/>
              </a:prstGeom>
              <a:noFill/>
              <a:ln w="25400" cap="flat">
                <a:solidFill>
                  <a:srgbClr val="000000">
                    <a:alpha val="20000"/>
                  </a:srgbClr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42" name="Shape 586"/>
              <p:cNvSpPr/>
              <p:nvPr/>
            </p:nvSpPr>
            <p:spPr>
              <a:xfrm>
                <a:off x="76200" y="449261"/>
                <a:ext cx="609600" cy="1"/>
              </a:xfrm>
              <a:prstGeom prst="line">
                <a:avLst/>
              </a:prstGeom>
              <a:noFill/>
              <a:ln w="25400" cap="flat">
                <a:solidFill>
                  <a:srgbClr val="000000">
                    <a:alpha val="20000"/>
                  </a:srgbClr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43" name="Shape 587"/>
              <p:cNvSpPr/>
              <p:nvPr/>
            </p:nvSpPr>
            <p:spPr>
              <a:xfrm>
                <a:off x="76200" y="606424"/>
                <a:ext cx="609600" cy="1"/>
              </a:xfrm>
              <a:prstGeom prst="line">
                <a:avLst/>
              </a:prstGeom>
              <a:noFill/>
              <a:ln w="25400" cap="flat">
                <a:solidFill>
                  <a:srgbClr val="000000">
                    <a:alpha val="20000"/>
                  </a:srgbClr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44" name="Shape 588"/>
              <p:cNvSpPr/>
              <p:nvPr/>
            </p:nvSpPr>
            <p:spPr>
              <a:xfrm>
                <a:off x="76200" y="761999"/>
                <a:ext cx="609600" cy="1"/>
              </a:xfrm>
              <a:prstGeom prst="line">
                <a:avLst/>
              </a:prstGeom>
              <a:noFill/>
              <a:ln w="25400" cap="flat">
                <a:solidFill>
                  <a:srgbClr val="000000">
                    <a:alpha val="20000"/>
                  </a:srgbClr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>
                  <a:latin typeface="+mj-lt"/>
                </a:endParaRPr>
              </a:p>
            </p:txBody>
          </p:sp>
          <p:sp>
            <p:nvSpPr>
              <p:cNvPr id="345" name="Shape 589"/>
              <p:cNvSpPr/>
              <p:nvPr/>
            </p:nvSpPr>
            <p:spPr>
              <a:xfrm>
                <a:off x="68261" y="136524"/>
                <a:ext cx="409576" cy="1"/>
              </a:xfrm>
              <a:prstGeom prst="line">
                <a:avLst/>
              </a:prstGeom>
              <a:noFill/>
              <a:ln w="25400" cap="flat">
                <a:solidFill>
                  <a:srgbClr val="000000">
                    <a:alpha val="20000"/>
                  </a:srgbClr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>
                  <a:latin typeface="+mj-lt"/>
                </a:endParaRPr>
              </a:p>
            </p:txBody>
          </p:sp>
        </p:grpSp>
        <p:grpSp>
          <p:nvGrpSpPr>
            <p:cNvPr id="235" name="Group 603"/>
            <p:cNvGrpSpPr/>
            <p:nvPr/>
          </p:nvGrpSpPr>
          <p:grpSpPr>
            <a:xfrm>
              <a:off x="6207285" y="3383530"/>
              <a:ext cx="765049" cy="812593"/>
              <a:chOff x="0" y="0"/>
              <a:chExt cx="947737" cy="1004886"/>
            </a:xfrm>
          </p:grpSpPr>
          <p:grpSp>
            <p:nvGrpSpPr>
              <p:cNvPr id="328" name="Group 594"/>
              <p:cNvGrpSpPr/>
              <p:nvPr/>
            </p:nvGrpSpPr>
            <p:grpSpPr>
              <a:xfrm>
                <a:off x="-1" y="0"/>
                <a:ext cx="779464" cy="781050"/>
                <a:chOff x="0" y="0"/>
                <a:chExt cx="779463" cy="781049"/>
              </a:xfrm>
            </p:grpSpPr>
            <p:sp>
              <p:nvSpPr>
                <p:cNvPr id="337" name="Shape 591"/>
                <p:cNvSpPr/>
                <p:nvPr/>
              </p:nvSpPr>
              <p:spPr>
                <a:xfrm>
                  <a:off x="-1" y="0"/>
                  <a:ext cx="779465" cy="78105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78" y="21600"/>
                      </a:moveTo>
                      <a:cubicBezTo>
                        <a:pt x="482" y="21600"/>
                        <a:pt x="0" y="21119"/>
                        <a:pt x="0" y="20525"/>
                      </a:cubicBezTo>
                      <a:cubicBezTo>
                        <a:pt x="0" y="19931"/>
                        <a:pt x="482" y="19449"/>
                        <a:pt x="1078" y="19449"/>
                      </a:cubicBezTo>
                      <a:lnTo>
                        <a:pt x="2155" y="19449"/>
                      </a:lnTo>
                      <a:lnTo>
                        <a:pt x="2155" y="1075"/>
                      </a:lnTo>
                      <a:cubicBezTo>
                        <a:pt x="2155" y="481"/>
                        <a:pt x="2638" y="0"/>
                        <a:pt x="3233" y="0"/>
                      </a:cubicBezTo>
                      <a:lnTo>
                        <a:pt x="20522" y="0"/>
                      </a:lnTo>
                      <a:cubicBezTo>
                        <a:pt x="21118" y="0"/>
                        <a:pt x="21600" y="481"/>
                        <a:pt x="21600" y="1075"/>
                      </a:cubicBezTo>
                      <a:cubicBezTo>
                        <a:pt x="21600" y="1669"/>
                        <a:pt x="21118" y="2151"/>
                        <a:pt x="20522" y="2151"/>
                      </a:cubicBezTo>
                      <a:lnTo>
                        <a:pt x="19445" y="2151"/>
                      </a:lnTo>
                      <a:lnTo>
                        <a:pt x="19445" y="20525"/>
                      </a:lnTo>
                      <a:cubicBezTo>
                        <a:pt x="19445" y="21119"/>
                        <a:pt x="18962" y="21600"/>
                        <a:pt x="18367" y="2160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 sz="900">
                      <a:latin typeface="ＭＳ Ｐゴシック"/>
                      <a:ea typeface="ＭＳ Ｐゴシック"/>
                      <a:cs typeface="ＭＳ Ｐゴシック"/>
                      <a:sym typeface="ＭＳ Ｐゴシック"/>
                    </a:defRPr>
                  </a:pPr>
                  <a:endParaRPr sz="900">
                    <a:latin typeface="+mj-lt"/>
                  </a:endParaRPr>
                </a:p>
              </p:txBody>
            </p:sp>
            <p:sp>
              <p:nvSpPr>
                <p:cNvPr id="338" name="Shape 592"/>
                <p:cNvSpPr/>
                <p:nvPr/>
              </p:nvSpPr>
              <p:spPr>
                <a:xfrm>
                  <a:off x="0" y="38886"/>
                  <a:ext cx="155550" cy="74216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0"/>
                      </a:moveTo>
                      <a:cubicBezTo>
                        <a:pt x="21600" y="625"/>
                        <a:pt x="19182" y="1132"/>
                        <a:pt x="16200" y="1132"/>
                      </a:cubicBezTo>
                      <a:cubicBezTo>
                        <a:pt x="14709" y="1132"/>
                        <a:pt x="13500" y="878"/>
                        <a:pt x="13500" y="566"/>
                      </a:cubicBezTo>
                      <a:cubicBezTo>
                        <a:pt x="13500" y="253"/>
                        <a:pt x="14709" y="0"/>
                        <a:pt x="16200" y="0"/>
                      </a:cubicBezTo>
                      <a:close/>
                      <a:moveTo>
                        <a:pt x="10800" y="20468"/>
                      </a:moveTo>
                      <a:cubicBezTo>
                        <a:pt x="10800" y="21093"/>
                        <a:pt x="8382" y="21600"/>
                        <a:pt x="5400" y="21600"/>
                      </a:cubicBezTo>
                      <a:cubicBezTo>
                        <a:pt x="2418" y="21600"/>
                        <a:pt x="0" y="21093"/>
                        <a:pt x="0" y="20468"/>
                      </a:cubicBezTo>
                      <a:cubicBezTo>
                        <a:pt x="0" y="19843"/>
                        <a:pt x="2418" y="19336"/>
                        <a:pt x="5400" y="19336"/>
                      </a:cubicBezTo>
                      <a:cubicBezTo>
                        <a:pt x="6891" y="19336"/>
                        <a:pt x="8100" y="19590"/>
                        <a:pt x="8100" y="19902"/>
                      </a:cubicBezTo>
                      <a:cubicBezTo>
                        <a:pt x="8100" y="20215"/>
                        <a:pt x="6891" y="20468"/>
                        <a:pt x="5400" y="20468"/>
                      </a:cubicBezTo>
                      <a:close/>
                    </a:path>
                  </a:pathLst>
                </a:custGeom>
                <a:solidFill>
                  <a:srgbClr val="000000">
                    <a:alpha val="20000"/>
                  </a:srgb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 sz="900">
                      <a:latin typeface="ＭＳ Ｐゴシック"/>
                      <a:ea typeface="ＭＳ Ｐゴシック"/>
                      <a:cs typeface="ＭＳ Ｐゴシック"/>
                      <a:sym typeface="ＭＳ Ｐゴシック"/>
                    </a:defRPr>
                  </a:pPr>
                  <a:endParaRPr sz="900">
                    <a:latin typeface="+mj-lt"/>
                  </a:endParaRPr>
                </a:p>
              </p:txBody>
            </p:sp>
            <p:sp>
              <p:nvSpPr>
                <p:cNvPr id="339" name="Shape 593"/>
                <p:cNvSpPr/>
                <p:nvPr/>
              </p:nvSpPr>
              <p:spPr>
                <a:xfrm>
                  <a:off x="-1" y="0"/>
                  <a:ext cx="779465" cy="78105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55" y="19449"/>
                      </a:moveTo>
                      <a:lnTo>
                        <a:pt x="2155" y="1075"/>
                      </a:lnTo>
                      <a:cubicBezTo>
                        <a:pt x="2155" y="481"/>
                        <a:pt x="2638" y="0"/>
                        <a:pt x="3233" y="0"/>
                      </a:cubicBezTo>
                      <a:lnTo>
                        <a:pt x="20522" y="0"/>
                      </a:lnTo>
                      <a:cubicBezTo>
                        <a:pt x="21118" y="0"/>
                        <a:pt x="21600" y="481"/>
                        <a:pt x="21600" y="1075"/>
                      </a:cubicBezTo>
                      <a:cubicBezTo>
                        <a:pt x="21600" y="1669"/>
                        <a:pt x="21118" y="2151"/>
                        <a:pt x="20522" y="2151"/>
                      </a:cubicBezTo>
                      <a:lnTo>
                        <a:pt x="19445" y="2151"/>
                      </a:lnTo>
                      <a:lnTo>
                        <a:pt x="19445" y="20525"/>
                      </a:lnTo>
                      <a:cubicBezTo>
                        <a:pt x="19445" y="21119"/>
                        <a:pt x="18962" y="21600"/>
                        <a:pt x="18367" y="21600"/>
                      </a:cubicBezTo>
                      <a:lnTo>
                        <a:pt x="1078" y="21600"/>
                      </a:lnTo>
                      <a:cubicBezTo>
                        <a:pt x="482" y="21600"/>
                        <a:pt x="0" y="21119"/>
                        <a:pt x="0" y="20525"/>
                      </a:cubicBezTo>
                      <a:cubicBezTo>
                        <a:pt x="0" y="19931"/>
                        <a:pt x="482" y="19449"/>
                        <a:pt x="1078" y="19449"/>
                      </a:cubicBezTo>
                      <a:close/>
                      <a:moveTo>
                        <a:pt x="3233" y="0"/>
                      </a:moveTo>
                      <a:cubicBezTo>
                        <a:pt x="3828" y="0"/>
                        <a:pt x="4310" y="481"/>
                        <a:pt x="4310" y="1075"/>
                      </a:cubicBezTo>
                      <a:cubicBezTo>
                        <a:pt x="4310" y="1669"/>
                        <a:pt x="3828" y="2151"/>
                        <a:pt x="3233" y="2151"/>
                      </a:cubicBezTo>
                      <a:cubicBezTo>
                        <a:pt x="2935" y="2151"/>
                        <a:pt x="2694" y="1910"/>
                        <a:pt x="2694" y="1613"/>
                      </a:cubicBezTo>
                      <a:cubicBezTo>
                        <a:pt x="2694" y="1316"/>
                        <a:pt x="2935" y="1075"/>
                        <a:pt x="3233" y="1075"/>
                      </a:cubicBezTo>
                      <a:lnTo>
                        <a:pt x="4311" y="1075"/>
                      </a:lnTo>
                      <a:moveTo>
                        <a:pt x="19445" y="2151"/>
                      </a:moveTo>
                      <a:lnTo>
                        <a:pt x="3233" y="2151"/>
                      </a:lnTo>
                      <a:moveTo>
                        <a:pt x="1078" y="19449"/>
                      </a:moveTo>
                      <a:cubicBezTo>
                        <a:pt x="1375" y="19449"/>
                        <a:pt x="1616" y="19690"/>
                        <a:pt x="1616" y="19987"/>
                      </a:cubicBezTo>
                      <a:cubicBezTo>
                        <a:pt x="1616" y="20284"/>
                        <a:pt x="1375" y="20525"/>
                        <a:pt x="1078" y="20525"/>
                      </a:cubicBezTo>
                      <a:lnTo>
                        <a:pt x="2155" y="20525"/>
                      </a:lnTo>
                      <a:moveTo>
                        <a:pt x="1078" y="21600"/>
                      </a:moveTo>
                      <a:cubicBezTo>
                        <a:pt x="1673" y="21600"/>
                        <a:pt x="2155" y="21119"/>
                        <a:pt x="2155" y="20525"/>
                      </a:cubicBezTo>
                      <a:lnTo>
                        <a:pt x="2155" y="19449"/>
                      </a:lnTo>
                    </a:path>
                  </a:pathLst>
                </a:custGeom>
                <a:noFill/>
                <a:ln w="25400" cap="flat">
                  <a:solidFill>
                    <a:srgbClr val="000000">
                      <a:alpha val="20000"/>
                    </a:srgbClr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 sz="900">
                      <a:latin typeface="ＭＳ Ｐゴシック"/>
                      <a:ea typeface="ＭＳ Ｐゴシック"/>
                      <a:cs typeface="ＭＳ Ｐゴシック"/>
                      <a:sym typeface="ＭＳ Ｐゴシック"/>
                    </a:defRPr>
                  </a:pPr>
                  <a:endParaRPr sz="900">
                    <a:latin typeface="+mj-lt"/>
                  </a:endParaRPr>
                </a:p>
              </p:txBody>
            </p:sp>
          </p:grpSp>
          <p:grpSp>
            <p:nvGrpSpPr>
              <p:cNvPr id="329" name="Group 598"/>
              <p:cNvGrpSpPr/>
              <p:nvPr/>
            </p:nvGrpSpPr>
            <p:grpSpPr>
              <a:xfrm>
                <a:off x="84138" y="111124"/>
                <a:ext cx="779463" cy="782637"/>
                <a:chOff x="0" y="0"/>
                <a:chExt cx="779462" cy="782636"/>
              </a:xfrm>
            </p:grpSpPr>
            <p:sp>
              <p:nvSpPr>
                <p:cNvPr id="334" name="Shape 595"/>
                <p:cNvSpPr/>
                <p:nvPr/>
              </p:nvSpPr>
              <p:spPr>
                <a:xfrm>
                  <a:off x="-1" y="0"/>
                  <a:ext cx="779464" cy="78263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78" y="21600"/>
                      </a:moveTo>
                      <a:cubicBezTo>
                        <a:pt x="482" y="21600"/>
                        <a:pt x="0" y="21119"/>
                        <a:pt x="0" y="20527"/>
                      </a:cubicBezTo>
                      <a:cubicBezTo>
                        <a:pt x="0" y="19934"/>
                        <a:pt x="482" y="19454"/>
                        <a:pt x="1078" y="19454"/>
                      </a:cubicBezTo>
                      <a:lnTo>
                        <a:pt x="2155" y="19453"/>
                      </a:lnTo>
                      <a:lnTo>
                        <a:pt x="2155" y="1073"/>
                      </a:lnTo>
                      <a:cubicBezTo>
                        <a:pt x="2155" y="481"/>
                        <a:pt x="2638" y="0"/>
                        <a:pt x="3233" y="0"/>
                      </a:cubicBezTo>
                      <a:lnTo>
                        <a:pt x="20522" y="0"/>
                      </a:lnTo>
                      <a:cubicBezTo>
                        <a:pt x="21118" y="0"/>
                        <a:pt x="21600" y="481"/>
                        <a:pt x="21600" y="1073"/>
                      </a:cubicBezTo>
                      <a:cubicBezTo>
                        <a:pt x="21600" y="1666"/>
                        <a:pt x="21118" y="2146"/>
                        <a:pt x="20522" y="2146"/>
                      </a:cubicBezTo>
                      <a:lnTo>
                        <a:pt x="19445" y="2147"/>
                      </a:lnTo>
                      <a:lnTo>
                        <a:pt x="19445" y="20527"/>
                      </a:lnTo>
                      <a:cubicBezTo>
                        <a:pt x="19445" y="21119"/>
                        <a:pt x="18962" y="21600"/>
                        <a:pt x="18367" y="2160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 sz="900">
                      <a:latin typeface="ＭＳ Ｐゴシック"/>
                      <a:ea typeface="ＭＳ Ｐゴシック"/>
                      <a:cs typeface="ＭＳ Ｐゴシック"/>
                      <a:sym typeface="ＭＳ Ｐゴシック"/>
                    </a:defRPr>
                  </a:pPr>
                  <a:endParaRPr sz="900">
                    <a:latin typeface="+mj-lt"/>
                  </a:endParaRPr>
                </a:p>
              </p:txBody>
            </p:sp>
            <p:sp>
              <p:nvSpPr>
                <p:cNvPr id="335" name="Shape 596"/>
                <p:cNvSpPr/>
                <p:nvPr/>
              </p:nvSpPr>
              <p:spPr>
                <a:xfrm>
                  <a:off x="0" y="38886"/>
                  <a:ext cx="155549" cy="74375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0"/>
                      </a:moveTo>
                      <a:cubicBezTo>
                        <a:pt x="21600" y="624"/>
                        <a:pt x="19182" y="1129"/>
                        <a:pt x="16200" y="1129"/>
                      </a:cubicBezTo>
                      <a:cubicBezTo>
                        <a:pt x="14709" y="1129"/>
                        <a:pt x="13500" y="877"/>
                        <a:pt x="13500" y="565"/>
                      </a:cubicBezTo>
                      <a:cubicBezTo>
                        <a:pt x="13500" y="253"/>
                        <a:pt x="14709" y="0"/>
                        <a:pt x="16200" y="0"/>
                      </a:cubicBezTo>
                      <a:close/>
                      <a:moveTo>
                        <a:pt x="10800" y="20471"/>
                      </a:moveTo>
                      <a:cubicBezTo>
                        <a:pt x="10800" y="21094"/>
                        <a:pt x="8382" y="21600"/>
                        <a:pt x="5400" y="21600"/>
                      </a:cubicBezTo>
                      <a:cubicBezTo>
                        <a:pt x="2418" y="21600"/>
                        <a:pt x="0" y="21094"/>
                        <a:pt x="0" y="20471"/>
                      </a:cubicBezTo>
                      <a:cubicBezTo>
                        <a:pt x="0" y="19847"/>
                        <a:pt x="2418" y="19341"/>
                        <a:pt x="5400" y="19341"/>
                      </a:cubicBezTo>
                      <a:cubicBezTo>
                        <a:pt x="6891" y="19341"/>
                        <a:pt x="8100" y="19594"/>
                        <a:pt x="8100" y="19906"/>
                      </a:cubicBezTo>
                      <a:cubicBezTo>
                        <a:pt x="8100" y="20218"/>
                        <a:pt x="6891" y="20471"/>
                        <a:pt x="5400" y="20471"/>
                      </a:cubicBezTo>
                      <a:close/>
                    </a:path>
                  </a:pathLst>
                </a:custGeom>
                <a:solidFill>
                  <a:srgbClr val="000000">
                    <a:alpha val="20000"/>
                  </a:srgb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 sz="900">
                      <a:latin typeface="ＭＳ Ｐゴシック"/>
                      <a:ea typeface="ＭＳ Ｐゴシック"/>
                      <a:cs typeface="ＭＳ Ｐゴシック"/>
                      <a:sym typeface="ＭＳ Ｐゴシック"/>
                    </a:defRPr>
                  </a:pPr>
                  <a:endParaRPr sz="900">
                    <a:latin typeface="+mj-lt"/>
                  </a:endParaRPr>
                </a:p>
              </p:txBody>
            </p:sp>
            <p:sp>
              <p:nvSpPr>
                <p:cNvPr id="336" name="Shape 597"/>
                <p:cNvSpPr/>
                <p:nvPr/>
              </p:nvSpPr>
              <p:spPr>
                <a:xfrm>
                  <a:off x="-1" y="0"/>
                  <a:ext cx="779464" cy="78263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55" y="19453"/>
                      </a:moveTo>
                      <a:lnTo>
                        <a:pt x="2155" y="1073"/>
                      </a:lnTo>
                      <a:cubicBezTo>
                        <a:pt x="2155" y="481"/>
                        <a:pt x="2638" y="0"/>
                        <a:pt x="3233" y="0"/>
                      </a:cubicBezTo>
                      <a:lnTo>
                        <a:pt x="20522" y="0"/>
                      </a:lnTo>
                      <a:cubicBezTo>
                        <a:pt x="21118" y="0"/>
                        <a:pt x="21600" y="481"/>
                        <a:pt x="21600" y="1073"/>
                      </a:cubicBezTo>
                      <a:cubicBezTo>
                        <a:pt x="21600" y="1666"/>
                        <a:pt x="21118" y="2146"/>
                        <a:pt x="20522" y="2146"/>
                      </a:cubicBezTo>
                      <a:lnTo>
                        <a:pt x="19445" y="2147"/>
                      </a:lnTo>
                      <a:lnTo>
                        <a:pt x="19445" y="20527"/>
                      </a:lnTo>
                      <a:cubicBezTo>
                        <a:pt x="19445" y="21119"/>
                        <a:pt x="18962" y="21600"/>
                        <a:pt x="18367" y="21600"/>
                      </a:cubicBezTo>
                      <a:lnTo>
                        <a:pt x="1078" y="21600"/>
                      </a:lnTo>
                      <a:cubicBezTo>
                        <a:pt x="482" y="21600"/>
                        <a:pt x="0" y="21119"/>
                        <a:pt x="0" y="20527"/>
                      </a:cubicBezTo>
                      <a:cubicBezTo>
                        <a:pt x="0" y="19934"/>
                        <a:pt x="482" y="19454"/>
                        <a:pt x="1078" y="19454"/>
                      </a:cubicBezTo>
                      <a:close/>
                      <a:moveTo>
                        <a:pt x="3233" y="0"/>
                      </a:moveTo>
                      <a:cubicBezTo>
                        <a:pt x="3828" y="0"/>
                        <a:pt x="4310" y="481"/>
                        <a:pt x="4310" y="1073"/>
                      </a:cubicBezTo>
                      <a:cubicBezTo>
                        <a:pt x="4310" y="1666"/>
                        <a:pt x="3828" y="2146"/>
                        <a:pt x="3233" y="2146"/>
                      </a:cubicBezTo>
                      <a:cubicBezTo>
                        <a:pt x="2935" y="2146"/>
                        <a:pt x="2694" y="1906"/>
                        <a:pt x="2694" y="1610"/>
                      </a:cubicBezTo>
                      <a:cubicBezTo>
                        <a:pt x="2694" y="1313"/>
                        <a:pt x="2935" y="1073"/>
                        <a:pt x="3233" y="1073"/>
                      </a:cubicBezTo>
                      <a:lnTo>
                        <a:pt x="4310" y="1073"/>
                      </a:lnTo>
                      <a:moveTo>
                        <a:pt x="19445" y="2147"/>
                      </a:moveTo>
                      <a:lnTo>
                        <a:pt x="3233" y="2147"/>
                      </a:lnTo>
                      <a:moveTo>
                        <a:pt x="1078" y="19453"/>
                      </a:moveTo>
                      <a:cubicBezTo>
                        <a:pt x="1375" y="19453"/>
                        <a:pt x="1616" y="19694"/>
                        <a:pt x="1616" y="19990"/>
                      </a:cubicBezTo>
                      <a:cubicBezTo>
                        <a:pt x="1616" y="20286"/>
                        <a:pt x="1375" y="20527"/>
                        <a:pt x="1078" y="20527"/>
                      </a:cubicBezTo>
                      <a:lnTo>
                        <a:pt x="2155" y="20527"/>
                      </a:lnTo>
                      <a:moveTo>
                        <a:pt x="1078" y="21600"/>
                      </a:moveTo>
                      <a:cubicBezTo>
                        <a:pt x="1673" y="21600"/>
                        <a:pt x="2155" y="21119"/>
                        <a:pt x="2155" y="20527"/>
                      </a:cubicBezTo>
                      <a:lnTo>
                        <a:pt x="2155" y="19453"/>
                      </a:lnTo>
                    </a:path>
                  </a:pathLst>
                </a:custGeom>
                <a:noFill/>
                <a:ln w="25400" cap="flat">
                  <a:solidFill>
                    <a:srgbClr val="000000">
                      <a:alpha val="20000"/>
                    </a:srgbClr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 sz="900">
                      <a:latin typeface="ＭＳ Ｐゴシック"/>
                      <a:ea typeface="ＭＳ Ｐゴシック"/>
                      <a:cs typeface="ＭＳ Ｐゴシック"/>
                      <a:sym typeface="ＭＳ Ｐゴシック"/>
                    </a:defRPr>
                  </a:pPr>
                  <a:endParaRPr sz="900">
                    <a:latin typeface="+mj-lt"/>
                  </a:endParaRPr>
                </a:p>
              </p:txBody>
            </p:sp>
          </p:grpSp>
          <p:grpSp>
            <p:nvGrpSpPr>
              <p:cNvPr id="330" name="Group 602"/>
              <p:cNvGrpSpPr/>
              <p:nvPr/>
            </p:nvGrpSpPr>
            <p:grpSpPr>
              <a:xfrm>
                <a:off x="168274" y="223836"/>
                <a:ext cx="779464" cy="781051"/>
                <a:chOff x="0" y="0"/>
                <a:chExt cx="779463" cy="781049"/>
              </a:xfrm>
            </p:grpSpPr>
            <p:sp>
              <p:nvSpPr>
                <p:cNvPr id="331" name="Shape 599"/>
                <p:cNvSpPr/>
                <p:nvPr/>
              </p:nvSpPr>
              <p:spPr>
                <a:xfrm>
                  <a:off x="-1" y="0"/>
                  <a:ext cx="779465" cy="78105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78" y="21600"/>
                      </a:moveTo>
                      <a:cubicBezTo>
                        <a:pt x="482" y="21600"/>
                        <a:pt x="0" y="21119"/>
                        <a:pt x="0" y="20525"/>
                      </a:cubicBezTo>
                      <a:cubicBezTo>
                        <a:pt x="0" y="19931"/>
                        <a:pt x="482" y="19449"/>
                        <a:pt x="1078" y="19449"/>
                      </a:cubicBezTo>
                      <a:lnTo>
                        <a:pt x="2155" y="19449"/>
                      </a:lnTo>
                      <a:lnTo>
                        <a:pt x="2155" y="1075"/>
                      </a:lnTo>
                      <a:cubicBezTo>
                        <a:pt x="2155" y="481"/>
                        <a:pt x="2638" y="0"/>
                        <a:pt x="3233" y="0"/>
                      </a:cubicBezTo>
                      <a:lnTo>
                        <a:pt x="20522" y="0"/>
                      </a:lnTo>
                      <a:cubicBezTo>
                        <a:pt x="21118" y="0"/>
                        <a:pt x="21600" y="481"/>
                        <a:pt x="21600" y="1075"/>
                      </a:cubicBezTo>
                      <a:cubicBezTo>
                        <a:pt x="21600" y="1669"/>
                        <a:pt x="21118" y="2151"/>
                        <a:pt x="20522" y="2151"/>
                      </a:cubicBezTo>
                      <a:lnTo>
                        <a:pt x="19445" y="2151"/>
                      </a:lnTo>
                      <a:lnTo>
                        <a:pt x="19445" y="20525"/>
                      </a:lnTo>
                      <a:cubicBezTo>
                        <a:pt x="19445" y="21119"/>
                        <a:pt x="18962" y="21600"/>
                        <a:pt x="18367" y="2160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 sz="900">
                      <a:latin typeface="ＭＳ Ｐゴシック"/>
                      <a:ea typeface="ＭＳ Ｐゴシック"/>
                      <a:cs typeface="ＭＳ Ｐゴシック"/>
                      <a:sym typeface="ＭＳ Ｐゴシック"/>
                    </a:defRPr>
                  </a:pPr>
                  <a:endParaRPr sz="900">
                    <a:latin typeface="+mj-lt"/>
                  </a:endParaRPr>
                </a:p>
              </p:txBody>
            </p:sp>
            <p:sp>
              <p:nvSpPr>
                <p:cNvPr id="332" name="Shape 600"/>
                <p:cNvSpPr/>
                <p:nvPr/>
              </p:nvSpPr>
              <p:spPr>
                <a:xfrm>
                  <a:off x="0" y="38886"/>
                  <a:ext cx="155550" cy="74216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0"/>
                      </a:moveTo>
                      <a:cubicBezTo>
                        <a:pt x="21600" y="625"/>
                        <a:pt x="19182" y="1132"/>
                        <a:pt x="16200" y="1132"/>
                      </a:cubicBezTo>
                      <a:cubicBezTo>
                        <a:pt x="14709" y="1132"/>
                        <a:pt x="13500" y="878"/>
                        <a:pt x="13500" y="566"/>
                      </a:cubicBezTo>
                      <a:cubicBezTo>
                        <a:pt x="13500" y="253"/>
                        <a:pt x="14709" y="0"/>
                        <a:pt x="16200" y="0"/>
                      </a:cubicBezTo>
                      <a:close/>
                      <a:moveTo>
                        <a:pt x="10800" y="20468"/>
                      </a:moveTo>
                      <a:cubicBezTo>
                        <a:pt x="10800" y="21093"/>
                        <a:pt x="8382" y="21600"/>
                        <a:pt x="5400" y="21600"/>
                      </a:cubicBezTo>
                      <a:cubicBezTo>
                        <a:pt x="2418" y="21600"/>
                        <a:pt x="0" y="21093"/>
                        <a:pt x="0" y="20468"/>
                      </a:cubicBezTo>
                      <a:cubicBezTo>
                        <a:pt x="0" y="19843"/>
                        <a:pt x="2418" y="19336"/>
                        <a:pt x="5400" y="19336"/>
                      </a:cubicBezTo>
                      <a:cubicBezTo>
                        <a:pt x="6891" y="19336"/>
                        <a:pt x="8100" y="19590"/>
                        <a:pt x="8100" y="19902"/>
                      </a:cubicBezTo>
                      <a:cubicBezTo>
                        <a:pt x="8100" y="20215"/>
                        <a:pt x="6891" y="20468"/>
                        <a:pt x="5400" y="20468"/>
                      </a:cubicBezTo>
                      <a:close/>
                    </a:path>
                  </a:pathLst>
                </a:custGeom>
                <a:solidFill>
                  <a:srgbClr val="000000">
                    <a:alpha val="20000"/>
                  </a:srgb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 sz="900">
                      <a:latin typeface="ＭＳ Ｐゴシック"/>
                      <a:ea typeface="ＭＳ Ｐゴシック"/>
                      <a:cs typeface="ＭＳ Ｐゴシック"/>
                      <a:sym typeface="ＭＳ Ｐゴシック"/>
                    </a:defRPr>
                  </a:pPr>
                  <a:endParaRPr sz="900">
                    <a:latin typeface="+mj-lt"/>
                  </a:endParaRPr>
                </a:p>
              </p:txBody>
            </p:sp>
            <p:sp>
              <p:nvSpPr>
                <p:cNvPr id="333" name="Shape 601"/>
                <p:cNvSpPr/>
                <p:nvPr/>
              </p:nvSpPr>
              <p:spPr>
                <a:xfrm>
                  <a:off x="-1" y="0"/>
                  <a:ext cx="779465" cy="78105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55" y="19449"/>
                      </a:moveTo>
                      <a:lnTo>
                        <a:pt x="2155" y="1075"/>
                      </a:lnTo>
                      <a:cubicBezTo>
                        <a:pt x="2155" y="481"/>
                        <a:pt x="2638" y="0"/>
                        <a:pt x="3233" y="0"/>
                      </a:cubicBezTo>
                      <a:lnTo>
                        <a:pt x="20522" y="0"/>
                      </a:lnTo>
                      <a:cubicBezTo>
                        <a:pt x="21118" y="0"/>
                        <a:pt x="21600" y="481"/>
                        <a:pt x="21600" y="1075"/>
                      </a:cubicBezTo>
                      <a:cubicBezTo>
                        <a:pt x="21600" y="1669"/>
                        <a:pt x="21118" y="2151"/>
                        <a:pt x="20522" y="2151"/>
                      </a:cubicBezTo>
                      <a:lnTo>
                        <a:pt x="19445" y="2151"/>
                      </a:lnTo>
                      <a:lnTo>
                        <a:pt x="19445" y="20525"/>
                      </a:lnTo>
                      <a:cubicBezTo>
                        <a:pt x="19445" y="21119"/>
                        <a:pt x="18962" y="21600"/>
                        <a:pt x="18367" y="21600"/>
                      </a:cubicBezTo>
                      <a:lnTo>
                        <a:pt x="1078" y="21600"/>
                      </a:lnTo>
                      <a:cubicBezTo>
                        <a:pt x="482" y="21600"/>
                        <a:pt x="0" y="21119"/>
                        <a:pt x="0" y="20525"/>
                      </a:cubicBezTo>
                      <a:cubicBezTo>
                        <a:pt x="0" y="19931"/>
                        <a:pt x="482" y="19449"/>
                        <a:pt x="1078" y="19449"/>
                      </a:cubicBezTo>
                      <a:close/>
                      <a:moveTo>
                        <a:pt x="3233" y="0"/>
                      </a:moveTo>
                      <a:cubicBezTo>
                        <a:pt x="3828" y="0"/>
                        <a:pt x="4310" y="481"/>
                        <a:pt x="4310" y="1075"/>
                      </a:cubicBezTo>
                      <a:cubicBezTo>
                        <a:pt x="4310" y="1669"/>
                        <a:pt x="3828" y="2151"/>
                        <a:pt x="3233" y="2151"/>
                      </a:cubicBezTo>
                      <a:cubicBezTo>
                        <a:pt x="2935" y="2151"/>
                        <a:pt x="2694" y="1910"/>
                        <a:pt x="2694" y="1613"/>
                      </a:cubicBezTo>
                      <a:cubicBezTo>
                        <a:pt x="2694" y="1316"/>
                        <a:pt x="2935" y="1075"/>
                        <a:pt x="3233" y="1075"/>
                      </a:cubicBezTo>
                      <a:lnTo>
                        <a:pt x="4311" y="1075"/>
                      </a:lnTo>
                      <a:moveTo>
                        <a:pt x="19445" y="2151"/>
                      </a:moveTo>
                      <a:lnTo>
                        <a:pt x="3233" y="2151"/>
                      </a:lnTo>
                      <a:moveTo>
                        <a:pt x="1078" y="19449"/>
                      </a:moveTo>
                      <a:cubicBezTo>
                        <a:pt x="1375" y="19449"/>
                        <a:pt x="1616" y="19690"/>
                        <a:pt x="1616" y="19987"/>
                      </a:cubicBezTo>
                      <a:cubicBezTo>
                        <a:pt x="1616" y="20284"/>
                        <a:pt x="1375" y="20525"/>
                        <a:pt x="1078" y="20525"/>
                      </a:cubicBezTo>
                      <a:lnTo>
                        <a:pt x="2155" y="20525"/>
                      </a:lnTo>
                      <a:moveTo>
                        <a:pt x="1078" y="21600"/>
                      </a:moveTo>
                      <a:cubicBezTo>
                        <a:pt x="1673" y="21600"/>
                        <a:pt x="2155" y="21119"/>
                        <a:pt x="2155" y="20525"/>
                      </a:cubicBezTo>
                      <a:lnTo>
                        <a:pt x="2155" y="19449"/>
                      </a:lnTo>
                    </a:path>
                  </a:pathLst>
                </a:custGeom>
                <a:noFill/>
                <a:ln w="25400" cap="flat">
                  <a:solidFill>
                    <a:srgbClr val="000000">
                      <a:alpha val="20000"/>
                    </a:srgbClr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 sz="900">
                      <a:latin typeface="ＭＳ Ｐゴシック"/>
                      <a:ea typeface="ＭＳ Ｐゴシック"/>
                      <a:cs typeface="ＭＳ Ｐゴシック"/>
                      <a:sym typeface="ＭＳ Ｐゴシック"/>
                    </a:defRPr>
                  </a:pPr>
                  <a:endParaRPr sz="900">
                    <a:latin typeface="+mj-lt"/>
                  </a:endParaRPr>
                </a:p>
              </p:txBody>
            </p:sp>
          </p:grpSp>
        </p:grpSp>
        <p:grpSp>
          <p:nvGrpSpPr>
            <p:cNvPr id="236" name="Group 628"/>
            <p:cNvGrpSpPr/>
            <p:nvPr/>
          </p:nvGrpSpPr>
          <p:grpSpPr>
            <a:xfrm>
              <a:off x="5249421" y="2515301"/>
              <a:ext cx="156087" cy="258033"/>
              <a:chOff x="196114" y="-2"/>
              <a:chExt cx="193359" cy="319092"/>
            </a:xfrm>
          </p:grpSpPr>
          <p:sp>
            <p:nvSpPr>
              <p:cNvPr id="323" name="Shape 606"/>
              <p:cNvSpPr/>
              <p:nvPr/>
            </p:nvSpPr>
            <p:spPr>
              <a:xfrm rot="10800000" flipH="1">
                <a:off x="196114" y="-2"/>
                <a:ext cx="67414" cy="674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4320" y="432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>
                  <a:latin typeface="+mj-lt"/>
                </a:endParaRPr>
              </a:p>
            </p:txBody>
          </p:sp>
          <p:grpSp>
            <p:nvGrpSpPr>
              <p:cNvPr id="324" name="Group 627"/>
              <p:cNvGrpSpPr/>
              <p:nvPr/>
            </p:nvGrpSpPr>
            <p:grpSpPr>
              <a:xfrm>
                <a:off x="296861" y="38233"/>
                <a:ext cx="92612" cy="280857"/>
                <a:chOff x="0" y="11246"/>
                <a:chExt cx="92612" cy="280856"/>
              </a:xfrm>
            </p:grpSpPr>
            <p:sp>
              <p:nvSpPr>
                <p:cNvPr id="325" name="Shape 616"/>
                <p:cNvSpPr/>
                <p:nvPr/>
              </p:nvSpPr>
              <p:spPr>
                <a:xfrm>
                  <a:off x="0" y="11246"/>
                  <a:ext cx="44987" cy="21576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0"/>
                      </a:moveTo>
                      <a:cubicBezTo>
                        <a:pt x="21600" y="622"/>
                        <a:pt x="19182" y="1126"/>
                        <a:pt x="16200" y="1126"/>
                      </a:cubicBezTo>
                      <a:cubicBezTo>
                        <a:pt x="14709" y="1126"/>
                        <a:pt x="13500" y="874"/>
                        <a:pt x="13500" y="563"/>
                      </a:cubicBezTo>
                      <a:cubicBezTo>
                        <a:pt x="13500" y="252"/>
                        <a:pt x="14709" y="0"/>
                        <a:pt x="16200" y="0"/>
                      </a:cubicBezTo>
                      <a:close/>
                      <a:moveTo>
                        <a:pt x="10800" y="20474"/>
                      </a:moveTo>
                      <a:cubicBezTo>
                        <a:pt x="10800" y="21096"/>
                        <a:pt x="8382" y="21600"/>
                        <a:pt x="5400" y="21600"/>
                      </a:cubicBezTo>
                      <a:cubicBezTo>
                        <a:pt x="2418" y="21600"/>
                        <a:pt x="0" y="21096"/>
                        <a:pt x="0" y="20474"/>
                      </a:cubicBezTo>
                      <a:cubicBezTo>
                        <a:pt x="0" y="19852"/>
                        <a:pt x="2418" y="19348"/>
                        <a:pt x="5400" y="19348"/>
                      </a:cubicBezTo>
                      <a:cubicBezTo>
                        <a:pt x="6891" y="19348"/>
                        <a:pt x="8100" y="19600"/>
                        <a:pt x="8100" y="19911"/>
                      </a:cubicBezTo>
                      <a:cubicBezTo>
                        <a:pt x="8100" y="20222"/>
                        <a:pt x="6891" y="20474"/>
                        <a:pt x="5400" y="20474"/>
                      </a:cubicBezTo>
                      <a:close/>
                    </a:path>
                  </a:pathLst>
                </a:custGeom>
                <a:solidFill>
                  <a:srgbClr val="000000">
                    <a:alpha val="20000"/>
                  </a:srgb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 sz="900">
                      <a:latin typeface="ＭＳ Ｐゴシック"/>
                      <a:ea typeface="ＭＳ Ｐゴシック"/>
                      <a:cs typeface="ＭＳ Ｐゴシック"/>
                      <a:sym typeface="ＭＳ Ｐゴシック"/>
                    </a:defRPr>
                  </a:pPr>
                  <a:endParaRPr sz="900">
                    <a:latin typeface="+mj-lt"/>
                  </a:endParaRPr>
                </a:p>
              </p:txBody>
            </p:sp>
            <p:sp>
              <p:nvSpPr>
                <p:cNvPr id="326" name="Shape 620"/>
                <p:cNvSpPr/>
                <p:nvPr/>
              </p:nvSpPr>
              <p:spPr>
                <a:xfrm>
                  <a:off x="23812" y="42995"/>
                  <a:ext cx="44985" cy="21735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0"/>
                      </a:moveTo>
                      <a:cubicBezTo>
                        <a:pt x="21600" y="617"/>
                        <a:pt x="19182" y="1118"/>
                        <a:pt x="16200" y="1118"/>
                      </a:cubicBezTo>
                      <a:cubicBezTo>
                        <a:pt x="14709" y="1118"/>
                        <a:pt x="13500" y="867"/>
                        <a:pt x="13500" y="559"/>
                      </a:cubicBezTo>
                      <a:cubicBezTo>
                        <a:pt x="13500" y="250"/>
                        <a:pt x="14709" y="0"/>
                        <a:pt x="16200" y="0"/>
                      </a:cubicBezTo>
                      <a:close/>
                      <a:moveTo>
                        <a:pt x="10800" y="20482"/>
                      </a:moveTo>
                      <a:cubicBezTo>
                        <a:pt x="10800" y="21100"/>
                        <a:pt x="8382" y="21600"/>
                        <a:pt x="5400" y="21600"/>
                      </a:cubicBezTo>
                      <a:cubicBezTo>
                        <a:pt x="2418" y="21600"/>
                        <a:pt x="0" y="21100"/>
                        <a:pt x="0" y="20482"/>
                      </a:cubicBezTo>
                      <a:cubicBezTo>
                        <a:pt x="0" y="19865"/>
                        <a:pt x="2418" y="19365"/>
                        <a:pt x="5400" y="19365"/>
                      </a:cubicBezTo>
                      <a:cubicBezTo>
                        <a:pt x="6891" y="19365"/>
                        <a:pt x="8100" y="19615"/>
                        <a:pt x="8100" y="19924"/>
                      </a:cubicBezTo>
                      <a:cubicBezTo>
                        <a:pt x="8100" y="20232"/>
                        <a:pt x="6891" y="20482"/>
                        <a:pt x="5400" y="20482"/>
                      </a:cubicBezTo>
                      <a:close/>
                    </a:path>
                  </a:pathLst>
                </a:custGeom>
                <a:solidFill>
                  <a:srgbClr val="000000">
                    <a:alpha val="20000"/>
                  </a:srgb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 sz="900">
                      <a:latin typeface="ＭＳ Ｐゴシック"/>
                      <a:ea typeface="ＭＳ Ｐゴシック"/>
                      <a:cs typeface="ＭＳ Ｐゴシック"/>
                      <a:sym typeface="ＭＳ Ｐゴシック"/>
                    </a:defRPr>
                  </a:pPr>
                  <a:endParaRPr sz="900">
                    <a:latin typeface="+mj-lt"/>
                  </a:endParaRPr>
                </a:p>
              </p:txBody>
            </p:sp>
            <p:sp>
              <p:nvSpPr>
                <p:cNvPr id="327" name="Shape 624"/>
                <p:cNvSpPr/>
                <p:nvPr/>
              </p:nvSpPr>
              <p:spPr>
                <a:xfrm>
                  <a:off x="47625" y="76332"/>
                  <a:ext cx="44987" cy="2157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0"/>
                      </a:moveTo>
                      <a:cubicBezTo>
                        <a:pt x="21600" y="622"/>
                        <a:pt x="19182" y="1126"/>
                        <a:pt x="16200" y="1126"/>
                      </a:cubicBezTo>
                      <a:cubicBezTo>
                        <a:pt x="14709" y="1126"/>
                        <a:pt x="13500" y="874"/>
                        <a:pt x="13500" y="563"/>
                      </a:cubicBezTo>
                      <a:cubicBezTo>
                        <a:pt x="13500" y="252"/>
                        <a:pt x="14709" y="0"/>
                        <a:pt x="16200" y="0"/>
                      </a:cubicBezTo>
                      <a:close/>
                      <a:moveTo>
                        <a:pt x="10800" y="20474"/>
                      </a:moveTo>
                      <a:cubicBezTo>
                        <a:pt x="10800" y="21096"/>
                        <a:pt x="8382" y="21600"/>
                        <a:pt x="5400" y="21600"/>
                      </a:cubicBezTo>
                      <a:cubicBezTo>
                        <a:pt x="2418" y="21600"/>
                        <a:pt x="0" y="21096"/>
                        <a:pt x="0" y="20474"/>
                      </a:cubicBezTo>
                      <a:cubicBezTo>
                        <a:pt x="0" y="19852"/>
                        <a:pt x="2418" y="19348"/>
                        <a:pt x="5400" y="19348"/>
                      </a:cubicBezTo>
                      <a:cubicBezTo>
                        <a:pt x="6891" y="19348"/>
                        <a:pt x="8100" y="19600"/>
                        <a:pt x="8100" y="19911"/>
                      </a:cubicBezTo>
                      <a:cubicBezTo>
                        <a:pt x="8100" y="20222"/>
                        <a:pt x="6891" y="20474"/>
                        <a:pt x="5400" y="20474"/>
                      </a:cubicBezTo>
                      <a:close/>
                    </a:path>
                  </a:pathLst>
                </a:custGeom>
                <a:solidFill>
                  <a:srgbClr val="000000">
                    <a:alpha val="20000"/>
                  </a:srgb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 sz="900">
                      <a:latin typeface="ＭＳ Ｐゴシック"/>
                      <a:ea typeface="ＭＳ Ｐゴシック"/>
                      <a:cs typeface="ＭＳ Ｐゴシック"/>
                      <a:sym typeface="ＭＳ Ｐゴシック"/>
                    </a:defRPr>
                  </a:pPr>
                  <a:endParaRPr sz="900">
                    <a:latin typeface="+mj-lt"/>
                  </a:endParaRPr>
                </a:p>
              </p:txBody>
            </p:sp>
          </p:grpSp>
        </p:grpSp>
        <p:grpSp>
          <p:nvGrpSpPr>
            <p:cNvPr id="237" name="Group 655"/>
            <p:cNvGrpSpPr/>
            <p:nvPr/>
          </p:nvGrpSpPr>
          <p:grpSpPr>
            <a:xfrm>
              <a:off x="6428988" y="2493480"/>
              <a:ext cx="590766" cy="323499"/>
              <a:chOff x="0" y="0"/>
              <a:chExt cx="731837" cy="400051"/>
            </a:xfrm>
          </p:grpSpPr>
          <p:sp>
            <p:nvSpPr>
              <p:cNvPr id="298" name="Shape 630"/>
              <p:cNvSpPr/>
              <p:nvPr/>
            </p:nvSpPr>
            <p:spPr>
              <a:xfrm>
                <a:off x="-1" y="-1"/>
                <a:ext cx="731839" cy="400053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algn="ctr">
                  <a:defRPr sz="1400"/>
                </a:pPr>
                <a:endParaRPr sz="1400">
                  <a:latin typeface="+mj-lt"/>
                </a:endParaRPr>
              </a:p>
            </p:txBody>
          </p:sp>
          <p:grpSp>
            <p:nvGrpSpPr>
              <p:cNvPr id="299" name="Group 654"/>
              <p:cNvGrpSpPr/>
              <p:nvPr/>
            </p:nvGrpSpPr>
            <p:grpSpPr>
              <a:xfrm>
                <a:off x="80962" y="26987"/>
                <a:ext cx="569914" cy="346076"/>
                <a:chOff x="0" y="0"/>
                <a:chExt cx="569912" cy="346075"/>
              </a:xfrm>
            </p:grpSpPr>
            <p:grpSp>
              <p:nvGrpSpPr>
                <p:cNvPr id="300" name="Group 640"/>
                <p:cNvGrpSpPr/>
                <p:nvPr/>
              </p:nvGrpSpPr>
              <p:grpSpPr>
                <a:xfrm>
                  <a:off x="-1" y="-1"/>
                  <a:ext cx="263526" cy="346077"/>
                  <a:chOff x="0" y="0"/>
                  <a:chExt cx="263524" cy="346075"/>
                </a:xfrm>
              </p:grpSpPr>
              <p:grpSp>
                <p:nvGrpSpPr>
                  <p:cNvPr id="314" name="Group 634"/>
                  <p:cNvGrpSpPr/>
                  <p:nvPr/>
                </p:nvGrpSpPr>
                <p:grpSpPr>
                  <a:xfrm>
                    <a:off x="-1" y="-1"/>
                    <a:ext cx="263526" cy="346077"/>
                    <a:chOff x="0" y="0"/>
                    <a:chExt cx="263524" cy="346075"/>
                  </a:xfrm>
                </p:grpSpPr>
                <p:sp>
                  <p:nvSpPr>
                    <p:cNvPr id="320" name="Shape 631"/>
                    <p:cNvSpPr/>
                    <p:nvPr/>
                  </p:nvSpPr>
                  <p:spPr>
                    <a:xfrm rot="10800000" flipH="1">
                      <a:off x="0" y="0"/>
                      <a:ext cx="263525" cy="346076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0" y="0"/>
                          </a:moveTo>
                          <a:lnTo>
                            <a:pt x="21600" y="0"/>
                          </a:lnTo>
                          <a:lnTo>
                            <a:pt x="21600" y="17393"/>
                          </a:lnTo>
                          <a:lnTo>
                            <a:pt x="16075" y="21600"/>
                          </a:lnTo>
                          <a:lnTo>
                            <a:pt x="0" y="2160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  <a:endParaRPr>
                        <a:latin typeface="+mj-lt"/>
                      </a:endParaRPr>
                    </a:p>
                  </p:txBody>
                </p:sp>
                <p:sp>
                  <p:nvSpPr>
                    <p:cNvPr id="321" name="Shape 632"/>
                    <p:cNvSpPr/>
                    <p:nvPr/>
                  </p:nvSpPr>
                  <p:spPr>
                    <a:xfrm rot="10800000" flipH="1">
                      <a:off x="196111" y="0"/>
                      <a:ext cx="67414" cy="67413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0" y="21600"/>
                          </a:moveTo>
                          <a:lnTo>
                            <a:pt x="4320" y="4320"/>
                          </a:lnTo>
                          <a:lnTo>
                            <a:pt x="21600" y="0"/>
                          </a:lnTo>
                          <a:close/>
                        </a:path>
                      </a:pathLst>
                    </a:custGeom>
                    <a:solidFill>
                      <a:srgbClr val="000000">
                        <a:alpha val="20000"/>
                      </a:srgbClr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  <a:endParaRPr>
                        <a:latin typeface="+mj-lt"/>
                      </a:endParaRPr>
                    </a:p>
                  </p:txBody>
                </p:sp>
                <p:sp>
                  <p:nvSpPr>
                    <p:cNvPr id="322" name="Shape 633"/>
                    <p:cNvSpPr/>
                    <p:nvPr/>
                  </p:nvSpPr>
                  <p:spPr>
                    <a:xfrm rot="10800000" flipH="1">
                      <a:off x="0" y="0"/>
                      <a:ext cx="263525" cy="346076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16075" y="21600"/>
                          </a:moveTo>
                          <a:lnTo>
                            <a:pt x="17180" y="18234"/>
                          </a:lnTo>
                          <a:lnTo>
                            <a:pt x="21600" y="17393"/>
                          </a:lnTo>
                          <a:lnTo>
                            <a:pt x="16075" y="21600"/>
                          </a:lnTo>
                          <a:lnTo>
                            <a:pt x="0" y="21600"/>
                          </a:lnTo>
                          <a:lnTo>
                            <a:pt x="0" y="0"/>
                          </a:lnTo>
                          <a:lnTo>
                            <a:pt x="21600" y="0"/>
                          </a:lnTo>
                          <a:lnTo>
                            <a:pt x="21600" y="17393"/>
                          </a:lnTo>
                        </a:path>
                      </a:pathLst>
                    </a:custGeom>
                    <a:noFill/>
                    <a:ln w="9525" cap="flat">
                      <a:solidFill>
                        <a:srgbClr val="000000"/>
                      </a:solidFill>
                      <a:prstDash val="solid"/>
                      <a:round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  <a:endParaRPr>
                        <a:latin typeface="+mj-lt"/>
                      </a:endParaRPr>
                    </a:p>
                  </p:txBody>
                </p:sp>
              </p:grpSp>
              <p:sp>
                <p:nvSpPr>
                  <p:cNvPr id="315" name="Shape 635"/>
                  <p:cNvSpPr/>
                  <p:nvPr/>
                </p:nvSpPr>
                <p:spPr>
                  <a:xfrm>
                    <a:off x="57149" y="123824"/>
                    <a:ext cx="184151" cy="1"/>
                  </a:xfrm>
                  <a:prstGeom prst="line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endParaRPr>
                      <a:latin typeface="+mj-lt"/>
                    </a:endParaRPr>
                  </a:p>
                </p:txBody>
              </p:sp>
              <p:sp>
                <p:nvSpPr>
                  <p:cNvPr id="316" name="Shape 636"/>
                  <p:cNvSpPr/>
                  <p:nvPr/>
                </p:nvSpPr>
                <p:spPr>
                  <a:xfrm>
                    <a:off x="57149" y="169862"/>
                    <a:ext cx="184151" cy="1"/>
                  </a:xfrm>
                  <a:prstGeom prst="line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endParaRPr>
                      <a:latin typeface="+mj-lt"/>
                    </a:endParaRPr>
                  </a:p>
                </p:txBody>
              </p:sp>
              <p:sp>
                <p:nvSpPr>
                  <p:cNvPr id="317" name="Shape 637"/>
                  <p:cNvSpPr/>
                  <p:nvPr/>
                </p:nvSpPr>
                <p:spPr>
                  <a:xfrm>
                    <a:off x="57149" y="217487"/>
                    <a:ext cx="184151" cy="1"/>
                  </a:xfrm>
                  <a:prstGeom prst="line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endParaRPr>
                      <a:latin typeface="+mj-lt"/>
                    </a:endParaRPr>
                  </a:p>
                </p:txBody>
              </p:sp>
              <p:sp>
                <p:nvSpPr>
                  <p:cNvPr id="318" name="Shape 638"/>
                  <p:cNvSpPr/>
                  <p:nvPr/>
                </p:nvSpPr>
                <p:spPr>
                  <a:xfrm>
                    <a:off x="57149" y="265112"/>
                    <a:ext cx="184151" cy="1"/>
                  </a:xfrm>
                  <a:prstGeom prst="line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endParaRPr>
                      <a:latin typeface="+mj-lt"/>
                    </a:endParaRPr>
                  </a:p>
                </p:txBody>
              </p:sp>
              <p:sp>
                <p:nvSpPr>
                  <p:cNvPr id="319" name="Shape 639"/>
                  <p:cNvSpPr/>
                  <p:nvPr/>
                </p:nvSpPr>
                <p:spPr>
                  <a:xfrm>
                    <a:off x="55562" y="76199"/>
                    <a:ext cx="122237" cy="1"/>
                  </a:xfrm>
                  <a:prstGeom prst="line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endParaRPr>
                      <a:latin typeface="+mj-lt"/>
                    </a:endParaRPr>
                  </a:p>
                </p:txBody>
              </p:sp>
            </p:grpSp>
            <p:grpSp>
              <p:nvGrpSpPr>
                <p:cNvPr id="301" name="Group 653"/>
                <p:cNvGrpSpPr/>
                <p:nvPr/>
              </p:nvGrpSpPr>
              <p:grpSpPr>
                <a:xfrm>
                  <a:off x="296863" y="26987"/>
                  <a:ext cx="273050" cy="292101"/>
                  <a:chOff x="0" y="0"/>
                  <a:chExt cx="273049" cy="292100"/>
                </a:xfrm>
              </p:grpSpPr>
              <p:grpSp>
                <p:nvGrpSpPr>
                  <p:cNvPr id="302" name="Group 644"/>
                  <p:cNvGrpSpPr/>
                  <p:nvPr/>
                </p:nvGrpSpPr>
                <p:grpSpPr>
                  <a:xfrm>
                    <a:off x="0" y="0"/>
                    <a:ext cx="225425" cy="227012"/>
                    <a:chOff x="0" y="0"/>
                    <a:chExt cx="225425" cy="227011"/>
                  </a:xfrm>
                </p:grpSpPr>
                <p:sp>
                  <p:nvSpPr>
                    <p:cNvPr id="311" name="Shape 641"/>
                    <p:cNvSpPr/>
                    <p:nvPr/>
                  </p:nvSpPr>
                  <p:spPr>
                    <a:xfrm>
                      <a:off x="0" y="0"/>
                      <a:ext cx="225425" cy="22701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1078" y="21600"/>
                          </a:moveTo>
                          <a:cubicBezTo>
                            <a:pt x="482" y="21600"/>
                            <a:pt x="0" y="21121"/>
                            <a:pt x="0" y="20530"/>
                          </a:cubicBezTo>
                          <a:cubicBezTo>
                            <a:pt x="0" y="19939"/>
                            <a:pt x="482" y="19460"/>
                            <a:pt x="1078" y="19460"/>
                          </a:cubicBezTo>
                          <a:lnTo>
                            <a:pt x="2155" y="19460"/>
                          </a:lnTo>
                          <a:lnTo>
                            <a:pt x="2155" y="1070"/>
                          </a:lnTo>
                          <a:cubicBezTo>
                            <a:pt x="2155" y="479"/>
                            <a:pt x="2638" y="0"/>
                            <a:pt x="3233" y="0"/>
                          </a:cubicBezTo>
                          <a:lnTo>
                            <a:pt x="20522" y="0"/>
                          </a:lnTo>
                          <a:cubicBezTo>
                            <a:pt x="21118" y="0"/>
                            <a:pt x="21600" y="479"/>
                            <a:pt x="21600" y="1070"/>
                          </a:cubicBezTo>
                          <a:cubicBezTo>
                            <a:pt x="21600" y="1661"/>
                            <a:pt x="21118" y="2140"/>
                            <a:pt x="20522" y="2140"/>
                          </a:cubicBezTo>
                          <a:lnTo>
                            <a:pt x="19445" y="2140"/>
                          </a:lnTo>
                          <a:lnTo>
                            <a:pt x="19445" y="20530"/>
                          </a:lnTo>
                          <a:cubicBezTo>
                            <a:pt x="19445" y="21121"/>
                            <a:pt x="18962" y="21600"/>
                            <a:pt x="18367" y="2160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 sz="900">
                          <a:latin typeface="ＭＳ Ｐゴシック"/>
                          <a:ea typeface="ＭＳ Ｐゴシック"/>
                          <a:cs typeface="ＭＳ Ｐゴシック"/>
                          <a:sym typeface="ＭＳ Ｐゴシック"/>
                        </a:defRPr>
                      </a:pPr>
                      <a:endParaRPr sz="900">
                        <a:latin typeface="+mj-lt"/>
                      </a:endParaRPr>
                    </a:p>
                  </p:txBody>
                </p:sp>
                <p:sp>
                  <p:nvSpPr>
                    <p:cNvPr id="312" name="Shape 642"/>
                    <p:cNvSpPr/>
                    <p:nvPr/>
                  </p:nvSpPr>
                  <p:spPr>
                    <a:xfrm>
                      <a:off x="0" y="11246"/>
                      <a:ext cx="44986" cy="215766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21600" y="0"/>
                          </a:moveTo>
                          <a:cubicBezTo>
                            <a:pt x="21600" y="622"/>
                            <a:pt x="19182" y="1126"/>
                            <a:pt x="16200" y="1126"/>
                          </a:cubicBezTo>
                          <a:cubicBezTo>
                            <a:pt x="14709" y="1126"/>
                            <a:pt x="13500" y="874"/>
                            <a:pt x="13500" y="563"/>
                          </a:cubicBezTo>
                          <a:cubicBezTo>
                            <a:pt x="13500" y="252"/>
                            <a:pt x="14709" y="0"/>
                            <a:pt x="16200" y="0"/>
                          </a:cubicBezTo>
                          <a:close/>
                          <a:moveTo>
                            <a:pt x="10800" y="20474"/>
                          </a:moveTo>
                          <a:cubicBezTo>
                            <a:pt x="10800" y="21096"/>
                            <a:pt x="8382" y="21600"/>
                            <a:pt x="5400" y="21600"/>
                          </a:cubicBezTo>
                          <a:cubicBezTo>
                            <a:pt x="2418" y="21600"/>
                            <a:pt x="0" y="21096"/>
                            <a:pt x="0" y="20474"/>
                          </a:cubicBezTo>
                          <a:cubicBezTo>
                            <a:pt x="0" y="19852"/>
                            <a:pt x="2418" y="19348"/>
                            <a:pt x="5400" y="19348"/>
                          </a:cubicBezTo>
                          <a:cubicBezTo>
                            <a:pt x="6891" y="19348"/>
                            <a:pt x="8100" y="19600"/>
                            <a:pt x="8100" y="19911"/>
                          </a:cubicBezTo>
                          <a:cubicBezTo>
                            <a:pt x="8100" y="20222"/>
                            <a:pt x="6891" y="20474"/>
                            <a:pt x="5400" y="20474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20000"/>
                      </a:srgbClr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 sz="900">
                          <a:latin typeface="ＭＳ Ｐゴシック"/>
                          <a:ea typeface="ＭＳ Ｐゴシック"/>
                          <a:cs typeface="ＭＳ Ｐゴシック"/>
                          <a:sym typeface="ＭＳ Ｐゴシック"/>
                        </a:defRPr>
                      </a:pPr>
                      <a:endParaRPr sz="900">
                        <a:latin typeface="+mj-lt"/>
                      </a:endParaRPr>
                    </a:p>
                  </p:txBody>
                </p:sp>
                <p:sp>
                  <p:nvSpPr>
                    <p:cNvPr id="313" name="Shape 643"/>
                    <p:cNvSpPr/>
                    <p:nvPr/>
                  </p:nvSpPr>
                  <p:spPr>
                    <a:xfrm>
                      <a:off x="0" y="0"/>
                      <a:ext cx="225425" cy="22701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2155" y="19460"/>
                          </a:moveTo>
                          <a:lnTo>
                            <a:pt x="2155" y="1070"/>
                          </a:lnTo>
                          <a:cubicBezTo>
                            <a:pt x="2155" y="479"/>
                            <a:pt x="2638" y="0"/>
                            <a:pt x="3233" y="0"/>
                          </a:cubicBezTo>
                          <a:lnTo>
                            <a:pt x="20522" y="0"/>
                          </a:lnTo>
                          <a:cubicBezTo>
                            <a:pt x="21118" y="0"/>
                            <a:pt x="21600" y="479"/>
                            <a:pt x="21600" y="1070"/>
                          </a:cubicBezTo>
                          <a:cubicBezTo>
                            <a:pt x="21600" y="1661"/>
                            <a:pt x="21118" y="2140"/>
                            <a:pt x="20522" y="2140"/>
                          </a:cubicBezTo>
                          <a:lnTo>
                            <a:pt x="19445" y="2140"/>
                          </a:lnTo>
                          <a:lnTo>
                            <a:pt x="19445" y="20530"/>
                          </a:lnTo>
                          <a:cubicBezTo>
                            <a:pt x="19445" y="21121"/>
                            <a:pt x="18962" y="21600"/>
                            <a:pt x="18367" y="21600"/>
                          </a:cubicBezTo>
                          <a:lnTo>
                            <a:pt x="1078" y="21600"/>
                          </a:lnTo>
                          <a:cubicBezTo>
                            <a:pt x="482" y="21600"/>
                            <a:pt x="0" y="21121"/>
                            <a:pt x="0" y="20530"/>
                          </a:cubicBezTo>
                          <a:cubicBezTo>
                            <a:pt x="0" y="19939"/>
                            <a:pt x="482" y="19460"/>
                            <a:pt x="1078" y="19460"/>
                          </a:cubicBezTo>
                          <a:close/>
                          <a:moveTo>
                            <a:pt x="3233" y="0"/>
                          </a:moveTo>
                          <a:cubicBezTo>
                            <a:pt x="3828" y="0"/>
                            <a:pt x="4310" y="479"/>
                            <a:pt x="4310" y="1070"/>
                          </a:cubicBezTo>
                          <a:cubicBezTo>
                            <a:pt x="4310" y="1661"/>
                            <a:pt x="3828" y="2140"/>
                            <a:pt x="3233" y="2140"/>
                          </a:cubicBezTo>
                          <a:cubicBezTo>
                            <a:pt x="2935" y="2140"/>
                            <a:pt x="2694" y="1901"/>
                            <a:pt x="2694" y="1605"/>
                          </a:cubicBezTo>
                          <a:cubicBezTo>
                            <a:pt x="2694" y="1310"/>
                            <a:pt x="2935" y="1070"/>
                            <a:pt x="3233" y="1070"/>
                          </a:cubicBezTo>
                          <a:lnTo>
                            <a:pt x="4311" y="1070"/>
                          </a:lnTo>
                          <a:moveTo>
                            <a:pt x="19445" y="2140"/>
                          </a:moveTo>
                          <a:lnTo>
                            <a:pt x="3233" y="2140"/>
                          </a:lnTo>
                          <a:moveTo>
                            <a:pt x="1078" y="19460"/>
                          </a:moveTo>
                          <a:cubicBezTo>
                            <a:pt x="1375" y="19460"/>
                            <a:pt x="1616" y="19699"/>
                            <a:pt x="1616" y="19995"/>
                          </a:cubicBezTo>
                          <a:cubicBezTo>
                            <a:pt x="1616" y="20290"/>
                            <a:pt x="1375" y="20530"/>
                            <a:pt x="1078" y="20530"/>
                          </a:cubicBezTo>
                          <a:lnTo>
                            <a:pt x="2155" y="20530"/>
                          </a:lnTo>
                          <a:moveTo>
                            <a:pt x="1078" y="21600"/>
                          </a:moveTo>
                          <a:cubicBezTo>
                            <a:pt x="1673" y="21600"/>
                            <a:pt x="2155" y="21121"/>
                            <a:pt x="2155" y="20530"/>
                          </a:cubicBezTo>
                          <a:lnTo>
                            <a:pt x="2155" y="19460"/>
                          </a:lnTo>
                        </a:path>
                      </a:pathLst>
                    </a:custGeom>
                    <a:noFill/>
                    <a:ln w="9525" cap="flat">
                      <a:solidFill>
                        <a:srgbClr val="000000"/>
                      </a:solidFill>
                      <a:prstDash val="solid"/>
                      <a:round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 sz="900">
                          <a:latin typeface="ＭＳ Ｐゴシック"/>
                          <a:ea typeface="ＭＳ Ｐゴシック"/>
                          <a:cs typeface="ＭＳ Ｐゴシック"/>
                          <a:sym typeface="ＭＳ Ｐゴシック"/>
                        </a:defRPr>
                      </a:pPr>
                      <a:endParaRPr sz="900">
                        <a:latin typeface="+mj-lt"/>
                      </a:endParaRPr>
                    </a:p>
                  </p:txBody>
                </p:sp>
              </p:grpSp>
              <p:grpSp>
                <p:nvGrpSpPr>
                  <p:cNvPr id="303" name="Group 648"/>
                  <p:cNvGrpSpPr/>
                  <p:nvPr/>
                </p:nvGrpSpPr>
                <p:grpSpPr>
                  <a:xfrm>
                    <a:off x="23811" y="31750"/>
                    <a:ext cx="225426" cy="228601"/>
                    <a:chOff x="0" y="0"/>
                    <a:chExt cx="225425" cy="228600"/>
                  </a:xfrm>
                </p:grpSpPr>
                <p:sp>
                  <p:nvSpPr>
                    <p:cNvPr id="308" name="Shape 645"/>
                    <p:cNvSpPr/>
                    <p:nvPr/>
                  </p:nvSpPr>
                  <p:spPr>
                    <a:xfrm>
                      <a:off x="0" y="-1"/>
                      <a:ext cx="225425" cy="228601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1078" y="21600"/>
                          </a:moveTo>
                          <a:cubicBezTo>
                            <a:pt x="482" y="21600"/>
                            <a:pt x="0" y="21124"/>
                            <a:pt x="0" y="20537"/>
                          </a:cubicBezTo>
                          <a:cubicBezTo>
                            <a:pt x="0" y="19951"/>
                            <a:pt x="482" y="19475"/>
                            <a:pt x="1078" y="19475"/>
                          </a:cubicBezTo>
                          <a:lnTo>
                            <a:pt x="2155" y="19475"/>
                          </a:lnTo>
                          <a:lnTo>
                            <a:pt x="2155" y="1063"/>
                          </a:lnTo>
                          <a:cubicBezTo>
                            <a:pt x="2155" y="476"/>
                            <a:pt x="2638" y="0"/>
                            <a:pt x="3233" y="0"/>
                          </a:cubicBezTo>
                          <a:lnTo>
                            <a:pt x="20522" y="0"/>
                          </a:lnTo>
                          <a:cubicBezTo>
                            <a:pt x="21118" y="0"/>
                            <a:pt x="21600" y="476"/>
                            <a:pt x="21600" y="1063"/>
                          </a:cubicBezTo>
                          <a:cubicBezTo>
                            <a:pt x="21600" y="1649"/>
                            <a:pt x="21118" y="2125"/>
                            <a:pt x="20522" y="2125"/>
                          </a:cubicBezTo>
                          <a:lnTo>
                            <a:pt x="19445" y="2125"/>
                          </a:lnTo>
                          <a:lnTo>
                            <a:pt x="19445" y="20537"/>
                          </a:lnTo>
                          <a:cubicBezTo>
                            <a:pt x="19445" y="21124"/>
                            <a:pt x="18962" y="21600"/>
                            <a:pt x="18367" y="2160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 sz="900">
                          <a:latin typeface="ＭＳ Ｐゴシック"/>
                          <a:ea typeface="ＭＳ Ｐゴシック"/>
                          <a:cs typeface="ＭＳ Ｐゴシック"/>
                          <a:sym typeface="ＭＳ Ｐゴシック"/>
                        </a:defRPr>
                      </a:pPr>
                      <a:endParaRPr sz="900">
                        <a:latin typeface="+mj-lt"/>
                      </a:endParaRPr>
                    </a:p>
                  </p:txBody>
                </p:sp>
                <p:sp>
                  <p:nvSpPr>
                    <p:cNvPr id="309" name="Shape 646"/>
                    <p:cNvSpPr/>
                    <p:nvPr/>
                  </p:nvSpPr>
                  <p:spPr>
                    <a:xfrm>
                      <a:off x="0" y="11245"/>
                      <a:ext cx="44986" cy="217356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21600" y="0"/>
                          </a:moveTo>
                          <a:cubicBezTo>
                            <a:pt x="21600" y="617"/>
                            <a:pt x="19182" y="1118"/>
                            <a:pt x="16200" y="1118"/>
                          </a:cubicBezTo>
                          <a:cubicBezTo>
                            <a:pt x="14709" y="1118"/>
                            <a:pt x="13500" y="867"/>
                            <a:pt x="13500" y="559"/>
                          </a:cubicBezTo>
                          <a:cubicBezTo>
                            <a:pt x="13500" y="250"/>
                            <a:pt x="14709" y="0"/>
                            <a:pt x="16200" y="0"/>
                          </a:cubicBezTo>
                          <a:close/>
                          <a:moveTo>
                            <a:pt x="10800" y="20482"/>
                          </a:moveTo>
                          <a:cubicBezTo>
                            <a:pt x="10800" y="21100"/>
                            <a:pt x="8382" y="21600"/>
                            <a:pt x="5400" y="21600"/>
                          </a:cubicBezTo>
                          <a:cubicBezTo>
                            <a:pt x="2418" y="21600"/>
                            <a:pt x="0" y="21100"/>
                            <a:pt x="0" y="20482"/>
                          </a:cubicBezTo>
                          <a:cubicBezTo>
                            <a:pt x="0" y="19865"/>
                            <a:pt x="2418" y="19365"/>
                            <a:pt x="5400" y="19365"/>
                          </a:cubicBezTo>
                          <a:cubicBezTo>
                            <a:pt x="6891" y="19365"/>
                            <a:pt x="8100" y="19615"/>
                            <a:pt x="8100" y="19924"/>
                          </a:cubicBezTo>
                          <a:cubicBezTo>
                            <a:pt x="8100" y="20232"/>
                            <a:pt x="6891" y="20482"/>
                            <a:pt x="5400" y="20482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20000"/>
                      </a:srgbClr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 sz="900">
                          <a:latin typeface="ＭＳ Ｐゴシック"/>
                          <a:ea typeface="ＭＳ Ｐゴシック"/>
                          <a:cs typeface="ＭＳ Ｐゴシック"/>
                          <a:sym typeface="ＭＳ Ｐゴシック"/>
                        </a:defRPr>
                      </a:pPr>
                      <a:endParaRPr sz="900">
                        <a:latin typeface="+mj-lt"/>
                      </a:endParaRPr>
                    </a:p>
                  </p:txBody>
                </p:sp>
                <p:sp>
                  <p:nvSpPr>
                    <p:cNvPr id="310" name="Shape 647"/>
                    <p:cNvSpPr/>
                    <p:nvPr/>
                  </p:nvSpPr>
                  <p:spPr>
                    <a:xfrm>
                      <a:off x="0" y="-1"/>
                      <a:ext cx="225425" cy="228601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2155" y="19475"/>
                          </a:moveTo>
                          <a:lnTo>
                            <a:pt x="2155" y="1063"/>
                          </a:lnTo>
                          <a:cubicBezTo>
                            <a:pt x="2155" y="476"/>
                            <a:pt x="2638" y="0"/>
                            <a:pt x="3233" y="0"/>
                          </a:cubicBezTo>
                          <a:lnTo>
                            <a:pt x="20522" y="0"/>
                          </a:lnTo>
                          <a:cubicBezTo>
                            <a:pt x="21118" y="0"/>
                            <a:pt x="21600" y="476"/>
                            <a:pt x="21600" y="1063"/>
                          </a:cubicBezTo>
                          <a:cubicBezTo>
                            <a:pt x="21600" y="1649"/>
                            <a:pt x="21118" y="2125"/>
                            <a:pt x="20522" y="2125"/>
                          </a:cubicBezTo>
                          <a:lnTo>
                            <a:pt x="19445" y="2125"/>
                          </a:lnTo>
                          <a:lnTo>
                            <a:pt x="19445" y="20537"/>
                          </a:lnTo>
                          <a:cubicBezTo>
                            <a:pt x="19445" y="21124"/>
                            <a:pt x="18962" y="21600"/>
                            <a:pt x="18367" y="21600"/>
                          </a:cubicBezTo>
                          <a:lnTo>
                            <a:pt x="1078" y="21600"/>
                          </a:lnTo>
                          <a:cubicBezTo>
                            <a:pt x="482" y="21600"/>
                            <a:pt x="0" y="21124"/>
                            <a:pt x="0" y="20537"/>
                          </a:cubicBezTo>
                          <a:cubicBezTo>
                            <a:pt x="0" y="19951"/>
                            <a:pt x="482" y="19475"/>
                            <a:pt x="1078" y="19475"/>
                          </a:cubicBezTo>
                          <a:close/>
                          <a:moveTo>
                            <a:pt x="3233" y="0"/>
                          </a:moveTo>
                          <a:cubicBezTo>
                            <a:pt x="3828" y="0"/>
                            <a:pt x="4310" y="476"/>
                            <a:pt x="4310" y="1063"/>
                          </a:cubicBezTo>
                          <a:cubicBezTo>
                            <a:pt x="4310" y="1649"/>
                            <a:pt x="3828" y="2125"/>
                            <a:pt x="3233" y="2125"/>
                          </a:cubicBezTo>
                          <a:cubicBezTo>
                            <a:pt x="2935" y="2125"/>
                            <a:pt x="2694" y="1887"/>
                            <a:pt x="2694" y="1594"/>
                          </a:cubicBezTo>
                          <a:cubicBezTo>
                            <a:pt x="2694" y="1300"/>
                            <a:pt x="2935" y="1063"/>
                            <a:pt x="3233" y="1063"/>
                          </a:cubicBezTo>
                          <a:lnTo>
                            <a:pt x="4311" y="1063"/>
                          </a:lnTo>
                          <a:moveTo>
                            <a:pt x="19445" y="2125"/>
                          </a:moveTo>
                          <a:lnTo>
                            <a:pt x="3233" y="2125"/>
                          </a:lnTo>
                          <a:moveTo>
                            <a:pt x="1078" y="19475"/>
                          </a:moveTo>
                          <a:cubicBezTo>
                            <a:pt x="1375" y="19475"/>
                            <a:pt x="1616" y="19713"/>
                            <a:pt x="1616" y="20006"/>
                          </a:cubicBezTo>
                          <a:cubicBezTo>
                            <a:pt x="1616" y="20299"/>
                            <a:pt x="1375" y="20537"/>
                            <a:pt x="1078" y="20537"/>
                          </a:cubicBezTo>
                          <a:lnTo>
                            <a:pt x="2155" y="20537"/>
                          </a:lnTo>
                          <a:moveTo>
                            <a:pt x="1078" y="21600"/>
                          </a:moveTo>
                          <a:cubicBezTo>
                            <a:pt x="1673" y="21600"/>
                            <a:pt x="2155" y="21124"/>
                            <a:pt x="2155" y="20537"/>
                          </a:cubicBezTo>
                          <a:lnTo>
                            <a:pt x="2155" y="19475"/>
                          </a:lnTo>
                        </a:path>
                      </a:pathLst>
                    </a:custGeom>
                    <a:noFill/>
                    <a:ln w="9525" cap="flat">
                      <a:solidFill>
                        <a:srgbClr val="000000"/>
                      </a:solidFill>
                      <a:prstDash val="solid"/>
                      <a:round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 sz="900">
                          <a:latin typeface="ＭＳ Ｐゴシック"/>
                          <a:ea typeface="ＭＳ Ｐゴシック"/>
                          <a:cs typeface="ＭＳ Ｐゴシック"/>
                          <a:sym typeface="ＭＳ Ｐゴシック"/>
                        </a:defRPr>
                      </a:pPr>
                      <a:endParaRPr sz="900">
                        <a:latin typeface="+mj-lt"/>
                      </a:endParaRPr>
                    </a:p>
                  </p:txBody>
                </p:sp>
              </p:grpSp>
              <p:grpSp>
                <p:nvGrpSpPr>
                  <p:cNvPr id="304" name="Group 652"/>
                  <p:cNvGrpSpPr/>
                  <p:nvPr/>
                </p:nvGrpSpPr>
                <p:grpSpPr>
                  <a:xfrm>
                    <a:off x="47624" y="65087"/>
                    <a:ext cx="225426" cy="227014"/>
                    <a:chOff x="0" y="0"/>
                    <a:chExt cx="225425" cy="227013"/>
                  </a:xfrm>
                </p:grpSpPr>
                <p:sp>
                  <p:nvSpPr>
                    <p:cNvPr id="305" name="Shape 649"/>
                    <p:cNvSpPr/>
                    <p:nvPr/>
                  </p:nvSpPr>
                  <p:spPr>
                    <a:xfrm>
                      <a:off x="0" y="-1"/>
                      <a:ext cx="225425" cy="227015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1078" y="21600"/>
                          </a:moveTo>
                          <a:cubicBezTo>
                            <a:pt x="482" y="21600"/>
                            <a:pt x="0" y="21121"/>
                            <a:pt x="0" y="20530"/>
                          </a:cubicBezTo>
                          <a:cubicBezTo>
                            <a:pt x="0" y="19939"/>
                            <a:pt x="482" y="19460"/>
                            <a:pt x="1078" y="19460"/>
                          </a:cubicBezTo>
                          <a:lnTo>
                            <a:pt x="2155" y="19460"/>
                          </a:lnTo>
                          <a:lnTo>
                            <a:pt x="2155" y="1070"/>
                          </a:lnTo>
                          <a:cubicBezTo>
                            <a:pt x="2155" y="479"/>
                            <a:pt x="2638" y="0"/>
                            <a:pt x="3233" y="0"/>
                          </a:cubicBezTo>
                          <a:lnTo>
                            <a:pt x="20522" y="0"/>
                          </a:lnTo>
                          <a:cubicBezTo>
                            <a:pt x="21118" y="0"/>
                            <a:pt x="21600" y="479"/>
                            <a:pt x="21600" y="1070"/>
                          </a:cubicBezTo>
                          <a:cubicBezTo>
                            <a:pt x="21600" y="1661"/>
                            <a:pt x="21118" y="2140"/>
                            <a:pt x="20522" y="2140"/>
                          </a:cubicBezTo>
                          <a:lnTo>
                            <a:pt x="19445" y="2140"/>
                          </a:lnTo>
                          <a:lnTo>
                            <a:pt x="19445" y="20530"/>
                          </a:lnTo>
                          <a:cubicBezTo>
                            <a:pt x="19445" y="21121"/>
                            <a:pt x="18962" y="21600"/>
                            <a:pt x="18367" y="2160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 sz="900">
                          <a:latin typeface="ＭＳ Ｐゴシック"/>
                          <a:ea typeface="ＭＳ Ｐゴシック"/>
                          <a:cs typeface="ＭＳ Ｐゴシック"/>
                          <a:sym typeface="ＭＳ Ｐゴシック"/>
                        </a:defRPr>
                      </a:pPr>
                      <a:endParaRPr sz="900">
                        <a:latin typeface="+mj-lt"/>
                      </a:endParaRPr>
                    </a:p>
                  </p:txBody>
                </p:sp>
                <p:sp>
                  <p:nvSpPr>
                    <p:cNvPr id="306" name="Shape 650"/>
                    <p:cNvSpPr/>
                    <p:nvPr/>
                  </p:nvSpPr>
                  <p:spPr>
                    <a:xfrm>
                      <a:off x="0" y="11245"/>
                      <a:ext cx="44986" cy="215769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21600" y="0"/>
                          </a:moveTo>
                          <a:cubicBezTo>
                            <a:pt x="21600" y="622"/>
                            <a:pt x="19182" y="1126"/>
                            <a:pt x="16200" y="1126"/>
                          </a:cubicBezTo>
                          <a:cubicBezTo>
                            <a:pt x="14709" y="1126"/>
                            <a:pt x="13500" y="874"/>
                            <a:pt x="13500" y="563"/>
                          </a:cubicBezTo>
                          <a:cubicBezTo>
                            <a:pt x="13500" y="252"/>
                            <a:pt x="14709" y="0"/>
                            <a:pt x="16200" y="0"/>
                          </a:cubicBezTo>
                          <a:close/>
                          <a:moveTo>
                            <a:pt x="10800" y="20474"/>
                          </a:moveTo>
                          <a:cubicBezTo>
                            <a:pt x="10800" y="21096"/>
                            <a:pt x="8382" y="21600"/>
                            <a:pt x="5400" y="21600"/>
                          </a:cubicBezTo>
                          <a:cubicBezTo>
                            <a:pt x="2418" y="21600"/>
                            <a:pt x="0" y="21096"/>
                            <a:pt x="0" y="20474"/>
                          </a:cubicBezTo>
                          <a:cubicBezTo>
                            <a:pt x="0" y="19852"/>
                            <a:pt x="2418" y="19348"/>
                            <a:pt x="5400" y="19348"/>
                          </a:cubicBezTo>
                          <a:cubicBezTo>
                            <a:pt x="6891" y="19348"/>
                            <a:pt x="8100" y="19600"/>
                            <a:pt x="8100" y="19911"/>
                          </a:cubicBezTo>
                          <a:cubicBezTo>
                            <a:pt x="8100" y="20222"/>
                            <a:pt x="6891" y="20474"/>
                            <a:pt x="5400" y="20474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20000"/>
                      </a:srgbClr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 sz="900">
                          <a:latin typeface="ＭＳ Ｐゴシック"/>
                          <a:ea typeface="ＭＳ Ｐゴシック"/>
                          <a:cs typeface="ＭＳ Ｐゴシック"/>
                          <a:sym typeface="ＭＳ Ｐゴシック"/>
                        </a:defRPr>
                      </a:pPr>
                      <a:endParaRPr sz="900">
                        <a:latin typeface="+mj-lt"/>
                      </a:endParaRPr>
                    </a:p>
                  </p:txBody>
                </p:sp>
                <p:sp>
                  <p:nvSpPr>
                    <p:cNvPr id="307" name="Shape 651"/>
                    <p:cNvSpPr/>
                    <p:nvPr/>
                  </p:nvSpPr>
                  <p:spPr>
                    <a:xfrm>
                      <a:off x="0" y="-1"/>
                      <a:ext cx="225425" cy="227015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2155" y="19460"/>
                          </a:moveTo>
                          <a:lnTo>
                            <a:pt x="2155" y="1070"/>
                          </a:lnTo>
                          <a:cubicBezTo>
                            <a:pt x="2155" y="479"/>
                            <a:pt x="2638" y="0"/>
                            <a:pt x="3233" y="0"/>
                          </a:cubicBezTo>
                          <a:lnTo>
                            <a:pt x="20522" y="0"/>
                          </a:lnTo>
                          <a:cubicBezTo>
                            <a:pt x="21118" y="0"/>
                            <a:pt x="21600" y="479"/>
                            <a:pt x="21600" y="1070"/>
                          </a:cubicBezTo>
                          <a:cubicBezTo>
                            <a:pt x="21600" y="1661"/>
                            <a:pt x="21118" y="2140"/>
                            <a:pt x="20522" y="2140"/>
                          </a:cubicBezTo>
                          <a:lnTo>
                            <a:pt x="19445" y="2140"/>
                          </a:lnTo>
                          <a:lnTo>
                            <a:pt x="19445" y="20530"/>
                          </a:lnTo>
                          <a:cubicBezTo>
                            <a:pt x="19445" y="21121"/>
                            <a:pt x="18962" y="21600"/>
                            <a:pt x="18367" y="21600"/>
                          </a:cubicBezTo>
                          <a:lnTo>
                            <a:pt x="1078" y="21600"/>
                          </a:lnTo>
                          <a:cubicBezTo>
                            <a:pt x="482" y="21600"/>
                            <a:pt x="0" y="21121"/>
                            <a:pt x="0" y="20530"/>
                          </a:cubicBezTo>
                          <a:cubicBezTo>
                            <a:pt x="0" y="19939"/>
                            <a:pt x="482" y="19460"/>
                            <a:pt x="1078" y="19460"/>
                          </a:cubicBezTo>
                          <a:close/>
                          <a:moveTo>
                            <a:pt x="3233" y="0"/>
                          </a:moveTo>
                          <a:cubicBezTo>
                            <a:pt x="3828" y="0"/>
                            <a:pt x="4310" y="479"/>
                            <a:pt x="4310" y="1070"/>
                          </a:cubicBezTo>
                          <a:cubicBezTo>
                            <a:pt x="4310" y="1661"/>
                            <a:pt x="3828" y="2140"/>
                            <a:pt x="3233" y="2140"/>
                          </a:cubicBezTo>
                          <a:cubicBezTo>
                            <a:pt x="2935" y="2140"/>
                            <a:pt x="2694" y="1901"/>
                            <a:pt x="2694" y="1605"/>
                          </a:cubicBezTo>
                          <a:cubicBezTo>
                            <a:pt x="2694" y="1310"/>
                            <a:pt x="2935" y="1070"/>
                            <a:pt x="3233" y="1070"/>
                          </a:cubicBezTo>
                          <a:lnTo>
                            <a:pt x="4311" y="1070"/>
                          </a:lnTo>
                          <a:moveTo>
                            <a:pt x="19445" y="2140"/>
                          </a:moveTo>
                          <a:lnTo>
                            <a:pt x="3233" y="2140"/>
                          </a:lnTo>
                          <a:moveTo>
                            <a:pt x="1078" y="19460"/>
                          </a:moveTo>
                          <a:cubicBezTo>
                            <a:pt x="1375" y="19460"/>
                            <a:pt x="1616" y="19699"/>
                            <a:pt x="1616" y="19995"/>
                          </a:cubicBezTo>
                          <a:cubicBezTo>
                            <a:pt x="1616" y="20290"/>
                            <a:pt x="1375" y="20530"/>
                            <a:pt x="1078" y="20530"/>
                          </a:cubicBezTo>
                          <a:lnTo>
                            <a:pt x="2155" y="20530"/>
                          </a:lnTo>
                          <a:moveTo>
                            <a:pt x="1078" y="21600"/>
                          </a:moveTo>
                          <a:cubicBezTo>
                            <a:pt x="1673" y="21600"/>
                            <a:pt x="2155" y="21121"/>
                            <a:pt x="2155" y="20530"/>
                          </a:cubicBezTo>
                          <a:lnTo>
                            <a:pt x="2155" y="19460"/>
                          </a:lnTo>
                        </a:path>
                      </a:pathLst>
                    </a:custGeom>
                    <a:noFill/>
                    <a:ln w="9525" cap="flat">
                      <a:solidFill>
                        <a:srgbClr val="000000"/>
                      </a:solidFill>
                      <a:prstDash val="solid"/>
                      <a:round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 sz="900">
                          <a:latin typeface="ＭＳ Ｐゴシック"/>
                          <a:ea typeface="ＭＳ Ｐゴシック"/>
                          <a:cs typeface="ＭＳ Ｐゴシック"/>
                          <a:sym typeface="ＭＳ Ｐゴシック"/>
                        </a:defRPr>
                      </a:pPr>
                      <a:endParaRPr sz="900">
                        <a:latin typeface="+mj-lt"/>
                      </a:endParaRPr>
                    </a:p>
                  </p:txBody>
                </p:sp>
              </p:grpSp>
            </p:grpSp>
          </p:grpSp>
        </p:grpSp>
        <p:grpSp>
          <p:nvGrpSpPr>
            <p:cNvPr id="238" name="Group 680"/>
            <p:cNvGrpSpPr/>
            <p:nvPr/>
          </p:nvGrpSpPr>
          <p:grpSpPr>
            <a:xfrm>
              <a:off x="8128925" y="4067319"/>
              <a:ext cx="156086" cy="258033"/>
              <a:chOff x="196115" y="-2"/>
              <a:chExt cx="193358" cy="319091"/>
            </a:xfrm>
          </p:grpSpPr>
          <p:sp>
            <p:nvSpPr>
              <p:cNvPr id="293" name="Shape 658"/>
              <p:cNvSpPr/>
              <p:nvPr/>
            </p:nvSpPr>
            <p:spPr>
              <a:xfrm rot="10800000" flipH="1">
                <a:off x="196115" y="-2"/>
                <a:ext cx="67416" cy="674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4320" y="432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>
                  <a:latin typeface="+mj-lt"/>
                </a:endParaRPr>
              </a:p>
            </p:txBody>
          </p:sp>
          <p:grpSp>
            <p:nvGrpSpPr>
              <p:cNvPr id="294" name="Group 679"/>
              <p:cNvGrpSpPr/>
              <p:nvPr/>
            </p:nvGrpSpPr>
            <p:grpSpPr>
              <a:xfrm>
                <a:off x="296863" y="38231"/>
                <a:ext cx="92610" cy="280858"/>
                <a:chOff x="0" y="11245"/>
                <a:chExt cx="92610" cy="280857"/>
              </a:xfrm>
            </p:grpSpPr>
            <p:sp>
              <p:nvSpPr>
                <p:cNvPr id="295" name="Shape 668"/>
                <p:cNvSpPr/>
                <p:nvPr/>
              </p:nvSpPr>
              <p:spPr>
                <a:xfrm>
                  <a:off x="0" y="11245"/>
                  <a:ext cx="44986" cy="2157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0"/>
                      </a:moveTo>
                      <a:cubicBezTo>
                        <a:pt x="21600" y="622"/>
                        <a:pt x="19182" y="1126"/>
                        <a:pt x="16200" y="1126"/>
                      </a:cubicBezTo>
                      <a:cubicBezTo>
                        <a:pt x="14709" y="1126"/>
                        <a:pt x="13500" y="874"/>
                        <a:pt x="13500" y="563"/>
                      </a:cubicBezTo>
                      <a:cubicBezTo>
                        <a:pt x="13500" y="252"/>
                        <a:pt x="14709" y="0"/>
                        <a:pt x="16200" y="0"/>
                      </a:cubicBezTo>
                      <a:close/>
                      <a:moveTo>
                        <a:pt x="10800" y="20474"/>
                      </a:moveTo>
                      <a:cubicBezTo>
                        <a:pt x="10800" y="21096"/>
                        <a:pt x="8382" y="21600"/>
                        <a:pt x="5400" y="21600"/>
                      </a:cubicBezTo>
                      <a:cubicBezTo>
                        <a:pt x="2418" y="21600"/>
                        <a:pt x="0" y="21096"/>
                        <a:pt x="0" y="20474"/>
                      </a:cubicBezTo>
                      <a:cubicBezTo>
                        <a:pt x="0" y="19852"/>
                        <a:pt x="2418" y="19348"/>
                        <a:pt x="5400" y="19348"/>
                      </a:cubicBezTo>
                      <a:cubicBezTo>
                        <a:pt x="6891" y="19348"/>
                        <a:pt x="8100" y="19600"/>
                        <a:pt x="8100" y="19911"/>
                      </a:cubicBezTo>
                      <a:cubicBezTo>
                        <a:pt x="8100" y="20222"/>
                        <a:pt x="6891" y="20474"/>
                        <a:pt x="5400" y="20474"/>
                      </a:cubicBezTo>
                      <a:close/>
                    </a:path>
                  </a:pathLst>
                </a:custGeom>
                <a:solidFill>
                  <a:srgbClr val="000000">
                    <a:alpha val="20000"/>
                  </a:srgb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 sz="900">
                      <a:latin typeface="ＭＳ Ｐゴシック"/>
                      <a:ea typeface="ＭＳ Ｐゴシック"/>
                      <a:cs typeface="ＭＳ Ｐゴシック"/>
                      <a:sym typeface="ＭＳ Ｐゴシック"/>
                    </a:defRPr>
                  </a:pPr>
                  <a:endParaRPr sz="900">
                    <a:latin typeface="+mj-lt"/>
                  </a:endParaRPr>
                </a:p>
              </p:txBody>
            </p:sp>
            <p:sp>
              <p:nvSpPr>
                <p:cNvPr id="296" name="Shape 672"/>
                <p:cNvSpPr/>
                <p:nvPr/>
              </p:nvSpPr>
              <p:spPr>
                <a:xfrm>
                  <a:off x="23811" y="42995"/>
                  <a:ext cx="44986" cy="21735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0"/>
                      </a:moveTo>
                      <a:cubicBezTo>
                        <a:pt x="21600" y="617"/>
                        <a:pt x="19182" y="1118"/>
                        <a:pt x="16200" y="1118"/>
                      </a:cubicBezTo>
                      <a:cubicBezTo>
                        <a:pt x="14709" y="1118"/>
                        <a:pt x="13500" y="867"/>
                        <a:pt x="13500" y="559"/>
                      </a:cubicBezTo>
                      <a:cubicBezTo>
                        <a:pt x="13500" y="250"/>
                        <a:pt x="14709" y="0"/>
                        <a:pt x="16200" y="0"/>
                      </a:cubicBezTo>
                      <a:close/>
                      <a:moveTo>
                        <a:pt x="10800" y="20482"/>
                      </a:moveTo>
                      <a:cubicBezTo>
                        <a:pt x="10800" y="21100"/>
                        <a:pt x="8382" y="21600"/>
                        <a:pt x="5400" y="21600"/>
                      </a:cubicBezTo>
                      <a:cubicBezTo>
                        <a:pt x="2418" y="21600"/>
                        <a:pt x="0" y="21100"/>
                        <a:pt x="0" y="20482"/>
                      </a:cubicBezTo>
                      <a:cubicBezTo>
                        <a:pt x="0" y="19865"/>
                        <a:pt x="2418" y="19365"/>
                        <a:pt x="5400" y="19365"/>
                      </a:cubicBezTo>
                      <a:cubicBezTo>
                        <a:pt x="6891" y="19365"/>
                        <a:pt x="8100" y="19615"/>
                        <a:pt x="8100" y="19924"/>
                      </a:cubicBezTo>
                      <a:cubicBezTo>
                        <a:pt x="8100" y="20232"/>
                        <a:pt x="6891" y="20482"/>
                        <a:pt x="5400" y="20482"/>
                      </a:cubicBezTo>
                      <a:close/>
                    </a:path>
                  </a:pathLst>
                </a:custGeom>
                <a:solidFill>
                  <a:srgbClr val="000000">
                    <a:alpha val="20000"/>
                  </a:srgb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 sz="900">
                      <a:latin typeface="ＭＳ Ｐゴシック"/>
                      <a:ea typeface="ＭＳ Ｐゴシック"/>
                      <a:cs typeface="ＭＳ Ｐゴシック"/>
                      <a:sym typeface="ＭＳ Ｐゴシック"/>
                    </a:defRPr>
                  </a:pPr>
                  <a:endParaRPr sz="900">
                    <a:latin typeface="+mj-lt"/>
                  </a:endParaRPr>
                </a:p>
              </p:txBody>
            </p:sp>
            <p:sp>
              <p:nvSpPr>
                <p:cNvPr id="297" name="Shape 676"/>
                <p:cNvSpPr/>
                <p:nvPr/>
              </p:nvSpPr>
              <p:spPr>
                <a:xfrm>
                  <a:off x="47624" y="76334"/>
                  <a:ext cx="44986" cy="21576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0"/>
                      </a:moveTo>
                      <a:cubicBezTo>
                        <a:pt x="21600" y="622"/>
                        <a:pt x="19182" y="1126"/>
                        <a:pt x="16200" y="1126"/>
                      </a:cubicBezTo>
                      <a:cubicBezTo>
                        <a:pt x="14709" y="1126"/>
                        <a:pt x="13500" y="874"/>
                        <a:pt x="13500" y="563"/>
                      </a:cubicBezTo>
                      <a:cubicBezTo>
                        <a:pt x="13500" y="252"/>
                        <a:pt x="14709" y="0"/>
                        <a:pt x="16200" y="0"/>
                      </a:cubicBezTo>
                      <a:close/>
                      <a:moveTo>
                        <a:pt x="10800" y="20474"/>
                      </a:moveTo>
                      <a:cubicBezTo>
                        <a:pt x="10800" y="21096"/>
                        <a:pt x="8382" y="21600"/>
                        <a:pt x="5400" y="21600"/>
                      </a:cubicBezTo>
                      <a:cubicBezTo>
                        <a:pt x="2418" y="21600"/>
                        <a:pt x="0" y="21096"/>
                        <a:pt x="0" y="20474"/>
                      </a:cubicBezTo>
                      <a:cubicBezTo>
                        <a:pt x="0" y="19852"/>
                        <a:pt x="2418" y="19348"/>
                        <a:pt x="5400" y="19348"/>
                      </a:cubicBezTo>
                      <a:cubicBezTo>
                        <a:pt x="6891" y="19348"/>
                        <a:pt x="8100" y="19600"/>
                        <a:pt x="8100" y="19911"/>
                      </a:cubicBezTo>
                      <a:cubicBezTo>
                        <a:pt x="8100" y="20222"/>
                        <a:pt x="6891" y="20474"/>
                        <a:pt x="5400" y="20474"/>
                      </a:cubicBezTo>
                      <a:close/>
                    </a:path>
                  </a:pathLst>
                </a:custGeom>
                <a:solidFill>
                  <a:srgbClr val="000000">
                    <a:alpha val="20000"/>
                  </a:srgb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 sz="900">
                      <a:latin typeface="ＭＳ Ｐゴシック"/>
                      <a:ea typeface="ＭＳ Ｐゴシック"/>
                      <a:cs typeface="ＭＳ Ｐゴシック"/>
                      <a:sym typeface="ＭＳ Ｐゴシック"/>
                    </a:defRPr>
                  </a:pPr>
                  <a:endParaRPr sz="900">
                    <a:latin typeface="+mj-lt"/>
                  </a:endParaRPr>
                </a:p>
              </p:txBody>
            </p:sp>
          </p:grpSp>
        </p:grpSp>
        <p:grpSp>
          <p:nvGrpSpPr>
            <p:cNvPr id="239" name="Group 707"/>
            <p:cNvGrpSpPr/>
            <p:nvPr/>
          </p:nvGrpSpPr>
          <p:grpSpPr>
            <a:xfrm>
              <a:off x="3617710" y="4045495"/>
              <a:ext cx="596865" cy="323501"/>
              <a:chOff x="0" y="-1"/>
              <a:chExt cx="731838" cy="400053"/>
            </a:xfrm>
          </p:grpSpPr>
          <p:sp>
            <p:nvSpPr>
              <p:cNvPr id="280" name="Shape 682"/>
              <p:cNvSpPr/>
              <p:nvPr/>
            </p:nvSpPr>
            <p:spPr>
              <a:xfrm>
                <a:off x="0" y="-1"/>
                <a:ext cx="731838" cy="400053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algn="ctr">
                  <a:defRPr sz="1400"/>
                </a:pPr>
                <a:endParaRPr sz="1400">
                  <a:latin typeface="+mj-lt"/>
                </a:endParaRPr>
              </a:p>
            </p:txBody>
          </p:sp>
          <p:grpSp>
            <p:nvGrpSpPr>
              <p:cNvPr id="281" name="Group 706"/>
              <p:cNvGrpSpPr/>
              <p:nvPr/>
            </p:nvGrpSpPr>
            <p:grpSpPr>
              <a:xfrm>
                <a:off x="80962" y="26988"/>
                <a:ext cx="522289" cy="346078"/>
                <a:chOff x="-1" y="-1"/>
                <a:chExt cx="522288" cy="346077"/>
              </a:xfrm>
            </p:grpSpPr>
            <p:grpSp>
              <p:nvGrpSpPr>
                <p:cNvPr id="282" name="Group 692"/>
                <p:cNvGrpSpPr/>
                <p:nvPr/>
              </p:nvGrpSpPr>
              <p:grpSpPr>
                <a:xfrm>
                  <a:off x="-1" y="-1"/>
                  <a:ext cx="263527" cy="346077"/>
                  <a:chOff x="0" y="0"/>
                  <a:chExt cx="263525" cy="346075"/>
                </a:xfrm>
              </p:grpSpPr>
              <p:grpSp>
                <p:nvGrpSpPr>
                  <p:cNvPr id="284" name="Group 686"/>
                  <p:cNvGrpSpPr/>
                  <p:nvPr/>
                </p:nvGrpSpPr>
                <p:grpSpPr>
                  <a:xfrm>
                    <a:off x="-1" y="-1"/>
                    <a:ext cx="263527" cy="346077"/>
                    <a:chOff x="0" y="0"/>
                    <a:chExt cx="263525" cy="346075"/>
                  </a:xfrm>
                </p:grpSpPr>
                <p:sp>
                  <p:nvSpPr>
                    <p:cNvPr id="290" name="Shape 683"/>
                    <p:cNvSpPr/>
                    <p:nvPr/>
                  </p:nvSpPr>
                  <p:spPr>
                    <a:xfrm rot="10800000" flipH="1">
                      <a:off x="0" y="0"/>
                      <a:ext cx="263525" cy="346076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0" y="0"/>
                          </a:moveTo>
                          <a:lnTo>
                            <a:pt x="21600" y="0"/>
                          </a:lnTo>
                          <a:lnTo>
                            <a:pt x="21600" y="17393"/>
                          </a:lnTo>
                          <a:lnTo>
                            <a:pt x="16075" y="21600"/>
                          </a:lnTo>
                          <a:lnTo>
                            <a:pt x="0" y="2160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  <a:endParaRPr>
                        <a:latin typeface="+mj-lt"/>
                      </a:endParaRPr>
                    </a:p>
                  </p:txBody>
                </p:sp>
                <p:sp>
                  <p:nvSpPr>
                    <p:cNvPr id="291" name="Shape 684"/>
                    <p:cNvSpPr/>
                    <p:nvPr/>
                  </p:nvSpPr>
                  <p:spPr>
                    <a:xfrm rot="10800000" flipH="1">
                      <a:off x="196113" y="0"/>
                      <a:ext cx="67413" cy="67413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0" y="21600"/>
                          </a:moveTo>
                          <a:lnTo>
                            <a:pt x="4320" y="4320"/>
                          </a:lnTo>
                          <a:lnTo>
                            <a:pt x="21600" y="0"/>
                          </a:lnTo>
                          <a:close/>
                        </a:path>
                      </a:pathLst>
                    </a:custGeom>
                    <a:solidFill>
                      <a:srgbClr val="000000">
                        <a:alpha val="20000"/>
                      </a:srgbClr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  <a:endParaRPr>
                        <a:latin typeface="+mj-lt"/>
                      </a:endParaRPr>
                    </a:p>
                  </p:txBody>
                </p:sp>
                <p:sp>
                  <p:nvSpPr>
                    <p:cNvPr id="292" name="Shape 685"/>
                    <p:cNvSpPr/>
                    <p:nvPr/>
                  </p:nvSpPr>
                  <p:spPr>
                    <a:xfrm rot="10800000" flipH="1">
                      <a:off x="0" y="0"/>
                      <a:ext cx="263525" cy="346076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16075" y="21600"/>
                          </a:moveTo>
                          <a:lnTo>
                            <a:pt x="17180" y="18234"/>
                          </a:lnTo>
                          <a:lnTo>
                            <a:pt x="21600" y="17393"/>
                          </a:lnTo>
                          <a:lnTo>
                            <a:pt x="16075" y="21600"/>
                          </a:lnTo>
                          <a:lnTo>
                            <a:pt x="0" y="21600"/>
                          </a:lnTo>
                          <a:lnTo>
                            <a:pt x="0" y="0"/>
                          </a:lnTo>
                          <a:lnTo>
                            <a:pt x="21600" y="0"/>
                          </a:lnTo>
                          <a:lnTo>
                            <a:pt x="21600" y="17393"/>
                          </a:lnTo>
                        </a:path>
                      </a:pathLst>
                    </a:custGeom>
                    <a:noFill/>
                    <a:ln w="9525" cap="flat">
                      <a:solidFill>
                        <a:srgbClr val="000000"/>
                      </a:solidFill>
                      <a:prstDash val="solid"/>
                      <a:round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  <a:endParaRPr>
                        <a:latin typeface="+mj-lt"/>
                      </a:endParaRPr>
                    </a:p>
                  </p:txBody>
                </p:sp>
              </p:grpSp>
              <p:sp>
                <p:nvSpPr>
                  <p:cNvPr id="285" name="Shape 687"/>
                  <p:cNvSpPr/>
                  <p:nvPr/>
                </p:nvSpPr>
                <p:spPr>
                  <a:xfrm>
                    <a:off x="57150" y="123824"/>
                    <a:ext cx="184151" cy="1"/>
                  </a:xfrm>
                  <a:prstGeom prst="line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endParaRPr>
                      <a:latin typeface="+mj-lt"/>
                    </a:endParaRPr>
                  </a:p>
                </p:txBody>
              </p:sp>
              <p:sp>
                <p:nvSpPr>
                  <p:cNvPr id="286" name="Shape 688"/>
                  <p:cNvSpPr/>
                  <p:nvPr/>
                </p:nvSpPr>
                <p:spPr>
                  <a:xfrm>
                    <a:off x="57150" y="169861"/>
                    <a:ext cx="184151" cy="1"/>
                  </a:xfrm>
                  <a:prstGeom prst="line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endParaRPr>
                      <a:latin typeface="+mj-lt"/>
                    </a:endParaRPr>
                  </a:p>
                </p:txBody>
              </p:sp>
              <p:sp>
                <p:nvSpPr>
                  <p:cNvPr id="287" name="Shape 689"/>
                  <p:cNvSpPr/>
                  <p:nvPr/>
                </p:nvSpPr>
                <p:spPr>
                  <a:xfrm>
                    <a:off x="57150" y="217486"/>
                    <a:ext cx="184151" cy="1"/>
                  </a:xfrm>
                  <a:prstGeom prst="line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endParaRPr>
                      <a:latin typeface="+mj-lt"/>
                    </a:endParaRPr>
                  </a:p>
                </p:txBody>
              </p:sp>
              <p:sp>
                <p:nvSpPr>
                  <p:cNvPr id="288" name="Shape 690"/>
                  <p:cNvSpPr/>
                  <p:nvPr/>
                </p:nvSpPr>
                <p:spPr>
                  <a:xfrm>
                    <a:off x="57150" y="265111"/>
                    <a:ext cx="184151" cy="1"/>
                  </a:xfrm>
                  <a:prstGeom prst="line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endParaRPr>
                      <a:latin typeface="+mj-lt"/>
                    </a:endParaRPr>
                  </a:p>
                </p:txBody>
              </p:sp>
              <p:sp>
                <p:nvSpPr>
                  <p:cNvPr id="289" name="Shape 691"/>
                  <p:cNvSpPr/>
                  <p:nvPr/>
                </p:nvSpPr>
                <p:spPr>
                  <a:xfrm>
                    <a:off x="55562" y="76199"/>
                    <a:ext cx="122239" cy="1"/>
                  </a:xfrm>
                  <a:prstGeom prst="line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endParaRPr>
                      <a:latin typeface="+mj-lt"/>
                    </a:endParaRPr>
                  </a:p>
                </p:txBody>
              </p:sp>
            </p:grpSp>
            <p:sp>
              <p:nvSpPr>
                <p:cNvPr id="283" name="Shape 693"/>
                <p:cNvSpPr/>
                <p:nvPr/>
              </p:nvSpPr>
              <p:spPr>
                <a:xfrm>
                  <a:off x="296860" y="26985"/>
                  <a:ext cx="225427" cy="22701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78" y="21600"/>
                      </a:moveTo>
                      <a:cubicBezTo>
                        <a:pt x="482" y="21600"/>
                        <a:pt x="0" y="21121"/>
                        <a:pt x="0" y="20530"/>
                      </a:cubicBezTo>
                      <a:cubicBezTo>
                        <a:pt x="0" y="19939"/>
                        <a:pt x="482" y="19460"/>
                        <a:pt x="1078" y="19460"/>
                      </a:cubicBezTo>
                      <a:lnTo>
                        <a:pt x="2155" y="19460"/>
                      </a:lnTo>
                      <a:lnTo>
                        <a:pt x="2155" y="1070"/>
                      </a:lnTo>
                      <a:cubicBezTo>
                        <a:pt x="2155" y="479"/>
                        <a:pt x="2638" y="0"/>
                        <a:pt x="3233" y="0"/>
                      </a:cubicBezTo>
                      <a:lnTo>
                        <a:pt x="20522" y="0"/>
                      </a:lnTo>
                      <a:cubicBezTo>
                        <a:pt x="21118" y="0"/>
                        <a:pt x="21600" y="479"/>
                        <a:pt x="21600" y="1070"/>
                      </a:cubicBezTo>
                      <a:cubicBezTo>
                        <a:pt x="21600" y="1661"/>
                        <a:pt x="21118" y="2140"/>
                        <a:pt x="20522" y="2140"/>
                      </a:cubicBezTo>
                      <a:lnTo>
                        <a:pt x="19445" y="2140"/>
                      </a:lnTo>
                      <a:lnTo>
                        <a:pt x="19445" y="20530"/>
                      </a:lnTo>
                      <a:cubicBezTo>
                        <a:pt x="19445" y="21121"/>
                        <a:pt x="18962" y="21600"/>
                        <a:pt x="18367" y="2160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 sz="900">
                      <a:latin typeface="ＭＳ Ｐゴシック"/>
                      <a:ea typeface="ＭＳ Ｐゴシック"/>
                      <a:cs typeface="ＭＳ Ｐゴシック"/>
                      <a:sym typeface="ＭＳ Ｐゴシック"/>
                    </a:defRPr>
                  </a:pPr>
                  <a:endParaRPr sz="900">
                    <a:latin typeface="+mj-lt"/>
                  </a:endParaRPr>
                </a:p>
              </p:txBody>
            </p:sp>
          </p:grpSp>
        </p:grpSp>
        <p:grpSp>
          <p:nvGrpSpPr>
            <p:cNvPr id="242" name="Group 733"/>
            <p:cNvGrpSpPr/>
            <p:nvPr/>
          </p:nvGrpSpPr>
          <p:grpSpPr>
            <a:xfrm>
              <a:off x="5879772" y="5214627"/>
              <a:ext cx="590766" cy="323499"/>
              <a:chOff x="0" y="0"/>
              <a:chExt cx="731837" cy="400051"/>
            </a:xfrm>
          </p:grpSpPr>
          <p:sp>
            <p:nvSpPr>
              <p:cNvPr id="255" name="Shape 708"/>
              <p:cNvSpPr/>
              <p:nvPr/>
            </p:nvSpPr>
            <p:spPr>
              <a:xfrm>
                <a:off x="0" y="-1"/>
                <a:ext cx="731838" cy="400053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algn="ctr">
                  <a:defRPr sz="1400"/>
                </a:pPr>
                <a:endParaRPr sz="1400">
                  <a:latin typeface="+mj-lt"/>
                </a:endParaRPr>
              </a:p>
            </p:txBody>
          </p:sp>
          <p:grpSp>
            <p:nvGrpSpPr>
              <p:cNvPr id="256" name="Group 732"/>
              <p:cNvGrpSpPr/>
              <p:nvPr/>
            </p:nvGrpSpPr>
            <p:grpSpPr>
              <a:xfrm>
                <a:off x="80963" y="26987"/>
                <a:ext cx="569912" cy="346076"/>
                <a:chOff x="0" y="0"/>
                <a:chExt cx="569911" cy="346075"/>
              </a:xfrm>
            </p:grpSpPr>
            <p:grpSp>
              <p:nvGrpSpPr>
                <p:cNvPr id="257" name="Group 718"/>
                <p:cNvGrpSpPr/>
                <p:nvPr/>
              </p:nvGrpSpPr>
              <p:grpSpPr>
                <a:xfrm>
                  <a:off x="-1" y="-1"/>
                  <a:ext cx="263527" cy="346077"/>
                  <a:chOff x="0" y="0"/>
                  <a:chExt cx="263525" cy="346075"/>
                </a:xfrm>
              </p:grpSpPr>
              <p:grpSp>
                <p:nvGrpSpPr>
                  <p:cNvPr id="271" name="Group 712"/>
                  <p:cNvGrpSpPr/>
                  <p:nvPr/>
                </p:nvGrpSpPr>
                <p:grpSpPr>
                  <a:xfrm>
                    <a:off x="-1" y="-1"/>
                    <a:ext cx="263527" cy="346077"/>
                    <a:chOff x="0" y="0"/>
                    <a:chExt cx="263525" cy="346075"/>
                  </a:xfrm>
                </p:grpSpPr>
                <p:sp>
                  <p:nvSpPr>
                    <p:cNvPr id="277" name="Shape 709"/>
                    <p:cNvSpPr/>
                    <p:nvPr/>
                  </p:nvSpPr>
                  <p:spPr>
                    <a:xfrm rot="10800000" flipH="1">
                      <a:off x="0" y="0"/>
                      <a:ext cx="263525" cy="346076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0" y="0"/>
                          </a:moveTo>
                          <a:lnTo>
                            <a:pt x="21600" y="0"/>
                          </a:lnTo>
                          <a:lnTo>
                            <a:pt x="21600" y="17393"/>
                          </a:lnTo>
                          <a:lnTo>
                            <a:pt x="16075" y="21600"/>
                          </a:lnTo>
                          <a:lnTo>
                            <a:pt x="0" y="2160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  <a:endParaRPr>
                        <a:latin typeface="+mj-lt"/>
                      </a:endParaRPr>
                    </a:p>
                  </p:txBody>
                </p:sp>
                <p:sp>
                  <p:nvSpPr>
                    <p:cNvPr id="278" name="Shape 710"/>
                    <p:cNvSpPr/>
                    <p:nvPr/>
                  </p:nvSpPr>
                  <p:spPr>
                    <a:xfrm rot="10800000" flipH="1">
                      <a:off x="196113" y="0"/>
                      <a:ext cx="67413" cy="67413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0" y="21600"/>
                          </a:moveTo>
                          <a:lnTo>
                            <a:pt x="4320" y="4320"/>
                          </a:lnTo>
                          <a:lnTo>
                            <a:pt x="21600" y="0"/>
                          </a:lnTo>
                          <a:close/>
                        </a:path>
                      </a:pathLst>
                    </a:custGeom>
                    <a:solidFill>
                      <a:srgbClr val="000000">
                        <a:alpha val="20000"/>
                      </a:srgbClr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  <a:endParaRPr>
                        <a:latin typeface="+mj-lt"/>
                      </a:endParaRPr>
                    </a:p>
                  </p:txBody>
                </p:sp>
                <p:sp>
                  <p:nvSpPr>
                    <p:cNvPr id="279" name="Shape 711"/>
                    <p:cNvSpPr/>
                    <p:nvPr/>
                  </p:nvSpPr>
                  <p:spPr>
                    <a:xfrm rot="10800000" flipH="1">
                      <a:off x="0" y="0"/>
                      <a:ext cx="263525" cy="346076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16075" y="21600"/>
                          </a:moveTo>
                          <a:lnTo>
                            <a:pt x="17180" y="18234"/>
                          </a:lnTo>
                          <a:lnTo>
                            <a:pt x="21600" y="17393"/>
                          </a:lnTo>
                          <a:lnTo>
                            <a:pt x="16075" y="21600"/>
                          </a:lnTo>
                          <a:lnTo>
                            <a:pt x="0" y="21600"/>
                          </a:lnTo>
                          <a:lnTo>
                            <a:pt x="0" y="0"/>
                          </a:lnTo>
                          <a:lnTo>
                            <a:pt x="21600" y="0"/>
                          </a:lnTo>
                          <a:lnTo>
                            <a:pt x="21600" y="17393"/>
                          </a:lnTo>
                        </a:path>
                      </a:pathLst>
                    </a:custGeom>
                    <a:noFill/>
                    <a:ln w="9525" cap="flat">
                      <a:solidFill>
                        <a:srgbClr val="000000"/>
                      </a:solidFill>
                      <a:prstDash val="solid"/>
                      <a:round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>
                          <a:solidFill>
                            <a:srgbClr val="FFFFFF"/>
                          </a:solidFill>
                        </a:defRPr>
                      </a:pPr>
                      <a:endParaRPr>
                        <a:latin typeface="+mj-lt"/>
                      </a:endParaRPr>
                    </a:p>
                  </p:txBody>
                </p:sp>
              </p:grpSp>
              <p:sp>
                <p:nvSpPr>
                  <p:cNvPr id="272" name="Shape 713"/>
                  <p:cNvSpPr/>
                  <p:nvPr/>
                </p:nvSpPr>
                <p:spPr>
                  <a:xfrm>
                    <a:off x="57150" y="123824"/>
                    <a:ext cx="184151" cy="1"/>
                  </a:xfrm>
                  <a:prstGeom prst="line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endParaRPr>
                      <a:latin typeface="+mj-lt"/>
                    </a:endParaRPr>
                  </a:p>
                </p:txBody>
              </p:sp>
              <p:sp>
                <p:nvSpPr>
                  <p:cNvPr id="273" name="Shape 714"/>
                  <p:cNvSpPr/>
                  <p:nvPr/>
                </p:nvSpPr>
                <p:spPr>
                  <a:xfrm>
                    <a:off x="57150" y="169862"/>
                    <a:ext cx="184151" cy="1"/>
                  </a:xfrm>
                  <a:prstGeom prst="line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endParaRPr>
                      <a:latin typeface="+mj-lt"/>
                    </a:endParaRPr>
                  </a:p>
                </p:txBody>
              </p:sp>
              <p:sp>
                <p:nvSpPr>
                  <p:cNvPr id="274" name="Shape 715"/>
                  <p:cNvSpPr/>
                  <p:nvPr/>
                </p:nvSpPr>
                <p:spPr>
                  <a:xfrm>
                    <a:off x="57150" y="217487"/>
                    <a:ext cx="184151" cy="1"/>
                  </a:xfrm>
                  <a:prstGeom prst="line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endParaRPr>
                      <a:latin typeface="+mj-lt"/>
                    </a:endParaRPr>
                  </a:p>
                </p:txBody>
              </p:sp>
              <p:sp>
                <p:nvSpPr>
                  <p:cNvPr id="275" name="Shape 716"/>
                  <p:cNvSpPr/>
                  <p:nvPr/>
                </p:nvSpPr>
                <p:spPr>
                  <a:xfrm>
                    <a:off x="57150" y="265112"/>
                    <a:ext cx="184151" cy="1"/>
                  </a:xfrm>
                  <a:prstGeom prst="line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endParaRPr>
                      <a:latin typeface="+mj-lt"/>
                    </a:endParaRPr>
                  </a:p>
                </p:txBody>
              </p:sp>
              <p:sp>
                <p:nvSpPr>
                  <p:cNvPr id="276" name="Shape 717"/>
                  <p:cNvSpPr/>
                  <p:nvPr/>
                </p:nvSpPr>
                <p:spPr>
                  <a:xfrm>
                    <a:off x="55562" y="76199"/>
                    <a:ext cx="122239" cy="1"/>
                  </a:xfrm>
                  <a:prstGeom prst="line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endParaRPr>
                      <a:latin typeface="+mj-lt"/>
                    </a:endParaRPr>
                  </a:p>
                </p:txBody>
              </p:sp>
            </p:grpSp>
            <p:grpSp>
              <p:nvGrpSpPr>
                <p:cNvPr id="258" name="Group 731"/>
                <p:cNvGrpSpPr/>
                <p:nvPr/>
              </p:nvGrpSpPr>
              <p:grpSpPr>
                <a:xfrm>
                  <a:off x="296861" y="26987"/>
                  <a:ext cx="273051" cy="292101"/>
                  <a:chOff x="0" y="0"/>
                  <a:chExt cx="273050" cy="292100"/>
                </a:xfrm>
              </p:grpSpPr>
              <p:grpSp>
                <p:nvGrpSpPr>
                  <p:cNvPr id="259" name="Group 722"/>
                  <p:cNvGrpSpPr/>
                  <p:nvPr/>
                </p:nvGrpSpPr>
                <p:grpSpPr>
                  <a:xfrm>
                    <a:off x="0" y="0"/>
                    <a:ext cx="225425" cy="227012"/>
                    <a:chOff x="0" y="0"/>
                    <a:chExt cx="225425" cy="227011"/>
                  </a:xfrm>
                </p:grpSpPr>
                <p:sp>
                  <p:nvSpPr>
                    <p:cNvPr id="268" name="Shape 719"/>
                    <p:cNvSpPr/>
                    <p:nvPr/>
                  </p:nvSpPr>
                  <p:spPr>
                    <a:xfrm>
                      <a:off x="-1" y="0"/>
                      <a:ext cx="225426" cy="22701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1078" y="21600"/>
                          </a:moveTo>
                          <a:cubicBezTo>
                            <a:pt x="482" y="21600"/>
                            <a:pt x="0" y="21121"/>
                            <a:pt x="0" y="20530"/>
                          </a:cubicBezTo>
                          <a:cubicBezTo>
                            <a:pt x="0" y="19939"/>
                            <a:pt x="482" y="19460"/>
                            <a:pt x="1078" y="19460"/>
                          </a:cubicBezTo>
                          <a:lnTo>
                            <a:pt x="2155" y="19460"/>
                          </a:lnTo>
                          <a:lnTo>
                            <a:pt x="2155" y="1070"/>
                          </a:lnTo>
                          <a:cubicBezTo>
                            <a:pt x="2155" y="479"/>
                            <a:pt x="2638" y="0"/>
                            <a:pt x="3233" y="0"/>
                          </a:cubicBezTo>
                          <a:lnTo>
                            <a:pt x="20522" y="0"/>
                          </a:lnTo>
                          <a:cubicBezTo>
                            <a:pt x="21118" y="0"/>
                            <a:pt x="21600" y="479"/>
                            <a:pt x="21600" y="1070"/>
                          </a:cubicBezTo>
                          <a:cubicBezTo>
                            <a:pt x="21600" y="1661"/>
                            <a:pt x="21118" y="2140"/>
                            <a:pt x="20522" y="2140"/>
                          </a:cubicBezTo>
                          <a:lnTo>
                            <a:pt x="19445" y="2140"/>
                          </a:lnTo>
                          <a:lnTo>
                            <a:pt x="19445" y="20530"/>
                          </a:lnTo>
                          <a:cubicBezTo>
                            <a:pt x="19445" y="21121"/>
                            <a:pt x="18962" y="21600"/>
                            <a:pt x="18367" y="2160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 sz="900">
                          <a:latin typeface="ＭＳ Ｐゴシック"/>
                          <a:ea typeface="ＭＳ Ｐゴシック"/>
                          <a:cs typeface="ＭＳ Ｐゴシック"/>
                          <a:sym typeface="ＭＳ Ｐゴシック"/>
                        </a:defRPr>
                      </a:pPr>
                      <a:endParaRPr sz="900">
                        <a:latin typeface="+mj-lt"/>
                      </a:endParaRPr>
                    </a:p>
                  </p:txBody>
                </p:sp>
                <p:sp>
                  <p:nvSpPr>
                    <p:cNvPr id="269" name="Shape 720"/>
                    <p:cNvSpPr/>
                    <p:nvPr/>
                  </p:nvSpPr>
                  <p:spPr>
                    <a:xfrm>
                      <a:off x="0" y="11246"/>
                      <a:ext cx="44986" cy="215766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21600" y="0"/>
                          </a:moveTo>
                          <a:cubicBezTo>
                            <a:pt x="21600" y="622"/>
                            <a:pt x="19182" y="1126"/>
                            <a:pt x="16200" y="1126"/>
                          </a:cubicBezTo>
                          <a:cubicBezTo>
                            <a:pt x="14709" y="1126"/>
                            <a:pt x="13500" y="874"/>
                            <a:pt x="13500" y="563"/>
                          </a:cubicBezTo>
                          <a:cubicBezTo>
                            <a:pt x="13500" y="252"/>
                            <a:pt x="14709" y="0"/>
                            <a:pt x="16200" y="0"/>
                          </a:cubicBezTo>
                          <a:close/>
                          <a:moveTo>
                            <a:pt x="10800" y="20474"/>
                          </a:moveTo>
                          <a:cubicBezTo>
                            <a:pt x="10800" y="21096"/>
                            <a:pt x="8382" y="21600"/>
                            <a:pt x="5400" y="21600"/>
                          </a:cubicBezTo>
                          <a:cubicBezTo>
                            <a:pt x="2418" y="21600"/>
                            <a:pt x="0" y="21096"/>
                            <a:pt x="0" y="20474"/>
                          </a:cubicBezTo>
                          <a:cubicBezTo>
                            <a:pt x="0" y="19852"/>
                            <a:pt x="2418" y="19348"/>
                            <a:pt x="5400" y="19348"/>
                          </a:cubicBezTo>
                          <a:cubicBezTo>
                            <a:pt x="6891" y="19348"/>
                            <a:pt x="8100" y="19600"/>
                            <a:pt x="8100" y="19911"/>
                          </a:cubicBezTo>
                          <a:cubicBezTo>
                            <a:pt x="8100" y="20222"/>
                            <a:pt x="6891" y="20474"/>
                            <a:pt x="5400" y="20474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20000"/>
                      </a:srgbClr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 sz="900">
                          <a:latin typeface="ＭＳ Ｐゴシック"/>
                          <a:ea typeface="ＭＳ Ｐゴシック"/>
                          <a:cs typeface="ＭＳ Ｐゴシック"/>
                          <a:sym typeface="ＭＳ Ｐゴシック"/>
                        </a:defRPr>
                      </a:pPr>
                      <a:endParaRPr sz="900">
                        <a:latin typeface="+mj-lt"/>
                      </a:endParaRPr>
                    </a:p>
                  </p:txBody>
                </p:sp>
                <p:sp>
                  <p:nvSpPr>
                    <p:cNvPr id="270" name="Shape 721"/>
                    <p:cNvSpPr/>
                    <p:nvPr/>
                  </p:nvSpPr>
                  <p:spPr>
                    <a:xfrm>
                      <a:off x="-1" y="0"/>
                      <a:ext cx="225426" cy="22701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2155" y="19460"/>
                          </a:moveTo>
                          <a:lnTo>
                            <a:pt x="2155" y="1070"/>
                          </a:lnTo>
                          <a:cubicBezTo>
                            <a:pt x="2155" y="479"/>
                            <a:pt x="2638" y="0"/>
                            <a:pt x="3233" y="0"/>
                          </a:cubicBezTo>
                          <a:lnTo>
                            <a:pt x="20522" y="0"/>
                          </a:lnTo>
                          <a:cubicBezTo>
                            <a:pt x="21118" y="0"/>
                            <a:pt x="21600" y="479"/>
                            <a:pt x="21600" y="1070"/>
                          </a:cubicBezTo>
                          <a:cubicBezTo>
                            <a:pt x="21600" y="1661"/>
                            <a:pt x="21118" y="2140"/>
                            <a:pt x="20522" y="2140"/>
                          </a:cubicBezTo>
                          <a:lnTo>
                            <a:pt x="19445" y="2140"/>
                          </a:lnTo>
                          <a:lnTo>
                            <a:pt x="19445" y="20530"/>
                          </a:lnTo>
                          <a:cubicBezTo>
                            <a:pt x="19445" y="21121"/>
                            <a:pt x="18962" y="21600"/>
                            <a:pt x="18367" y="21600"/>
                          </a:cubicBezTo>
                          <a:lnTo>
                            <a:pt x="1078" y="21600"/>
                          </a:lnTo>
                          <a:cubicBezTo>
                            <a:pt x="482" y="21600"/>
                            <a:pt x="0" y="21121"/>
                            <a:pt x="0" y="20530"/>
                          </a:cubicBezTo>
                          <a:cubicBezTo>
                            <a:pt x="0" y="19939"/>
                            <a:pt x="482" y="19460"/>
                            <a:pt x="1078" y="19460"/>
                          </a:cubicBezTo>
                          <a:close/>
                          <a:moveTo>
                            <a:pt x="3233" y="0"/>
                          </a:moveTo>
                          <a:cubicBezTo>
                            <a:pt x="3828" y="0"/>
                            <a:pt x="4310" y="479"/>
                            <a:pt x="4310" y="1070"/>
                          </a:cubicBezTo>
                          <a:cubicBezTo>
                            <a:pt x="4310" y="1661"/>
                            <a:pt x="3828" y="2140"/>
                            <a:pt x="3233" y="2140"/>
                          </a:cubicBezTo>
                          <a:cubicBezTo>
                            <a:pt x="2935" y="2140"/>
                            <a:pt x="2694" y="1901"/>
                            <a:pt x="2694" y="1605"/>
                          </a:cubicBezTo>
                          <a:cubicBezTo>
                            <a:pt x="2694" y="1310"/>
                            <a:pt x="2935" y="1070"/>
                            <a:pt x="3233" y="1070"/>
                          </a:cubicBezTo>
                          <a:lnTo>
                            <a:pt x="4311" y="1070"/>
                          </a:lnTo>
                          <a:moveTo>
                            <a:pt x="19445" y="2140"/>
                          </a:moveTo>
                          <a:lnTo>
                            <a:pt x="3233" y="2140"/>
                          </a:lnTo>
                          <a:moveTo>
                            <a:pt x="1078" y="19460"/>
                          </a:moveTo>
                          <a:cubicBezTo>
                            <a:pt x="1375" y="19460"/>
                            <a:pt x="1616" y="19699"/>
                            <a:pt x="1616" y="19995"/>
                          </a:cubicBezTo>
                          <a:cubicBezTo>
                            <a:pt x="1616" y="20290"/>
                            <a:pt x="1375" y="20530"/>
                            <a:pt x="1078" y="20530"/>
                          </a:cubicBezTo>
                          <a:lnTo>
                            <a:pt x="2155" y="20530"/>
                          </a:lnTo>
                          <a:moveTo>
                            <a:pt x="1078" y="21600"/>
                          </a:moveTo>
                          <a:cubicBezTo>
                            <a:pt x="1673" y="21600"/>
                            <a:pt x="2155" y="21121"/>
                            <a:pt x="2155" y="20530"/>
                          </a:cubicBezTo>
                          <a:lnTo>
                            <a:pt x="2155" y="19460"/>
                          </a:lnTo>
                        </a:path>
                      </a:pathLst>
                    </a:custGeom>
                    <a:noFill/>
                    <a:ln w="9525" cap="flat">
                      <a:solidFill>
                        <a:srgbClr val="000000"/>
                      </a:solidFill>
                      <a:prstDash val="solid"/>
                      <a:round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 sz="900">
                          <a:latin typeface="ＭＳ Ｐゴシック"/>
                          <a:ea typeface="ＭＳ Ｐゴシック"/>
                          <a:cs typeface="ＭＳ Ｐゴシック"/>
                          <a:sym typeface="ＭＳ Ｐゴシック"/>
                        </a:defRPr>
                      </a:pPr>
                      <a:endParaRPr sz="900">
                        <a:latin typeface="+mj-lt"/>
                      </a:endParaRPr>
                    </a:p>
                  </p:txBody>
                </p:sp>
              </p:grpSp>
              <p:grpSp>
                <p:nvGrpSpPr>
                  <p:cNvPr id="260" name="Group 726"/>
                  <p:cNvGrpSpPr/>
                  <p:nvPr/>
                </p:nvGrpSpPr>
                <p:grpSpPr>
                  <a:xfrm>
                    <a:off x="23812" y="31750"/>
                    <a:ext cx="225426" cy="228601"/>
                    <a:chOff x="0" y="0"/>
                    <a:chExt cx="225425" cy="228600"/>
                  </a:xfrm>
                </p:grpSpPr>
                <p:sp>
                  <p:nvSpPr>
                    <p:cNvPr id="265" name="Shape 723"/>
                    <p:cNvSpPr/>
                    <p:nvPr/>
                  </p:nvSpPr>
                  <p:spPr>
                    <a:xfrm>
                      <a:off x="-1" y="-1"/>
                      <a:ext cx="225426" cy="228601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1078" y="21600"/>
                          </a:moveTo>
                          <a:cubicBezTo>
                            <a:pt x="482" y="21600"/>
                            <a:pt x="0" y="21124"/>
                            <a:pt x="0" y="20537"/>
                          </a:cubicBezTo>
                          <a:cubicBezTo>
                            <a:pt x="0" y="19951"/>
                            <a:pt x="482" y="19475"/>
                            <a:pt x="1078" y="19475"/>
                          </a:cubicBezTo>
                          <a:lnTo>
                            <a:pt x="2155" y="19475"/>
                          </a:lnTo>
                          <a:lnTo>
                            <a:pt x="2155" y="1063"/>
                          </a:lnTo>
                          <a:cubicBezTo>
                            <a:pt x="2155" y="476"/>
                            <a:pt x="2638" y="0"/>
                            <a:pt x="3233" y="0"/>
                          </a:cubicBezTo>
                          <a:lnTo>
                            <a:pt x="20522" y="0"/>
                          </a:lnTo>
                          <a:cubicBezTo>
                            <a:pt x="21118" y="0"/>
                            <a:pt x="21600" y="476"/>
                            <a:pt x="21600" y="1063"/>
                          </a:cubicBezTo>
                          <a:cubicBezTo>
                            <a:pt x="21600" y="1649"/>
                            <a:pt x="21118" y="2125"/>
                            <a:pt x="20522" y="2125"/>
                          </a:cubicBezTo>
                          <a:lnTo>
                            <a:pt x="19445" y="2125"/>
                          </a:lnTo>
                          <a:lnTo>
                            <a:pt x="19445" y="20537"/>
                          </a:lnTo>
                          <a:cubicBezTo>
                            <a:pt x="19445" y="21124"/>
                            <a:pt x="18962" y="21600"/>
                            <a:pt x="18367" y="2160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 sz="900">
                          <a:latin typeface="ＭＳ Ｐゴシック"/>
                          <a:ea typeface="ＭＳ Ｐゴシック"/>
                          <a:cs typeface="ＭＳ Ｐゴシック"/>
                          <a:sym typeface="ＭＳ Ｐゴシック"/>
                        </a:defRPr>
                      </a:pPr>
                      <a:endParaRPr sz="900">
                        <a:latin typeface="+mj-lt"/>
                      </a:endParaRPr>
                    </a:p>
                  </p:txBody>
                </p:sp>
                <p:sp>
                  <p:nvSpPr>
                    <p:cNvPr id="266" name="Shape 724"/>
                    <p:cNvSpPr/>
                    <p:nvPr/>
                  </p:nvSpPr>
                  <p:spPr>
                    <a:xfrm>
                      <a:off x="0" y="11245"/>
                      <a:ext cx="44986" cy="217356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21600" y="0"/>
                          </a:moveTo>
                          <a:cubicBezTo>
                            <a:pt x="21600" y="617"/>
                            <a:pt x="19182" y="1118"/>
                            <a:pt x="16200" y="1118"/>
                          </a:cubicBezTo>
                          <a:cubicBezTo>
                            <a:pt x="14709" y="1118"/>
                            <a:pt x="13500" y="867"/>
                            <a:pt x="13500" y="559"/>
                          </a:cubicBezTo>
                          <a:cubicBezTo>
                            <a:pt x="13500" y="250"/>
                            <a:pt x="14709" y="0"/>
                            <a:pt x="16200" y="0"/>
                          </a:cubicBezTo>
                          <a:close/>
                          <a:moveTo>
                            <a:pt x="10800" y="20482"/>
                          </a:moveTo>
                          <a:cubicBezTo>
                            <a:pt x="10800" y="21100"/>
                            <a:pt x="8382" y="21600"/>
                            <a:pt x="5400" y="21600"/>
                          </a:cubicBezTo>
                          <a:cubicBezTo>
                            <a:pt x="2418" y="21600"/>
                            <a:pt x="0" y="21100"/>
                            <a:pt x="0" y="20482"/>
                          </a:cubicBezTo>
                          <a:cubicBezTo>
                            <a:pt x="0" y="19865"/>
                            <a:pt x="2418" y="19365"/>
                            <a:pt x="5400" y="19365"/>
                          </a:cubicBezTo>
                          <a:cubicBezTo>
                            <a:pt x="6891" y="19365"/>
                            <a:pt x="8100" y="19615"/>
                            <a:pt x="8100" y="19924"/>
                          </a:cubicBezTo>
                          <a:cubicBezTo>
                            <a:pt x="8100" y="20232"/>
                            <a:pt x="6891" y="20482"/>
                            <a:pt x="5400" y="20482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20000"/>
                      </a:srgbClr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 sz="900">
                          <a:latin typeface="ＭＳ Ｐゴシック"/>
                          <a:ea typeface="ＭＳ Ｐゴシック"/>
                          <a:cs typeface="ＭＳ Ｐゴシック"/>
                          <a:sym typeface="ＭＳ Ｐゴシック"/>
                        </a:defRPr>
                      </a:pPr>
                      <a:endParaRPr sz="900">
                        <a:latin typeface="+mj-lt"/>
                      </a:endParaRPr>
                    </a:p>
                  </p:txBody>
                </p:sp>
                <p:sp>
                  <p:nvSpPr>
                    <p:cNvPr id="267" name="Shape 725"/>
                    <p:cNvSpPr/>
                    <p:nvPr/>
                  </p:nvSpPr>
                  <p:spPr>
                    <a:xfrm>
                      <a:off x="-1" y="-1"/>
                      <a:ext cx="225426" cy="228601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2155" y="19475"/>
                          </a:moveTo>
                          <a:lnTo>
                            <a:pt x="2155" y="1063"/>
                          </a:lnTo>
                          <a:cubicBezTo>
                            <a:pt x="2155" y="476"/>
                            <a:pt x="2638" y="0"/>
                            <a:pt x="3233" y="0"/>
                          </a:cubicBezTo>
                          <a:lnTo>
                            <a:pt x="20522" y="0"/>
                          </a:lnTo>
                          <a:cubicBezTo>
                            <a:pt x="21118" y="0"/>
                            <a:pt x="21600" y="476"/>
                            <a:pt x="21600" y="1063"/>
                          </a:cubicBezTo>
                          <a:cubicBezTo>
                            <a:pt x="21600" y="1649"/>
                            <a:pt x="21118" y="2125"/>
                            <a:pt x="20522" y="2125"/>
                          </a:cubicBezTo>
                          <a:lnTo>
                            <a:pt x="19445" y="2125"/>
                          </a:lnTo>
                          <a:lnTo>
                            <a:pt x="19445" y="20537"/>
                          </a:lnTo>
                          <a:cubicBezTo>
                            <a:pt x="19445" y="21124"/>
                            <a:pt x="18962" y="21600"/>
                            <a:pt x="18367" y="21600"/>
                          </a:cubicBezTo>
                          <a:lnTo>
                            <a:pt x="1078" y="21600"/>
                          </a:lnTo>
                          <a:cubicBezTo>
                            <a:pt x="482" y="21600"/>
                            <a:pt x="0" y="21124"/>
                            <a:pt x="0" y="20537"/>
                          </a:cubicBezTo>
                          <a:cubicBezTo>
                            <a:pt x="0" y="19951"/>
                            <a:pt x="482" y="19475"/>
                            <a:pt x="1078" y="19475"/>
                          </a:cubicBezTo>
                          <a:close/>
                          <a:moveTo>
                            <a:pt x="3233" y="0"/>
                          </a:moveTo>
                          <a:cubicBezTo>
                            <a:pt x="3828" y="0"/>
                            <a:pt x="4310" y="476"/>
                            <a:pt x="4310" y="1063"/>
                          </a:cubicBezTo>
                          <a:cubicBezTo>
                            <a:pt x="4310" y="1649"/>
                            <a:pt x="3828" y="2125"/>
                            <a:pt x="3233" y="2125"/>
                          </a:cubicBezTo>
                          <a:cubicBezTo>
                            <a:pt x="2935" y="2125"/>
                            <a:pt x="2694" y="1887"/>
                            <a:pt x="2694" y="1594"/>
                          </a:cubicBezTo>
                          <a:cubicBezTo>
                            <a:pt x="2694" y="1300"/>
                            <a:pt x="2935" y="1063"/>
                            <a:pt x="3233" y="1063"/>
                          </a:cubicBezTo>
                          <a:lnTo>
                            <a:pt x="4311" y="1063"/>
                          </a:lnTo>
                          <a:moveTo>
                            <a:pt x="19445" y="2125"/>
                          </a:moveTo>
                          <a:lnTo>
                            <a:pt x="3233" y="2125"/>
                          </a:lnTo>
                          <a:moveTo>
                            <a:pt x="1078" y="19475"/>
                          </a:moveTo>
                          <a:cubicBezTo>
                            <a:pt x="1375" y="19475"/>
                            <a:pt x="1616" y="19713"/>
                            <a:pt x="1616" y="20006"/>
                          </a:cubicBezTo>
                          <a:cubicBezTo>
                            <a:pt x="1616" y="20299"/>
                            <a:pt x="1375" y="20537"/>
                            <a:pt x="1078" y="20537"/>
                          </a:cubicBezTo>
                          <a:lnTo>
                            <a:pt x="2155" y="20537"/>
                          </a:lnTo>
                          <a:moveTo>
                            <a:pt x="1078" y="21600"/>
                          </a:moveTo>
                          <a:cubicBezTo>
                            <a:pt x="1673" y="21600"/>
                            <a:pt x="2155" y="21124"/>
                            <a:pt x="2155" y="20537"/>
                          </a:cubicBezTo>
                          <a:lnTo>
                            <a:pt x="2155" y="19475"/>
                          </a:lnTo>
                        </a:path>
                      </a:pathLst>
                    </a:custGeom>
                    <a:noFill/>
                    <a:ln w="9525" cap="flat">
                      <a:solidFill>
                        <a:srgbClr val="000000"/>
                      </a:solidFill>
                      <a:prstDash val="solid"/>
                      <a:round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 sz="900">
                          <a:latin typeface="ＭＳ Ｐゴシック"/>
                          <a:ea typeface="ＭＳ Ｐゴシック"/>
                          <a:cs typeface="ＭＳ Ｐゴシック"/>
                          <a:sym typeface="ＭＳ Ｐゴシック"/>
                        </a:defRPr>
                      </a:pPr>
                      <a:endParaRPr sz="900">
                        <a:latin typeface="+mj-lt"/>
                      </a:endParaRPr>
                    </a:p>
                  </p:txBody>
                </p:sp>
              </p:grpSp>
              <p:grpSp>
                <p:nvGrpSpPr>
                  <p:cNvPr id="261" name="Group 730"/>
                  <p:cNvGrpSpPr/>
                  <p:nvPr/>
                </p:nvGrpSpPr>
                <p:grpSpPr>
                  <a:xfrm>
                    <a:off x="47625" y="65087"/>
                    <a:ext cx="225426" cy="227014"/>
                    <a:chOff x="0" y="0"/>
                    <a:chExt cx="225425" cy="227013"/>
                  </a:xfrm>
                </p:grpSpPr>
                <p:sp>
                  <p:nvSpPr>
                    <p:cNvPr id="262" name="Shape 727"/>
                    <p:cNvSpPr/>
                    <p:nvPr/>
                  </p:nvSpPr>
                  <p:spPr>
                    <a:xfrm>
                      <a:off x="-1" y="-1"/>
                      <a:ext cx="225426" cy="227015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1078" y="21600"/>
                          </a:moveTo>
                          <a:cubicBezTo>
                            <a:pt x="482" y="21600"/>
                            <a:pt x="0" y="21121"/>
                            <a:pt x="0" y="20530"/>
                          </a:cubicBezTo>
                          <a:cubicBezTo>
                            <a:pt x="0" y="19939"/>
                            <a:pt x="482" y="19460"/>
                            <a:pt x="1078" y="19460"/>
                          </a:cubicBezTo>
                          <a:lnTo>
                            <a:pt x="2155" y="19460"/>
                          </a:lnTo>
                          <a:lnTo>
                            <a:pt x="2155" y="1070"/>
                          </a:lnTo>
                          <a:cubicBezTo>
                            <a:pt x="2155" y="479"/>
                            <a:pt x="2638" y="0"/>
                            <a:pt x="3233" y="0"/>
                          </a:cubicBezTo>
                          <a:lnTo>
                            <a:pt x="20522" y="0"/>
                          </a:lnTo>
                          <a:cubicBezTo>
                            <a:pt x="21118" y="0"/>
                            <a:pt x="21600" y="479"/>
                            <a:pt x="21600" y="1070"/>
                          </a:cubicBezTo>
                          <a:cubicBezTo>
                            <a:pt x="21600" y="1661"/>
                            <a:pt x="21118" y="2140"/>
                            <a:pt x="20522" y="2140"/>
                          </a:cubicBezTo>
                          <a:lnTo>
                            <a:pt x="19445" y="2140"/>
                          </a:lnTo>
                          <a:lnTo>
                            <a:pt x="19445" y="20530"/>
                          </a:lnTo>
                          <a:cubicBezTo>
                            <a:pt x="19445" y="21121"/>
                            <a:pt x="18962" y="21600"/>
                            <a:pt x="18367" y="2160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 sz="900">
                          <a:latin typeface="ＭＳ Ｐゴシック"/>
                          <a:ea typeface="ＭＳ Ｐゴシック"/>
                          <a:cs typeface="ＭＳ Ｐゴシック"/>
                          <a:sym typeface="ＭＳ Ｐゴシック"/>
                        </a:defRPr>
                      </a:pPr>
                      <a:endParaRPr sz="900">
                        <a:latin typeface="+mj-lt"/>
                      </a:endParaRPr>
                    </a:p>
                  </p:txBody>
                </p:sp>
                <p:sp>
                  <p:nvSpPr>
                    <p:cNvPr id="263" name="Shape 728"/>
                    <p:cNvSpPr/>
                    <p:nvPr/>
                  </p:nvSpPr>
                  <p:spPr>
                    <a:xfrm>
                      <a:off x="0" y="11245"/>
                      <a:ext cx="44986" cy="215769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21600" y="0"/>
                          </a:moveTo>
                          <a:cubicBezTo>
                            <a:pt x="21600" y="622"/>
                            <a:pt x="19182" y="1126"/>
                            <a:pt x="16200" y="1126"/>
                          </a:cubicBezTo>
                          <a:cubicBezTo>
                            <a:pt x="14709" y="1126"/>
                            <a:pt x="13500" y="874"/>
                            <a:pt x="13500" y="563"/>
                          </a:cubicBezTo>
                          <a:cubicBezTo>
                            <a:pt x="13500" y="252"/>
                            <a:pt x="14709" y="0"/>
                            <a:pt x="16200" y="0"/>
                          </a:cubicBezTo>
                          <a:close/>
                          <a:moveTo>
                            <a:pt x="10800" y="20474"/>
                          </a:moveTo>
                          <a:cubicBezTo>
                            <a:pt x="10800" y="21096"/>
                            <a:pt x="8382" y="21600"/>
                            <a:pt x="5400" y="21600"/>
                          </a:cubicBezTo>
                          <a:cubicBezTo>
                            <a:pt x="2418" y="21600"/>
                            <a:pt x="0" y="21096"/>
                            <a:pt x="0" y="20474"/>
                          </a:cubicBezTo>
                          <a:cubicBezTo>
                            <a:pt x="0" y="19852"/>
                            <a:pt x="2418" y="19348"/>
                            <a:pt x="5400" y="19348"/>
                          </a:cubicBezTo>
                          <a:cubicBezTo>
                            <a:pt x="6891" y="19348"/>
                            <a:pt x="8100" y="19600"/>
                            <a:pt x="8100" y="19911"/>
                          </a:cubicBezTo>
                          <a:cubicBezTo>
                            <a:pt x="8100" y="20222"/>
                            <a:pt x="6891" y="20474"/>
                            <a:pt x="5400" y="20474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20000"/>
                      </a:srgbClr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 sz="900">
                          <a:latin typeface="ＭＳ Ｐゴシック"/>
                          <a:ea typeface="ＭＳ Ｐゴシック"/>
                          <a:cs typeface="ＭＳ Ｐゴシック"/>
                          <a:sym typeface="ＭＳ Ｐゴシック"/>
                        </a:defRPr>
                      </a:pPr>
                      <a:endParaRPr sz="900">
                        <a:latin typeface="+mj-lt"/>
                      </a:endParaRPr>
                    </a:p>
                  </p:txBody>
                </p:sp>
                <p:sp>
                  <p:nvSpPr>
                    <p:cNvPr id="264" name="Shape 729"/>
                    <p:cNvSpPr/>
                    <p:nvPr/>
                  </p:nvSpPr>
                  <p:spPr>
                    <a:xfrm>
                      <a:off x="-1" y="-1"/>
                      <a:ext cx="225426" cy="227015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2155" y="19460"/>
                          </a:moveTo>
                          <a:lnTo>
                            <a:pt x="2155" y="1070"/>
                          </a:lnTo>
                          <a:cubicBezTo>
                            <a:pt x="2155" y="479"/>
                            <a:pt x="2638" y="0"/>
                            <a:pt x="3233" y="0"/>
                          </a:cubicBezTo>
                          <a:lnTo>
                            <a:pt x="20522" y="0"/>
                          </a:lnTo>
                          <a:cubicBezTo>
                            <a:pt x="21118" y="0"/>
                            <a:pt x="21600" y="479"/>
                            <a:pt x="21600" y="1070"/>
                          </a:cubicBezTo>
                          <a:cubicBezTo>
                            <a:pt x="21600" y="1661"/>
                            <a:pt x="21118" y="2140"/>
                            <a:pt x="20522" y="2140"/>
                          </a:cubicBezTo>
                          <a:lnTo>
                            <a:pt x="19445" y="2140"/>
                          </a:lnTo>
                          <a:lnTo>
                            <a:pt x="19445" y="20530"/>
                          </a:lnTo>
                          <a:cubicBezTo>
                            <a:pt x="19445" y="21121"/>
                            <a:pt x="18962" y="21600"/>
                            <a:pt x="18367" y="21600"/>
                          </a:cubicBezTo>
                          <a:lnTo>
                            <a:pt x="1078" y="21600"/>
                          </a:lnTo>
                          <a:cubicBezTo>
                            <a:pt x="482" y="21600"/>
                            <a:pt x="0" y="21121"/>
                            <a:pt x="0" y="20530"/>
                          </a:cubicBezTo>
                          <a:cubicBezTo>
                            <a:pt x="0" y="19939"/>
                            <a:pt x="482" y="19460"/>
                            <a:pt x="1078" y="19460"/>
                          </a:cubicBezTo>
                          <a:close/>
                          <a:moveTo>
                            <a:pt x="3233" y="0"/>
                          </a:moveTo>
                          <a:cubicBezTo>
                            <a:pt x="3828" y="0"/>
                            <a:pt x="4310" y="479"/>
                            <a:pt x="4310" y="1070"/>
                          </a:cubicBezTo>
                          <a:cubicBezTo>
                            <a:pt x="4310" y="1661"/>
                            <a:pt x="3828" y="2140"/>
                            <a:pt x="3233" y="2140"/>
                          </a:cubicBezTo>
                          <a:cubicBezTo>
                            <a:pt x="2935" y="2140"/>
                            <a:pt x="2694" y="1901"/>
                            <a:pt x="2694" y="1605"/>
                          </a:cubicBezTo>
                          <a:cubicBezTo>
                            <a:pt x="2694" y="1310"/>
                            <a:pt x="2935" y="1070"/>
                            <a:pt x="3233" y="1070"/>
                          </a:cubicBezTo>
                          <a:lnTo>
                            <a:pt x="4311" y="1070"/>
                          </a:lnTo>
                          <a:moveTo>
                            <a:pt x="19445" y="2140"/>
                          </a:moveTo>
                          <a:lnTo>
                            <a:pt x="3233" y="2140"/>
                          </a:lnTo>
                          <a:moveTo>
                            <a:pt x="1078" y="19460"/>
                          </a:moveTo>
                          <a:cubicBezTo>
                            <a:pt x="1375" y="19460"/>
                            <a:pt x="1616" y="19699"/>
                            <a:pt x="1616" y="19995"/>
                          </a:cubicBezTo>
                          <a:cubicBezTo>
                            <a:pt x="1616" y="20290"/>
                            <a:pt x="1375" y="20530"/>
                            <a:pt x="1078" y="20530"/>
                          </a:cubicBezTo>
                          <a:lnTo>
                            <a:pt x="2155" y="20530"/>
                          </a:lnTo>
                          <a:moveTo>
                            <a:pt x="1078" y="21600"/>
                          </a:moveTo>
                          <a:cubicBezTo>
                            <a:pt x="1673" y="21600"/>
                            <a:pt x="2155" y="21121"/>
                            <a:pt x="2155" y="20530"/>
                          </a:cubicBezTo>
                          <a:lnTo>
                            <a:pt x="2155" y="19460"/>
                          </a:lnTo>
                        </a:path>
                      </a:pathLst>
                    </a:custGeom>
                    <a:noFill/>
                    <a:ln w="9525" cap="flat">
                      <a:solidFill>
                        <a:srgbClr val="000000"/>
                      </a:solidFill>
                      <a:prstDash val="solid"/>
                      <a:round/>
                    </a:ln>
                    <a:effectLst/>
                  </p:spPr>
                  <p:txBody>
                    <a:bodyPr wrap="square" lIns="45719" tIns="45719" rIns="45719" bIns="45719" numCol="1" anchor="ctr">
                      <a:noAutofit/>
                    </a:bodyPr>
                    <a:lstStyle/>
                    <a:p>
                      <a:pPr algn="ctr">
                        <a:defRPr sz="900">
                          <a:latin typeface="ＭＳ Ｐゴシック"/>
                          <a:ea typeface="ＭＳ Ｐゴシック"/>
                          <a:cs typeface="ＭＳ Ｐゴシック"/>
                          <a:sym typeface="ＭＳ Ｐゴシック"/>
                        </a:defRPr>
                      </a:pPr>
                      <a:endParaRPr sz="900">
                        <a:latin typeface="+mj-lt"/>
                      </a:endParaRPr>
                    </a:p>
                  </p:txBody>
                </p:sp>
              </p:grpSp>
            </p:grpSp>
          </p:grpSp>
        </p:grpSp>
        <p:grpSp>
          <p:nvGrpSpPr>
            <p:cNvPr id="249" name="Group 762"/>
            <p:cNvGrpSpPr/>
            <p:nvPr/>
          </p:nvGrpSpPr>
          <p:grpSpPr>
            <a:xfrm>
              <a:off x="6123513" y="4088815"/>
              <a:ext cx="1003076" cy="577569"/>
              <a:chOff x="-1" y="-37239"/>
              <a:chExt cx="1242604" cy="714245"/>
            </a:xfrm>
          </p:grpSpPr>
          <p:sp>
            <p:nvSpPr>
              <p:cNvPr id="253" name="Shape 760"/>
              <p:cNvSpPr/>
              <p:nvPr/>
            </p:nvSpPr>
            <p:spPr>
              <a:xfrm>
                <a:off x="-1" y="-1"/>
                <a:ext cx="1242604" cy="639765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100">
                    <a:solidFill>
                      <a:srgbClr val="FFFFFF"/>
                    </a:solidFill>
                  </a:defRPr>
                </a:pPr>
                <a:endParaRPr sz="1100">
                  <a:latin typeface="+mj-lt"/>
                </a:endParaRPr>
              </a:p>
            </p:txBody>
          </p:sp>
          <p:sp>
            <p:nvSpPr>
              <p:cNvPr id="254" name="Shape 761"/>
              <p:cNvSpPr/>
              <p:nvPr/>
            </p:nvSpPr>
            <p:spPr>
              <a:xfrm>
                <a:off x="-1" y="-37239"/>
                <a:ext cx="1242604" cy="71424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>
                    <a:solidFill>
                      <a:srgbClr val="0000FF"/>
                    </a:solidFill>
                  </a:defRPr>
                </a:lvl1pPr>
              </a:lstStyle>
              <a:p>
                <a:r>
                  <a:rPr lang="en-US" sz="800" dirty="0">
                    <a:latin typeface="+mj-lt"/>
                  </a:rPr>
                  <a:t>Business rules / Conditions for </a:t>
                </a:r>
                <a:r>
                  <a:rPr lang="en-US" sz="800" dirty="0" smtClean="0">
                    <a:latin typeface="+mj-lt"/>
                  </a:rPr>
                  <a:t>validating </a:t>
                </a:r>
                <a:r>
                  <a:rPr lang="en-US" sz="800" dirty="0">
                    <a:latin typeface="+mj-lt"/>
                  </a:rPr>
                  <a:t>fund adjustments </a:t>
                </a:r>
                <a:endParaRPr sz="800" dirty="0">
                  <a:latin typeface="+mj-lt"/>
                </a:endParaRPr>
              </a:p>
            </p:txBody>
          </p:sp>
        </p:grpSp>
        <p:grpSp>
          <p:nvGrpSpPr>
            <p:cNvPr id="250" name="Group 765"/>
            <p:cNvGrpSpPr/>
            <p:nvPr/>
          </p:nvGrpSpPr>
          <p:grpSpPr>
            <a:xfrm>
              <a:off x="4867655" y="4118926"/>
              <a:ext cx="1003076" cy="517341"/>
              <a:chOff x="-1" y="-1"/>
              <a:chExt cx="1242604" cy="639765"/>
            </a:xfrm>
          </p:grpSpPr>
          <p:sp>
            <p:nvSpPr>
              <p:cNvPr id="251" name="Shape 763"/>
              <p:cNvSpPr/>
              <p:nvPr/>
            </p:nvSpPr>
            <p:spPr>
              <a:xfrm>
                <a:off x="-1" y="-1"/>
                <a:ext cx="1242604" cy="639765"/>
              </a:xfrm>
              <a:prstGeom prst="rect">
                <a:avLst/>
              </a:prstGeom>
              <a:solidFill>
                <a:srgbClr val="FFFFFF"/>
              </a:solidFill>
              <a:ln w="28575" cap="flat">
                <a:solidFill>
                  <a:srgbClr val="0000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100">
                    <a:solidFill>
                      <a:srgbClr val="0000FF"/>
                    </a:solidFill>
                  </a:defRPr>
                </a:pPr>
                <a:endParaRPr sz="1100">
                  <a:latin typeface="+mj-lt"/>
                </a:endParaRPr>
              </a:p>
            </p:txBody>
          </p:sp>
          <p:sp>
            <p:nvSpPr>
              <p:cNvPr id="252" name="Shape 764"/>
              <p:cNvSpPr/>
              <p:nvPr/>
            </p:nvSpPr>
            <p:spPr>
              <a:xfrm>
                <a:off x="-1" y="37942"/>
                <a:ext cx="1242604" cy="56387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>
                    <a:solidFill>
                      <a:srgbClr val="0000FF"/>
                    </a:solidFill>
                  </a:defRPr>
                </a:lvl1pPr>
              </a:lstStyle>
              <a:p>
                <a:r>
                  <a:rPr lang="en-US" sz="800" dirty="0">
                    <a:latin typeface="+mj-lt"/>
                  </a:rPr>
                  <a:t>Transaction records of adjusted funds and approvals</a:t>
                </a:r>
                <a:endParaRPr sz="800" dirty="0">
                  <a:latin typeface="+mj-lt"/>
                </a:endParaRPr>
              </a:p>
            </p:txBody>
          </p:sp>
        </p:grpSp>
      </p:grpSp>
      <p:sp>
        <p:nvSpPr>
          <p:cNvPr id="370" name="Shape 520"/>
          <p:cNvSpPr/>
          <p:nvPr/>
        </p:nvSpPr>
        <p:spPr>
          <a:xfrm>
            <a:off x="5331505" y="5395552"/>
            <a:ext cx="1550600" cy="431656"/>
          </a:xfrm>
          <a:prstGeom prst="roundRect">
            <a:avLst>
              <a:gd name="adj" fmla="val 23491"/>
            </a:avLst>
          </a:prstGeom>
          <a:solidFill>
            <a:schemeClr val="accent3">
              <a:lumMod val="75000"/>
            </a:schemeClr>
          </a:solidFill>
          <a:ln w="9525" cap="flat">
            <a:solidFill>
              <a:srgbClr val="7DCDF2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4998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endParaRPr lang="en-US" sz="1100" b="1" dirty="0">
              <a:latin typeface="+mj-lt"/>
            </a:endParaRP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rPr lang="en-US" sz="1100" b="1" dirty="0">
                <a:latin typeface="+mj-lt"/>
              </a:rPr>
              <a:t>2.</a:t>
            </a:r>
            <a:r>
              <a:rPr lang="en-US" sz="1100" b="1" dirty="0">
                <a:solidFill>
                  <a:srgbClr val="FFFFFF"/>
                </a:solidFill>
              </a:rPr>
              <a:t>Fund Accounting Manager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endParaRPr sz="1100" dirty="0">
              <a:latin typeface="+mj-lt"/>
            </a:endParaRPr>
          </a:p>
        </p:txBody>
      </p:sp>
      <p:sp>
        <p:nvSpPr>
          <p:cNvPr id="371" name="Shape 520"/>
          <p:cNvSpPr/>
          <p:nvPr/>
        </p:nvSpPr>
        <p:spPr>
          <a:xfrm>
            <a:off x="2525045" y="2719917"/>
            <a:ext cx="1550600" cy="431656"/>
          </a:xfrm>
          <a:prstGeom prst="roundRect">
            <a:avLst>
              <a:gd name="adj" fmla="val 23491"/>
            </a:avLst>
          </a:prstGeom>
          <a:solidFill>
            <a:srgbClr val="0070C0"/>
          </a:solidFill>
          <a:ln w="9525" cap="flat">
            <a:solidFill>
              <a:srgbClr val="7DCDF2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4998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endParaRPr lang="en-US" sz="1100" b="1" dirty="0">
              <a:latin typeface="+mj-lt"/>
            </a:endParaRP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rPr lang="en-US" sz="1100" b="1" dirty="0">
                <a:latin typeface="+mj-lt"/>
              </a:rPr>
              <a:t>3.</a:t>
            </a:r>
            <a:r>
              <a:rPr lang="en-US" sz="1100" b="1" dirty="0">
                <a:solidFill>
                  <a:srgbClr val="FFFFFF"/>
                </a:solidFill>
              </a:rPr>
              <a:t> Auditor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endParaRPr sz="1100" dirty="0">
              <a:latin typeface="+mj-lt"/>
            </a:endParaRPr>
          </a:p>
        </p:txBody>
      </p:sp>
      <p:sp>
        <p:nvSpPr>
          <p:cNvPr id="8" name="Rectangular Callout 7"/>
          <p:cNvSpPr/>
          <p:nvPr/>
        </p:nvSpPr>
        <p:spPr>
          <a:xfrm>
            <a:off x="8411368" y="1419085"/>
            <a:ext cx="1233145" cy="449010"/>
          </a:xfrm>
          <a:prstGeom prst="wedgeRectCallout">
            <a:avLst>
              <a:gd name="adj1" fmla="val -27858"/>
              <a:gd name="adj2" fmla="val 83937"/>
            </a:avLst>
          </a:prstGeom>
          <a:solidFill>
            <a:srgbClr val="00B05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/>
              <a:t>Adjust fund details like FX rate , price</a:t>
            </a:r>
          </a:p>
        </p:txBody>
      </p:sp>
      <p:sp>
        <p:nvSpPr>
          <p:cNvPr id="372" name="Rectangular Callout 371"/>
          <p:cNvSpPr/>
          <p:nvPr/>
        </p:nvSpPr>
        <p:spPr>
          <a:xfrm>
            <a:off x="6944203" y="4853218"/>
            <a:ext cx="2193865" cy="476197"/>
          </a:xfrm>
          <a:prstGeom prst="wedgeRectCallout">
            <a:avLst>
              <a:gd name="adj1" fmla="val -50228"/>
              <a:gd name="adj2" fmla="val 104947"/>
            </a:avLst>
          </a:prstGeom>
          <a:solidFill>
            <a:schemeClr val="accent3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/>
              <a:t>Approves or sign-off the adjusted fund details with comments</a:t>
            </a:r>
          </a:p>
          <a:p>
            <a:endParaRPr lang="en-US" sz="1000" dirty="0"/>
          </a:p>
        </p:txBody>
      </p:sp>
      <p:sp>
        <p:nvSpPr>
          <p:cNvPr id="373" name="Rectangular Callout 372"/>
          <p:cNvSpPr/>
          <p:nvPr/>
        </p:nvSpPr>
        <p:spPr>
          <a:xfrm>
            <a:off x="2088683" y="1971271"/>
            <a:ext cx="1740754" cy="538497"/>
          </a:xfrm>
          <a:prstGeom prst="wedgeRectCallout">
            <a:avLst>
              <a:gd name="adj1" fmla="val -19011"/>
              <a:gd name="adj2" fmla="val 85724"/>
            </a:avLst>
          </a:prstGeom>
          <a:solidFill>
            <a:srgbClr val="0070C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/>
              <a:t>Search / </a:t>
            </a:r>
            <a:r>
              <a:rPr lang="en-US" sz="1000" dirty="0" smtClean="0"/>
              <a:t>view / downloads </a:t>
            </a:r>
            <a:r>
              <a:rPr lang="en-US" sz="1000" dirty="0"/>
              <a:t>fund details and validates it</a:t>
            </a:r>
          </a:p>
          <a:p>
            <a:endParaRPr lang="en-US" sz="1000" dirty="0"/>
          </a:p>
        </p:txBody>
      </p:sp>
      <p:sp>
        <p:nvSpPr>
          <p:cNvPr id="374" name="Shape 721"/>
          <p:cNvSpPr/>
          <p:nvPr/>
        </p:nvSpPr>
        <p:spPr>
          <a:xfrm>
            <a:off x="3537085" y="3739939"/>
            <a:ext cx="181973" cy="1858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55" y="19460"/>
                </a:moveTo>
                <a:lnTo>
                  <a:pt x="2155" y="1070"/>
                </a:lnTo>
                <a:cubicBezTo>
                  <a:pt x="2155" y="479"/>
                  <a:pt x="2638" y="0"/>
                  <a:pt x="3233" y="0"/>
                </a:cubicBezTo>
                <a:lnTo>
                  <a:pt x="20522" y="0"/>
                </a:lnTo>
                <a:cubicBezTo>
                  <a:pt x="21118" y="0"/>
                  <a:pt x="21600" y="479"/>
                  <a:pt x="21600" y="1070"/>
                </a:cubicBezTo>
                <a:cubicBezTo>
                  <a:pt x="21600" y="1661"/>
                  <a:pt x="21118" y="2140"/>
                  <a:pt x="20522" y="2140"/>
                </a:cubicBezTo>
                <a:lnTo>
                  <a:pt x="19445" y="2140"/>
                </a:lnTo>
                <a:lnTo>
                  <a:pt x="19445" y="20530"/>
                </a:lnTo>
                <a:cubicBezTo>
                  <a:pt x="19445" y="21121"/>
                  <a:pt x="18962" y="21600"/>
                  <a:pt x="18367" y="21600"/>
                </a:cubicBezTo>
                <a:lnTo>
                  <a:pt x="1078" y="21600"/>
                </a:lnTo>
                <a:cubicBezTo>
                  <a:pt x="482" y="21600"/>
                  <a:pt x="0" y="21121"/>
                  <a:pt x="0" y="20530"/>
                </a:cubicBezTo>
                <a:cubicBezTo>
                  <a:pt x="0" y="19939"/>
                  <a:pt x="482" y="19460"/>
                  <a:pt x="1078" y="19460"/>
                </a:cubicBezTo>
                <a:close/>
                <a:moveTo>
                  <a:pt x="3233" y="0"/>
                </a:moveTo>
                <a:cubicBezTo>
                  <a:pt x="3828" y="0"/>
                  <a:pt x="4310" y="479"/>
                  <a:pt x="4310" y="1070"/>
                </a:cubicBezTo>
                <a:cubicBezTo>
                  <a:pt x="4310" y="1661"/>
                  <a:pt x="3828" y="2140"/>
                  <a:pt x="3233" y="2140"/>
                </a:cubicBezTo>
                <a:cubicBezTo>
                  <a:pt x="2935" y="2140"/>
                  <a:pt x="2694" y="1901"/>
                  <a:pt x="2694" y="1605"/>
                </a:cubicBezTo>
                <a:cubicBezTo>
                  <a:pt x="2694" y="1310"/>
                  <a:pt x="2935" y="1070"/>
                  <a:pt x="3233" y="1070"/>
                </a:cubicBezTo>
                <a:lnTo>
                  <a:pt x="4311" y="1070"/>
                </a:lnTo>
                <a:moveTo>
                  <a:pt x="19445" y="2140"/>
                </a:moveTo>
                <a:lnTo>
                  <a:pt x="3233" y="2140"/>
                </a:lnTo>
                <a:moveTo>
                  <a:pt x="1078" y="19460"/>
                </a:moveTo>
                <a:cubicBezTo>
                  <a:pt x="1375" y="19460"/>
                  <a:pt x="1616" y="19699"/>
                  <a:pt x="1616" y="19995"/>
                </a:cubicBezTo>
                <a:cubicBezTo>
                  <a:pt x="1616" y="20290"/>
                  <a:pt x="1375" y="20530"/>
                  <a:pt x="1078" y="20530"/>
                </a:cubicBezTo>
                <a:lnTo>
                  <a:pt x="2155" y="20530"/>
                </a:lnTo>
                <a:moveTo>
                  <a:pt x="1078" y="21600"/>
                </a:moveTo>
                <a:cubicBezTo>
                  <a:pt x="1673" y="21600"/>
                  <a:pt x="2155" y="21121"/>
                  <a:pt x="2155" y="20530"/>
                </a:cubicBezTo>
                <a:lnTo>
                  <a:pt x="2155" y="19460"/>
                </a:lnTo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>
              <a:defRPr sz="900">
                <a:latin typeface="ＭＳ Ｐゴシック"/>
                <a:ea typeface="ＭＳ Ｐゴシック"/>
                <a:cs typeface="ＭＳ Ｐゴシック"/>
                <a:sym typeface="ＭＳ Ｐゴシック"/>
              </a:defRPr>
            </a:pPr>
            <a:endParaRPr sz="900">
              <a:latin typeface="+mj-lt"/>
            </a:endParaRPr>
          </a:p>
        </p:txBody>
      </p:sp>
      <p:sp>
        <p:nvSpPr>
          <p:cNvPr id="375" name="Shape 721"/>
          <p:cNvSpPr/>
          <p:nvPr/>
        </p:nvSpPr>
        <p:spPr>
          <a:xfrm>
            <a:off x="3534955" y="3709507"/>
            <a:ext cx="181973" cy="1858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55" y="19460"/>
                </a:moveTo>
                <a:lnTo>
                  <a:pt x="2155" y="1070"/>
                </a:lnTo>
                <a:cubicBezTo>
                  <a:pt x="2155" y="479"/>
                  <a:pt x="2638" y="0"/>
                  <a:pt x="3233" y="0"/>
                </a:cubicBezTo>
                <a:lnTo>
                  <a:pt x="20522" y="0"/>
                </a:lnTo>
                <a:cubicBezTo>
                  <a:pt x="21118" y="0"/>
                  <a:pt x="21600" y="479"/>
                  <a:pt x="21600" y="1070"/>
                </a:cubicBezTo>
                <a:cubicBezTo>
                  <a:pt x="21600" y="1661"/>
                  <a:pt x="21118" y="2140"/>
                  <a:pt x="20522" y="2140"/>
                </a:cubicBezTo>
                <a:lnTo>
                  <a:pt x="19445" y="2140"/>
                </a:lnTo>
                <a:lnTo>
                  <a:pt x="19445" y="20530"/>
                </a:lnTo>
                <a:cubicBezTo>
                  <a:pt x="19445" y="21121"/>
                  <a:pt x="18962" y="21600"/>
                  <a:pt x="18367" y="21600"/>
                </a:cubicBezTo>
                <a:lnTo>
                  <a:pt x="1078" y="21600"/>
                </a:lnTo>
                <a:cubicBezTo>
                  <a:pt x="482" y="21600"/>
                  <a:pt x="0" y="21121"/>
                  <a:pt x="0" y="20530"/>
                </a:cubicBezTo>
                <a:cubicBezTo>
                  <a:pt x="0" y="19939"/>
                  <a:pt x="482" y="19460"/>
                  <a:pt x="1078" y="19460"/>
                </a:cubicBezTo>
                <a:close/>
                <a:moveTo>
                  <a:pt x="3233" y="0"/>
                </a:moveTo>
                <a:cubicBezTo>
                  <a:pt x="3828" y="0"/>
                  <a:pt x="4310" y="479"/>
                  <a:pt x="4310" y="1070"/>
                </a:cubicBezTo>
                <a:cubicBezTo>
                  <a:pt x="4310" y="1661"/>
                  <a:pt x="3828" y="2140"/>
                  <a:pt x="3233" y="2140"/>
                </a:cubicBezTo>
                <a:cubicBezTo>
                  <a:pt x="2935" y="2140"/>
                  <a:pt x="2694" y="1901"/>
                  <a:pt x="2694" y="1605"/>
                </a:cubicBezTo>
                <a:cubicBezTo>
                  <a:pt x="2694" y="1310"/>
                  <a:pt x="2935" y="1070"/>
                  <a:pt x="3233" y="1070"/>
                </a:cubicBezTo>
                <a:lnTo>
                  <a:pt x="4311" y="1070"/>
                </a:lnTo>
                <a:moveTo>
                  <a:pt x="19445" y="2140"/>
                </a:moveTo>
                <a:lnTo>
                  <a:pt x="3233" y="2140"/>
                </a:lnTo>
                <a:moveTo>
                  <a:pt x="1078" y="19460"/>
                </a:moveTo>
                <a:cubicBezTo>
                  <a:pt x="1375" y="19460"/>
                  <a:pt x="1616" y="19699"/>
                  <a:pt x="1616" y="19995"/>
                </a:cubicBezTo>
                <a:cubicBezTo>
                  <a:pt x="1616" y="20290"/>
                  <a:pt x="1375" y="20530"/>
                  <a:pt x="1078" y="20530"/>
                </a:cubicBezTo>
                <a:lnTo>
                  <a:pt x="2155" y="20530"/>
                </a:lnTo>
                <a:moveTo>
                  <a:pt x="1078" y="21600"/>
                </a:moveTo>
                <a:cubicBezTo>
                  <a:pt x="1673" y="21600"/>
                  <a:pt x="2155" y="21121"/>
                  <a:pt x="2155" y="20530"/>
                </a:cubicBezTo>
                <a:lnTo>
                  <a:pt x="2155" y="19460"/>
                </a:lnTo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>
              <a:defRPr sz="900">
                <a:latin typeface="ＭＳ Ｐゴシック"/>
                <a:ea typeface="ＭＳ Ｐゴシック"/>
                <a:cs typeface="ＭＳ Ｐゴシック"/>
                <a:sym typeface="ＭＳ Ｐゴシック"/>
              </a:defRPr>
            </a:pPr>
            <a:endParaRPr sz="900">
              <a:latin typeface="+mj-lt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345168" y="5179701"/>
            <a:ext cx="2689652" cy="109485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2">
                    <a:lumMod val="50000"/>
                  </a:schemeClr>
                </a:solidFill>
              </a:rPr>
              <a:t>Platform Recommendation:-</a:t>
            </a:r>
          </a:p>
          <a:p>
            <a:r>
              <a:rPr lang="en-US" sz="1200" dirty="0" err="1" smtClean="0">
                <a:solidFill>
                  <a:schemeClr val="tx2">
                    <a:lumMod val="50000"/>
                  </a:schemeClr>
                </a:solidFill>
              </a:rPr>
              <a:t>Hyperledger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</a:rPr>
              <a:t> Fabric is suggested </a:t>
            </a:r>
            <a:r>
              <a:rPr lang="en-US" sz="1200" dirty="0" err="1" smtClean="0">
                <a:solidFill>
                  <a:schemeClr val="tx2">
                    <a:lumMod val="50000"/>
                  </a:schemeClr>
                </a:solidFill>
              </a:rPr>
              <a:t>blockchain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</a:rPr>
              <a:t> platform.</a:t>
            </a:r>
            <a:endParaRPr lang="en-US" sz="12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7429449"/>
      </p:ext>
    </p:extLst>
  </p:cSld>
  <p:clrMapOvr>
    <a:masterClrMapping/>
  </p:clrMapOvr>
  <p:transition spd="med">
    <p:split orient="vert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Architecture with Technology Stack</a:t>
            </a:r>
          </a:p>
        </p:txBody>
      </p:sp>
      <p:sp>
        <p:nvSpPr>
          <p:cNvPr id="315" name="Rounded Rectangle 314"/>
          <p:cNvSpPr/>
          <p:nvPr/>
        </p:nvSpPr>
        <p:spPr>
          <a:xfrm>
            <a:off x="3021005" y="3189649"/>
            <a:ext cx="7730240" cy="848049"/>
          </a:xfrm>
          <a:prstGeom prst="roundRect">
            <a:avLst/>
          </a:prstGeom>
          <a:noFill/>
          <a:ln w="12700">
            <a:solidFill>
              <a:schemeClr val="tx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16" name="Rounded Rectangle 315"/>
          <p:cNvSpPr/>
          <p:nvPr/>
        </p:nvSpPr>
        <p:spPr>
          <a:xfrm>
            <a:off x="2985661" y="1982109"/>
            <a:ext cx="7730240" cy="869807"/>
          </a:xfrm>
          <a:prstGeom prst="roundRect">
            <a:avLst/>
          </a:prstGeom>
          <a:noFill/>
          <a:ln w="12700">
            <a:solidFill>
              <a:schemeClr val="tx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17" name="Rounded Rectangle 316"/>
          <p:cNvSpPr/>
          <p:nvPr/>
        </p:nvSpPr>
        <p:spPr>
          <a:xfrm>
            <a:off x="4423445" y="4742083"/>
            <a:ext cx="6054921" cy="1075126"/>
          </a:xfrm>
          <a:prstGeom prst="roundRect">
            <a:avLst>
              <a:gd name="adj" fmla="val 8651"/>
            </a:avLst>
          </a:prstGeom>
          <a:solidFill>
            <a:schemeClr val="bg1"/>
          </a:solidFill>
          <a:ln w="12700">
            <a:solidFill>
              <a:schemeClr val="tx1">
                <a:lumMod val="50000"/>
              </a:schemeClr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8" name="Rounded Rectangle 317"/>
          <p:cNvSpPr/>
          <p:nvPr/>
        </p:nvSpPr>
        <p:spPr>
          <a:xfrm>
            <a:off x="4536316" y="3267581"/>
            <a:ext cx="6111488" cy="578586"/>
          </a:xfrm>
          <a:prstGeom prst="roundRect">
            <a:avLst/>
          </a:prstGeom>
          <a:noFill/>
          <a:ln w="12700">
            <a:solidFill>
              <a:schemeClr val="tx1">
                <a:lumMod val="50000"/>
              </a:schemeClr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8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n-US" sz="8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n-US" sz="8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n-US" sz="8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n-US" sz="8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n-US" sz="8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n-US" sz="8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n-US" sz="8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n-US" sz="8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n-US" sz="8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5" name="Rounded Rectangle 324"/>
          <p:cNvSpPr/>
          <p:nvPr/>
        </p:nvSpPr>
        <p:spPr>
          <a:xfrm>
            <a:off x="6352122" y="4831074"/>
            <a:ext cx="1998023" cy="918496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 w="12700">
            <a:solidFill>
              <a:srgbClr val="BCBCB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800" b="1" dirty="0">
                <a:solidFill>
                  <a:srgbClr val="263147"/>
                </a:solidFill>
              </a:rPr>
              <a:t>Blockchain / Transaction Services </a:t>
            </a:r>
          </a:p>
        </p:txBody>
      </p:sp>
      <p:sp>
        <p:nvSpPr>
          <p:cNvPr id="326" name="Rounded Rectangle 325"/>
          <p:cNvSpPr/>
          <p:nvPr/>
        </p:nvSpPr>
        <p:spPr>
          <a:xfrm>
            <a:off x="6498008" y="5122805"/>
            <a:ext cx="860674" cy="292667"/>
          </a:xfrm>
          <a:prstGeom prst="roundRect">
            <a:avLst/>
          </a:prstGeom>
          <a:solidFill>
            <a:srgbClr val="2EA0C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bg1"/>
                </a:solidFill>
              </a:rPr>
              <a:t>Consensus</a:t>
            </a:r>
          </a:p>
        </p:txBody>
      </p:sp>
      <p:sp>
        <p:nvSpPr>
          <p:cNvPr id="327" name="Rounded Rectangle 326"/>
          <p:cNvSpPr/>
          <p:nvPr/>
        </p:nvSpPr>
        <p:spPr>
          <a:xfrm>
            <a:off x="6500699" y="5463853"/>
            <a:ext cx="1782821" cy="248090"/>
          </a:xfrm>
          <a:prstGeom prst="roundRect">
            <a:avLst/>
          </a:prstGeom>
          <a:solidFill>
            <a:srgbClr val="2EA0C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bg1"/>
                </a:solidFill>
              </a:rPr>
              <a:t>Ledger / Storage services </a:t>
            </a:r>
          </a:p>
        </p:txBody>
      </p:sp>
      <p:sp>
        <p:nvSpPr>
          <p:cNvPr id="328" name="Rounded Rectangle 327"/>
          <p:cNvSpPr/>
          <p:nvPr/>
        </p:nvSpPr>
        <p:spPr>
          <a:xfrm>
            <a:off x="7420988" y="5122805"/>
            <a:ext cx="851533" cy="292667"/>
          </a:xfrm>
          <a:prstGeom prst="roundRect">
            <a:avLst/>
          </a:prstGeom>
          <a:solidFill>
            <a:srgbClr val="2EA0C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bg1"/>
                </a:solidFill>
              </a:rPr>
              <a:t>P2P protocol</a:t>
            </a:r>
          </a:p>
        </p:txBody>
      </p:sp>
      <p:sp>
        <p:nvSpPr>
          <p:cNvPr id="329" name="Rounded Rectangle 328"/>
          <p:cNvSpPr/>
          <p:nvPr/>
        </p:nvSpPr>
        <p:spPr>
          <a:xfrm>
            <a:off x="8396489" y="4817762"/>
            <a:ext cx="2039614" cy="935640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 w="12700">
            <a:solidFill>
              <a:srgbClr val="BCBCB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800" b="1" dirty="0">
                <a:solidFill>
                  <a:srgbClr val="263147"/>
                </a:solidFill>
              </a:rPr>
              <a:t>Membership Services </a:t>
            </a:r>
          </a:p>
        </p:txBody>
      </p:sp>
      <p:sp>
        <p:nvSpPr>
          <p:cNvPr id="330" name="Rounded Rectangle 329"/>
          <p:cNvSpPr/>
          <p:nvPr/>
        </p:nvSpPr>
        <p:spPr>
          <a:xfrm>
            <a:off x="8442224" y="5122805"/>
            <a:ext cx="952127" cy="290397"/>
          </a:xfrm>
          <a:prstGeom prst="roundRect">
            <a:avLst/>
          </a:prstGeom>
          <a:solidFill>
            <a:srgbClr val="2EA0C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bg1"/>
                </a:solidFill>
              </a:rPr>
              <a:t>Registration </a:t>
            </a:r>
          </a:p>
        </p:txBody>
      </p:sp>
      <p:sp>
        <p:nvSpPr>
          <p:cNvPr id="331" name="Rounded Rectangle 330"/>
          <p:cNvSpPr/>
          <p:nvPr/>
        </p:nvSpPr>
        <p:spPr>
          <a:xfrm>
            <a:off x="9428233" y="5122656"/>
            <a:ext cx="969935" cy="290397"/>
          </a:xfrm>
          <a:prstGeom prst="roundRect">
            <a:avLst/>
          </a:prstGeom>
          <a:solidFill>
            <a:srgbClr val="2EA0C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bg1"/>
                </a:solidFill>
              </a:rPr>
              <a:t>Identity Management</a:t>
            </a:r>
          </a:p>
        </p:txBody>
      </p:sp>
      <p:sp>
        <p:nvSpPr>
          <p:cNvPr id="332" name="Rounded Rectangle 331"/>
          <p:cNvSpPr/>
          <p:nvPr/>
        </p:nvSpPr>
        <p:spPr>
          <a:xfrm>
            <a:off x="8532818" y="5463853"/>
            <a:ext cx="1750307" cy="225426"/>
          </a:xfrm>
          <a:prstGeom prst="roundRect">
            <a:avLst/>
          </a:prstGeom>
          <a:solidFill>
            <a:srgbClr val="2EA0C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bg1"/>
                </a:solidFill>
              </a:rPr>
              <a:t>Auditability </a:t>
            </a:r>
          </a:p>
        </p:txBody>
      </p:sp>
      <p:sp>
        <p:nvSpPr>
          <p:cNvPr id="333" name="Rounded Rectangle 332"/>
          <p:cNvSpPr/>
          <p:nvPr/>
        </p:nvSpPr>
        <p:spPr>
          <a:xfrm>
            <a:off x="4649826" y="4817763"/>
            <a:ext cx="1604519" cy="904765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 w="12700">
            <a:solidFill>
              <a:srgbClr val="BCBCB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800" b="1" dirty="0">
                <a:solidFill>
                  <a:srgbClr val="263147"/>
                </a:solidFill>
              </a:rPr>
              <a:t>Chaincode Services</a:t>
            </a:r>
          </a:p>
        </p:txBody>
      </p:sp>
      <p:sp>
        <p:nvSpPr>
          <p:cNvPr id="334" name="Rounded Rectangle 333"/>
          <p:cNvSpPr/>
          <p:nvPr/>
        </p:nvSpPr>
        <p:spPr>
          <a:xfrm>
            <a:off x="4916892" y="5096942"/>
            <a:ext cx="1081447" cy="267597"/>
          </a:xfrm>
          <a:prstGeom prst="roundRect">
            <a:avLst/>
          </a:prstGeom>
          <a:solidFill>
            <a:srgbClr val="2EA0C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bg1"/>
                </a:solidFill>
              </a:rPr>
              <a:t>Secure container </a:t>
            </a:r>
          </a:p>
        </p:txBody>
      </p:sp>
      <p:sp>
        <p:nvSpPr>
          <p:cNvPr id="335" name="Rounded Rectangle 334"/>
          <p:cNvSpPr/>
          <p:nvPr/>
        </p:nvSpPr>
        <p:spPr>
          <a:xfrm>
            <a:off x="4902368" y="5428205"/>
            <a:ext cx="1077783" cy="261074"/>
          </a:xfrm>
          <a:prstGeom prst="roundRect">
            <a:avLst/>
          </a:prstGeom>
          <a:solidFill>
            <a:srgbClr val="2EA0C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bg1"/>
                </a:solidFill>
              </a:rPr>
              <a:t>Secure registry</a:t>
            </a:r>
          </a:p>
        </p:txBody>
      </p:sp>
      <p:sp>
        <p:nvSpPr>
          <p:cNvPr id="446" name="Rounded Rectangle 445"/>
          <p:cNvSpPr/>
          <p:nvPr/>
        </p:nvSpPr>
        <p:spPr>
          <a:xfrm>
            <a:off x="4762698" y="3336299"/>
            <a:ext cx="910933" cy="364825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 w="12700">
            <a:solidFill>
              <a:srgbClr val="BCBCB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0" rIns="9144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800" b="1" dirty="0">
                <a:solidFill>
                  <a:srgbClr val="263147"/>
                </a:solidFill>
              </a:rPr>
              <a:t>User Mgmt. Services</a:t>
            </a:r>
          </a:p>
        </p:txBody>
      </p:sp>
      <p:sp>
        <p:nvSpPr>
          <p:cNvPr id="449" name="Rectangle 448"/>
          <p:cNvSpPr/>
          <p:nvPr/>
        </p:nvSpPr>
        <p:spPr>
          <a:xfrm>
            <a:off x="3175078" y="3287878"/>
            <a:ext cx="102977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/>
              <a:t>Business API Layer</a:t>
            </a:r>
            <a:r>
              <a:rPr lang="en-US" sz="1200" dirty="0"/>
              <a:t> </a:t>
            </a:r>
          </a:p>
        </p:txBody>
      </p:sp>
      <p:sp>
        <p:nvSpPr>
          <p:cNvPr id="451" name="Rectangle 450"/>
          <p:cNvSpPr/>
          <p:nvPr/>
        </p:nvSpPr>
        <p:spPr>
          <a:xfrm>
            <a:off x="2861307" y="5159322"/>
            <a:ext cx="14091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b="1" dirty="0"/>
              <a:t>Blockchain </a:t>
            </a:r>
          </a:p>
          <a:p>
            <a:pPr algn="ctr"/>
            <a:endParaRPr lang="en-US" sz="1200" b="1" dirty="0"/>
          </a:p>
        </p:txBody>
      </p:sp>
      <p:sp>
        <p:nvSpPr>
          <p:cNvPr id="452" name="Rectangle 451"/>
          <p:cNvSpPr/>
          <p:nvPr/>
        </p:nvSpPr>
        <p:spPr>
          <a:xfrm>
            <a:off x="3104744" y="2132022"/>
            <a:ext cx="12568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/>
              <a:t>Decentralized Application (</a:t>
            </a:r>
            <a:r>
              <a:rPr lang="en-US" sz="1200" b="1" dirty="0" err="1"/>
              <a:t>DApp</a:t>
            </a:r>
            <a:r>
              <a:rPr lang="en-US" sz="1200" b="1" dirty="0"/>
              <a:t>)</a:t>
            </a:r>
            <a:endParaRPr lang="en-US" sz="1400" dirty="0"/>
          </a:p>
        </p:txBody>
      </p:sp>
      <p:sp>
        <p:nvSpPr>
          <p:cNvPr id="455" name="Rectangle 454"/>
          <p:cNvSpPr/>
          <p:nvPr/>
        </p:nvSpPr>
        <p:spPr>
          <a:xfrm>
            <a:off x="5529302" y="4507216"/>
            <a:ext cx="2971987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b="1" dirty="0"/>
              <a:t>Blockchain services </a:t>
            </a:r>
          </a:p>
        </p:txBody>
      </p:sp>
      <p:grpSp>
        <p:nvGrpSpPr>
          <p:cNvPr id="480" name="Group 479"/>
          <p:cNvGrpSpPr/>
          <p:nvPr/>
        </p:nvGrpSpPr>
        <p:grpSpPr>
          <a:xfrm>
            <a:off x="6862953" y="1127274"/>
            <a:ext cx="917224" cy="842434"/>
            <a:chOff x="4080130" y="1454372"/>
            <a:chExt cx="917224" cy="842434"/>
          </a:xfrm>
        </p:grpSpPr>
        <p:sp>
          <p:nvSpPr>
            <p:cNvPr id="453" name="Rectangle 452"/>
            <p:cNvSpPr/>
            <p:nvPr/>
          </p:nvSpPr>
          <p:spPr>
            <a:xfrm>
              <a:off x="4080130" y="1454372"/>
              <a:ext cx="917224" cy="4154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50" b="1" dirty="0"/>
                <a:t>    Fund Manager</a:t>
              </a:r>
              <a:endParaRPr lang="en-US" sz="1050" dirty="0"/>
            </a:p>
          </p:txBody>
        </p:sp>
        <p:pic>
          <p:nvPicPr>
            <p:cNvPr id="456" name="Picture 455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1019"/>
            <a:stretch/>
          </p:blipFill>
          <p:spPr>
            <a:xfrm>
              <a:off x="4143173" y="1820774"/>
              <a:ext cx="602717" cy="476032"/>
            </a:xfrm>
            <a:prstGeom prst="rect">
              <a:avLst/>
            </a:prstGeom>
          </p:spPr>
        </p:pic>
      </p:grpSp>
      <p:sp>
        <p:nvSpPr>
          <p:cNvPr id="458" name="Oval 457"/>
          <p:cNvSpPr/>
          <p:nvPr/>
        </p:nvSpPr>
        <p:spPr>
          <a:xfrm>
            <a:off x="4688268" y="3297216"/>
            <a:ext cx="209451" cy="208039"/>
          </a:xfrm>
          <a:prstGeom prst="ellipse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2">
                    <a:lumMod val="50000"/>
                  </a:schemeClr>
                </a:solidFill>
              </a:rPr>
              <a:t>1</a:t>
            </a:r>
          </a:p>
        </p:txBody>
      </p:sp>
      <p:grpSp>
        <p:nvGrpSpPr>
          <p:cNvPr id="493" name="Group 492"/>
          <p:cNvGrpSpPr/>
          <p:nvPr/>
        </p:nvGrpSpPr>
        <p:grpSpPr>
          <a:xfrm>
            <a:off x="5715331" y="3289475"/>
            <a:ext cx="1540615" cy="423009"/>
            <a:chOff x="3748809" y="2975882"/>
            <a:chExt cx="1202955" cy="395721"/>
          </a:xfrm>
        </p:grpSpPr>
        <p:sp>
          <p:nvSpPr>
            <p:cNvPr id="447" name="Rounded Rectangle 446"/>
            <p:cNvSpPr/>
            <p:nvPr/>
          </p:nvSpPr>
          <p:spPr>
            <a:xfrm>
              <a:off x="3805628" y="3021164"/>
              <a:ext cx="1146136" cy="350439"/>
            </a:xfrm>
            <a:prstGeom prst="roundRect">
              <a:avLst/>
            </a:prstGeom>
            <a:solidFill>
              <a:schemeClr val="bg2">
                <a:lumMod val="60000"/>
                <a:lumOff val="40000"/>
              </a:schemeClr>
            </a:solidFill>
            <a:ln w="12700">
              <a:solidFill>
                <a:srgbClr val="BCBC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0" rIns="9144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800" b="1" dirty="0">
                  <a:solidFill>
                    <a:srgbClr val="263147"/>
                  </a:solidFill>
                </a:rPr>
                <a:t>Fund Adjustment and Approval Services</a:t>
              </a:r>
            </a:p>
          </p:txBody>
        </p:sp>
        <p:sp>
          <p:nvSpPr>
            <p:cNvPr id="459" name="Oval 458"/>
            <p:cNvSpPr/>
            <p:nvPr/>
          </p:nvSpPr>
          <p:spPr>
            <a:xfrm>
              <a:off x="3748809" y="2975882"/>
              <a:ext cx="209451" cy="208039"/>
            </a:xfrm>
            <a:prstGeom prst="ellipse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2">
                      <a:lumMod val="50000"/>
                    </a:schemeClr>
                  </a:solidFill>
                </a:rPr>
                <a:t>2</a:t>
              </a:r>
            </a:p>
          </p:txBody>
        </p:sp>
      </p:grpSp>
      <p:grpSp>
        <p:nvGrpSpPr>
          <p:cNvPr id="492" name="Group 491"/>
          <p:cNvGrpSpPr/>
          <p:nvPr/>
        </p:nvGrpSpPr>
        <p:grpSpPr>
          <a:xfrm>
            <a:off x="8396392" y="3326411"/>
            <a:ext cx="891244" cy="370897"/>
            <a:chOff x="5817824" y="2991259"/>
            <a:chExt cx="1082177" cy="392544"/>
          </a:xfrm>
        </p:grpSpPr>
        <p:sp>
          <p:nvSpPr>
            <p:cNvPr id="448" name="Rounded Rectangle 447"/>
            <p:cNvSpPr/>
            <p:nvPr/>
          </p:nvSpPr>
          <p:spPr>
            <a:xfrm>
              <a:off x="5884548" y="3001724"/>
              <a:ext cx="1015453" cy="382079"/>
            </a:xfrm>
            <a:prstGeom prst="roundRect">
              <a:avLst/>
            </a:prstGeom>
            <a:solidFill>
              <a:schemeClr val="bg2">
                <a:lumMod val="60000"/>
                <a:lumOff val="40000"/>
              </a:schemeClr>
            </a:solidFill>
            <a:ln w="12700">
              <a:solidFill>
                <a:srgbClr val="BCBC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0" rIns="9144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800" b="1" dirty="0">
                  <a:solidFill>
                    <a:srgbClr val="263147"/>
                  </a:solidFill>
                </a:rPr>
                <a:t>Master Data Services</a:t>
              </a:r>
            </a:p>
          </p:txBody>
        </p:sp>
        <p:sp>
          <p:nvSpPr>
            <p:cNvPr id="460" name="Oval 459"/>
            <p:cNvSpPr/>
            <p:nvPr/>
          </p:nvSpPr>
          <p:spPr>
            <a:xfrm>
              <a:off x="5817824" y="2991259"/>
              <a:ext cx="209451" cy="208039"/>
            </a:xfrm>
            <a:prstGeom prst="ellipse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2">
                      <a:lumMod val="50000"/>
                    </a:schemeClr>
                  </a:solidFill>
                </a:rPr>
                <a:t>4</a:t>
              </a:r>
            </a:p>
          </p:txBody>
        </p:sp>
      </p:grpSp>
      <p:sp>
        <p:nvSpPr>
          <p:cNvPr id="461" name="Rounded Rectangle 460"/>
          <p:cNvSpPr/>
          <p:nvPr/>
        </p:nvSpPr>
        <p:spPr>
          <a:xfrm>
            <a:off x="2985661" y="4511251"/>
            <a:ext cx="7725613" cy="1553904"/>
          </a:xfrm>
          <a:prstGeom prst="roundRect">
            <a:avLst/>
          </a:prstGeom>
          <a:noFill/>
          <a:ln w="12700">
            <a:solidFill>
              <a:schemeClr val="tx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bg1"/>
              </a:solidFill>
            </a:endParaRPr>
          </a:p>
        </p:txBody>
      </p:sp>
      <p:grpSp>
        <p:nvGrpSpPr>
          <p:cNvPr id="483" name="Group 482"/>
          <p:cNvGrpSpPr/>
          <p:nvPr/>
        </p:nvGrpSpPr>
        <p:grpSpPr>
          <a:xfrm>
            <a:off x="4480693" y="2181198"/>
            <a:ext cx="6103830" cy="345271"/>
            <a:chOff x="2797300" y="2392055"/>
            <a:chExt cx="6103830" cy="345271"/>
          </a:xfrm>
        </p:grpSpPr>
        <p:sp>
          <p:nvSpPr>
            <p:cNvPr id="445" name="Rounded Rectangle 444"/>
            <p:cNvSpPr/>
            <p:nvPr/>
          </p:nvSpPr>
          <p:spPr>
            <a:xfrm>
              <a:off x="2797300" y="2392055"/>
              <a:ext cx="6103830" cy="345271"/>
            </a:xfrm>
            <a:prstGeom prst="roundRect">
              <a:avLst/>
            </a:prstGeom>
            <a:noFill/>
            <a:ln w="12700">
              <a:solidFill>
                <a:schemeClr val="tx1">
                  <a:lumMod val="50000"/>
                </a:schemeClr>
              </a:solidFill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 dirty="0">
                  <a:solidFill>
                    <a:schemeClr val="tx1"/>
                  </a:solidFill>
                  <a:latin typeface="+mj-lt"/>
                </a:rPr>
                <a:t>Fund Balancing User Interface</a:t>
              </a:r>
            </a:p>
          </p:txBody>
        </p:sp>
        <p:sp>
          <p:nvSpPr>
            <p:cNvPr id="464" name="Rounded Rectangle 463"/>
            <p:cNvSpPr/>
            <p:nvPr/>
          </p:nvSpPr>
          <p:spPr>
            <a:xfrm>
              <a:off x="4216294" y="2463335"/>
              <a:ext cx="702057" cy="202710"/>
            </a:xfrm>
            <a:prstGeom prst="roundRect">
              <a:avLst/>
            </a:prstGeom>
            <a:solidFill>
              <a:schemeClr val="bg2">
                <a:lumMod val="60000"/>
                <a:lumOff val="40000"/>
              </a:schemeClr>
            </a:solidFill>
            <a:ln w="12700">
              <a:solidFill>
                <a:srgbClr val="BCBC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0" rIns="9144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800" b="1" dirty="0">
                  <a:solidFill>
                    <a:srgbClr val="263147"/>
                  </a:solidFill>
                </a:rPr>
                <a:t>UI</a:t>
              </a:r>
            </a:p>
          </p:txBody>
        </p:sp>
      </p:grpSp>
      <p:cxnSp>
        <p:nvCxnSpPr>
          <p:cNvPr id="466" name="Straight Arrow Connector 465">
            <a:extLst>
              <a:ext uri="{FF2B5EF4-FFF2-40B4-BE49-F238E27FC236}">
                <a16:creationId xmlns:a16="http://schemas.microsoft.com/office/drawing/2014/main" xmlns="" id="{324C380B-2126-420B-999B-1581B4DED918}"/>
              </a:ext>
            </a:extLst>
          </p:cNvPr>
          <p:cNvCxnSpPr/>
          <p:nvPr/>
        </p:nvCxnSpPr>
        <p:spPr>
          <a:xfrm>
            <a:off x="4403165" y="5966219"/>
            <a:ext cx="6054922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7" name="Rectangle 466">
            <a:extLst>
              <a:ext uri="{FF2B5EF4-FFF2-40B4-BE49-F238E27FC236}">
                <a16:creationId xmlns:a16="http://schemas.microsoft.com/office/drawing/2014/main" xmlns="" id="{95390B52-255F-44E7-A47E-EC568787CB8D}"/>
              </a:ext>
            </a:extLst>
          </p:cNvPr>
          <p:cNvSpPr/>
          <p:nvPr/>
        </p:nvSpPr>
        <p:spPr>
          <a:xfrm>
            <a:off x="5690089" y="5775945"/>
            <a:ext cx="2971987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b="1" dirty="0"/>
              <a:t>Event streaming</a:t>
            </a:r>
          </a:p>
        </p:txBody>
      </p:sp>
      <p:sp>
        <p:nvSpPr>
          <p:cNvPr id="468" name="Rectangle 467">
            <a:extLst>
              <a:ext uri="{FF2B5EF4-FFF2-40B4-BE49-F238E27FC236}">
                <a16:creationId xmlns:a16="http://schemas.microsoft.com/office/drawing/2014/main" xmlns="" id="{EE0299FE-A0AF-4A6F-BDEC-A8810B9BCF46}"/>
              </a:ext>
            </a:extLst>
          </p:cNvPr>
          <p:cNvSpPr/>
          <p:nvPr/>
        </p:nvSpPr>
        <p:spPr>
          <a:xfrm>
            <a:off x="11334536" y="2851916"/>
            <a:ext cx="763257" cy="106257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469" name="Rectangle 468">
            <a:extLst>
              <a:ext uri="{FF2B5EF4-FFF2-40B4-BE49-F238E27FC236}">
                <a16:creationId xmlns:a16="http://schemas.microsoft.com/office/drawing/2014/main" xmlns="" id="{D64A33D7-16A0-4CDE-A987-0731B4FB86A1}"/>
              </a:ext>
            </a:extLst>
          </p:cNvPr>
          <p:cNvSpPr/>
          <p:nvPr/>
        </p:nvSpPr>
        <p:spPr>
          <a:xfrm>
            <a:off x="11379645" y="2947725"/>
            <a:ext cx="673036" cy="2054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Interfaces</a:t>
            </a:r>
          </a:p>
        </p:txBody>
      </p:sp>
      <p:sp>
        <p:nvSpPr>
          <p:cNvPr id="470" name="Rectangle 469">
            <a:extLst>
              <a:ext uri="{FF2B5EF4-FFF2-40B4-BE49-F238E27FC236}">
                <a16:creationId xmlns:a16="http://schemas.microsoft.com/office/drawing/2014/main" xmlns="" id="{F4F28865-5342-49FC-A6B5-9AF29E45CC76}"/>
              </a:ext>
            </a:extLst>
          </p:cNvPr>
          <p:cNvSpPr/>
          <p:nvPr/>
        </p:nvSpPr>
        <p:spPr>
          <a:xfrm>
            <a:off x="11364512" y="3327838"/>
            <a:ext cx="703303" cy="53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Fund Accounting System</a:t>
            </a:r>
          </a:p>
        </p:txBody>
      </p:sp>
      <p:sp>
        <p:nvSpPr>
          <p:cNvPr id="471" name="Arrow: Left-Right 12">
            <a:extLst>
              <a:ext uri="{FF2B5EF4-FFF2-40B4-BE49-F238E27FC236}">
                <a16:creationId xmlns:a16="http://schemas.microsoft.com/office/drawing/2014/main" xmlns="" id="{40DA2289-D963-4FA3-BA7F-0FAD1A8CC6D8}"/>
              </a:ext>
            </a:extLst>
          </p:cNvPr>
          <p:cNvSpPr/>
          <p:nvPr/>
        </p:nvSpPr>
        <p:spPr>
          <a:xfrm>
            <a:off x="10779173" y="3241632"/>
            <a:ext cx="587387" cy="203089"/>
          </a:xfrm>
          <a:prstGeom prst="leftRightArrow">
            <a:avLst>
              <a:gd name="adj1" fmla="val 45114"/>
              <a:gd name="adj2" fmla="val 3321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1" name="Group 480"/>
          <p:cNvGrpSpPr/>
          <p:nvPr/>
        </p:nvGrpSpPr>
        <p:grpSpPr>
          <a:xfrm>
            <a:off x="4950798" y="1089386"/>
            <a:ext cx="1157008" cy="837215"/>
            <a:chOff x="2837502" y="1455088"/>
            <a:chExt cx="1157008" cy="837215"/>
          </a:xfrm>
        </p:grpSpPr>
        <p:pic>
          <p:nvPicPr>
            <p:cNvPr id="472" name="Picture 471">
              <a:extLst>
                <a:ext uri="{FF2B5EF4-FFF2-40B4-BE49-F238E27FC236}">
                  <a16:creationId xmlns:a16="http://schemas.microsoft.com/office/drawing/2014/main" xmlns="" id="{F8FF96D0-9843-4F57-8850-D4627111AB6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1019"/>
            <a:stretch/>
          </p:blipFill>
          <p:spPr>
            <a:xfrm>
              <a:off x="3073906" y="1819542"/>
              <a:ext cx="598576" cy="472761"/>
            </a:xfrm>
            <a:prstGeom prst="rect">
              <a:avLst/>
            </a:prstGeom>
          </p:spPr>
        </p:pic>
        <p:sp>
          <p:nvSpPr>
            <p:cNvPr id="473" name="TextBox 472">
              <a:extLst>
                <a:ext uri="{FF2B5EF4-FFF2-40B4-BE49-F238E27FC236}">
                  <a16:creationId xmlns:a16="http://schemas.microsoft.com/office/drawing/2014/main" xmlns="" id="{32AD2DE9-24C3-4955-8CFD-693DE70E0F48}"/>
                </a:ext>
              </a:extLst>
            </p:cNvPr>
            <p:cNvSpPr txBox="1"/>
            <p:nvPr/>
          </p:nvSpPr>
          <p:spPr>
            <a:xfrm>
              <a:off x="2837502" y="1455088"/>
              <a:ext cx="115700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/>
                <a:t>Fund Administrator</a:t>
              </a:r>
            </a:p>
          </p:txBody>
        </p:sp>
      </p:grpSp>
      <p:grpSp>
        <p:nvGrpSpPr>
          <p:cNvPr id="482" name="Group 481"/>
          <p:cNvGrpSpPr/>
          <p:nvPr/>
        </p:nvGrpSpPr>
        <p:grpSpPr>
          <a:xfrm>
            <a:off x="8089761" y="1197997"/>
            <a:ext cx="1566249" cy="771711"/>
            <a:chOff x="6244323" y="1505161"/>
            <a:chExt cx="1566249" cy="771711"/>
          </a:xfrm>
        </p:grpSpPr>
        <p:sp>
          <p:nvSpPr>
            <p:cNvPr id="474" name="TextBox 473">
              <a:extLst>
                <a:ext uri="{FF2B5EF4-FFF2-40B4-BE49-F238E27FC236}">
                  <a16:creationId xmlns:a16="http://schemas.microsoft.com/office/drawing/2014/main" xmlns="" id="{5FA2FB56-BBBB-4B1B-BAEB-00404EB6F6A5}"/>
                </a:ext>
              </a:extLst>
            </p:cNvPr>
            <p:cNvSpPr txBox="1"/>
            <p:nvPr/>
          </p:nvSpPr>
          <p:spPr>
            <a:xfrm>
              <a:off x="6244323" y="1505161"/>
              <a:ext cx="156624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/>
                <a:t>Auditor</a:t>
              </a:r>
            </a:p>
            <a:p>
              <a:pPr algn="ctr"/>
              <a:endParaRPr lang="en-US" sz="1100" b="1" dirty="0"/>
            </a:p>
          </p:txBody>
        </p:sp>
        <p:pic>
          <p:nvPicPr>
            <p:cNvPr id="475" name="Picture 12" descr="Résultat de recherche d'images pour &quot;inspector icon png&quot;">
              <a:extLst>
                <a:ext uri="{FF2B5EF4-FFF2-40B4-BE49-F238E27FC236}">
                  <a16:creationId xmlns:a16="http://schemas.microsoft.com/office/drawing/2014/main" xmlns="" id="{7F58C939-5460-4D71-8FB1-E1E9DB5696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23981" y="1859462"/>
              <a:ext cx="417410" cy="4174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91" name="Group 490"/>
          <p:cNvGrpSpPr/>
          <p:nvPr/>
        </p:nvGrpSpPr>
        <p:grpSpPr>
          <a:xfrm>
            <a:off x="9317461" y="3302109"/>
            <a:ext cx="1197895" cy="405369"/>
            <a:chOff x="6596276" y="2987012"/>
            <a:chExt cx="952138" cy="403312"/>
          </a:xfrm>
        </p:grpSpPr>
        <p:sp>
          <p:nvSpPr>
            <p:cNvPr id="476" name="Rounded Rectangle 748">
              <a:extLst>
                <a:ext uri="{FF2B5EF4-FFF2-40B4-BE49-F238E27FC236}">
                  <a16:creationId xmlns:a16="http://schemas.microsoft.com/office/drawing/2014/main" xmlns="" id="{ED9159A2-5264-4DFB-A22A-32DCFA38D273}"/>
                </a:ext>
              </a:extLst>
            </p:cNvPr>
            <p:cNvSpPr/>
            <p:nvPr/>
          </p:nvSpPr>
          <p:spPr>
            <a:xfrm>
              <a:off x="6663000" y="3037386"/>
              <a:ext cx="885414" cy="352938"/>
            </a:xfrm>
            <a:prstGeom prst="roundRect">
              <a:avLst/>
            </a:prstGeom>
            <a:solidFill>
              <a:schemeClr val="bg2">
                <a:lumMod val="60000"/>
                <a:lumOff val="40000"/>
              </a:schemeClr>
            </a:solidFill>
            <a:ln w="12700">
              <a:solidFill>
                <a:srgbClr val="BCBC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0" rIns="9144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800" b="1" dirty="0">
                  <a:solidFill>
                    <a:srgbClr val="263147"/>
                  </a:solidFill>
                </a:rPr>
                <a:t>Fund Search / Reporting Services</a:t>
              </a:r>
            </a:p>
          </p:txBody>
        </p:sp>
        <p:sp>
          <p:nvSpPr>
            <p:cNvPr id="477" name="Oval 476">
              <a:extLst>
                <a:ext uri="{FF2B5EF4-FFF2-40B4-BE49-F238E27FC236}">
                  <a16:creationId xmlns:a16="http://schemas.microsoft.com/office/drawing/2014/main" xmlns="" id="{DE346FFA-A4D7-4D57-8EB3-E345456FC51F}"/>
                </a:ext>
              </a:extLst>
            </p:cNvPr>
            <p:cNvSpPr/>
            <p:nvPr/>
          </p:nvSpPr>
          <p:spPr>
            <a:xfrm>
              <a:off x="6596276" y="2987012"/>
              <a:ext cx="209451" cy="208039"/>
            </a:xfrm>
            <a:prstGeom prst="ellipse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2">
                      <a:lumMod val="50000"/>
                    </a:schemeClr>
                  </a:solidFill>
                </a:rPr>
                <a:t>5</a:t>
              </a:r>
            </a:p>
          </p:txBody>
        </p:sp>
      </p:grpSp>
      <p:sp>
        <p:nvSpPr>
          <p:cNvPr id="509" name="Rounded Rectangle 508"/>
          <p:cNvSpPr/>
          <p:nvPr/>
        </p:nvSpPr>
        <p:spPr>
          <a:xfrm>
            <a:off x="7327954" y="3343177"/>
            <a:ext cx="1038613" cy="361009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 w="12700">
            <a:solidFill>
              <a:srgbClr val="BCBCB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0" rIns="9144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800" b="1" dirty="0">
                <a:solidFill>
                  <a:srgbClr val="263147"/>
                </a:solidFill>
              </a:rPr>
              <a:t>Scheduler / Batch Job Processes</a:t>
            </a:r>
          </a:p>
        </p:txBody>
      </p:sp>
      <p:sp>
        <p:nvSpPr>
          <p:cNvPr id="510" name="Oval 509"/>
          <p:cNvSpPr/>
          <p:nvPr/>
        </p:nvSpPr>
        <p:spPr>
          <a:xfrm>
            <a:off x="7277400" y="3314494"/>
            <a:ext cx="214228" cy="196567"/>
          </a:xfrm>
          <a:prstGeom prst="ellipse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2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512" name="Rectangle 511"/>
          <p:cNvSpPr/>
          <p:nvPr/>
        </p:nvSpPr>
        <p:spPr>
          <a:xfrm>
            <a:off x="89944" y="1597625"/>
            <a:ext cx="2692772" cy="58357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err="1">
                <a:solidFill>
                  <a:schemeClr val="accent2">
                    <a:lumMod val="75000"/>
                  </a:schemeClr>
                </a:solidFill>
              </a:rPr>
              <a:t>DApp</a:t>
            </a:r>
            <a:r>
              <a:rPr lang="en-US" sz="10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- User Interface where Network participants can adjust/approve/search fund details as per their roles and responsibilities.</a:t>
            </a:r>
          </a:p>
        </p:txBody>
      </p:sp>
      <p:sp>
        <p:nvSpPr>
          <p:cNvPr id="514" name="Rectangle 513"/>
          <p:cNvSpPr/>
          <p:nvPr/>
        </p:nvSpPr>
        <p:spPr>
          <a:xfrm>
            <a:off x="96346" y="2412089"/>
            <a:ext cx="2692772" cy="81313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err="1">
                <a:solidFill>
                  <a:schemeClr val="accent2">
                    <a:lumMod val="75000"/>
                  </a:schemeClr>
                </a:solidFill>
              </a:rPr>
              <a:t>Blockchain</a:t>
            </a:r>
            <a:r>
              <a:rPr lang="en-US" sz="1000" b="1" dirty="0">
                <a:solidFill>
                  <a:schemeClr val="accent2">
                    <a:lumMod val="75000"/>
                  </a:schemeClr>
                </a:solidFill>
              </a:rPr>
              <a:t> API Layer</a:t>
            </a:r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 - This is integration layer between decentralized application and </a:t>
            </a:r>
            <a:r>
              <a:rPr lang="en-US" sz="1000" dirty="0" err="1">
                <a:solidFill>
                  <a:schemeClr val="accent2">
                    <a:lumMod val="75000"/>
                  </a:schemeClr>
                </a:solidFill>
              </a:rPr>
              <a:t>blockchain</a:t>
            </a:r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 network. This layer contains fund adjustment, search funds etc. services which will connect </a:t>
            </a:r>
            <a:r>
              <a:rPr lang="en-US" sz="1000" dirty="0" err="1">
                <a:solidFill>
                  <a:schemeClr val="accent2">
                    <a:lumMod val="75000"/>
                  </a:schemeClr>
                </a:solidFill>
              </a:rPr>
              <a:t>DApp</a:t>
            </a:r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 with </a:t>
            </a:r>
            <a:r>
              <a:rPr lang="en-US" sz="1000" dirty="0" err="1">
                <a:solidFill>
                  <a:schemeClr val="accent2">
                    <a:lumMod val="75000"/>
                  </a:schemeClr>
                </a:solidFill>
              </a:rPr>
              <a:t>blockchain</a:t>
            </a:r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 network.</a:t>
            </a:r>
          </a:p>
        </p:txBody>
      </p:sp>
      <p:sp>
        <p:nvSpPr>
          <p:cNvPr id="515" name="Rectangle 514"/>
          <p:cNvSpPr/>
          <p:nvPr/>
        </p:nvSpPr>
        <p:spPr>
          <a:xfrm>
            <a:off x="115503" y="3464731"/>
            <a:ext cx="2692772" cy="50307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err="1">
                <a:solidFill>
                  <a:schemeClr val="accent2">
                    <a:lumMod val="75000"/>
                  </a:schemeClr>
                </a:solidFill>
              </a:rPr>
              <a:t>Blockchain</a:t>
            </a:r>
            <a:r>
              <a:rPr lang="en-US" sz="1000" b="1" dirty="0">
                <a:solidFill>
                  <a:schemeClr val="accent2">
                    <a:lumMod val="75000"/>
                  </a:schemeClr>
                </a:solidFill>
              </a:rPr>
              <a:t> Network</a:t>
            </a:r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 - This is group formed by Fund Administrator, Fund Manager and Auditor</a:t>
            </a:r>
          </a:p>
        </p:txBody>
      </p:sp>
      <p:sp>
        <p:nvSpPr>
          <p:cNvPr id="516" name="Up-Down Arrow 515"/>
          <p:cNvSpPr/>
          <p:nvPr/>
        </p:nvSpPr>
        <p:spPr>
          <a:xfrm>
            <a:off x="6398375" y="2861938"/>
            <a:ext cx="247293" cy="337733"/>
          </a:xfrm>
          <a:prstGeom prst="upDownArrow">
            <a:avLst/>
          </a:prstGeom>
          <a:solidFill>
            <a:schemeClr val="accent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 err="1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17" name="Up-Down Arrow 516"/>
          <p:cNvSpPr/>
          <p:nvPr/>
        </p:nvSpPr>
        <p:spPr>
          <a:xfrm>
            <a:off x="6398375" y="4047105"/>
            <a:ext cx="247293" cy="469518"/>
          </a:xfrm>
          <a:prstGeom prst="upDownArrow">
            <a:avLst/>
          </a:prstGeom>
          <a:solidFill>
            <a:schemeClr val="accent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 err="1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6014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Features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5571" y="1444526"/>
            <a:ext cx="10475494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Provides immutable ledger which can be used for audit log purpose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Provides Trust and Transparency by forming network of Fund Manager, Fund Administrator and Auditor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Eliminates manual paper based verification process by adding third party Auditor on network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Smart programmable contract to automate and optimize fund balancing process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Ability to accelerate the end to end process and reduce time required in manual processes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Solution has ability to authenticate Fund </a:t>
            </a:r>
            <a:r>
              <a:rPr lang="en-US" sz="1600" dirty="0" smtClean="0"/>
              <a:t>Manager, Fund Administrator and Auditor </a:t>
            </a:r>
            <a:r>
              <a:rPr lang="en-US" sz="1600" dirty="0"/>
              <a:t>and reduce fraud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Auditor can verify real-time fund records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823617579"/>
      </p:ext>
    </p:extLst>
  </p:cSld>
  <p:clrMapOvr>
    <a:masterClrMapping/>
  </p:clrMapOvr>
  <p:transition spd="med">
    <p:split orient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Suggested Platform - </a:t>
            </a:r>
            <a:r>
              <a:rPr lang="en-US" dirty="0" err="1" smtClean="0"/>
              <a:t>Hyperledger</a:t>
            </a:r>
            <a:r>
              <a:rPr lang="en-US" dirty="0" smtClean="0"/>
              <a:t> Fabric Features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55571" y="1444526"/>
            <a:ext cx="10475494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Permissioned, Endorsement Policies, Channels for privacy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Identity Membership provider to manage members and permissions/ Separate Membership and Transaction </a:t>
            </a:r>
            <a:r>
              <a:rPr lang="en-US" sz="1600" dirty="0" smtClean="0"/>
              <a:t>certificates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 smtClean="0"/>
              <a:t>Modular architecture encourages to create pluggable components. Identity Management , Consensus (Ordering Service) are pluggable</a:t>
            </a: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Enterprise grade and modern technology support like Rest / APIs with Docker containers and Cloud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 err="1"/>
              <a:t>Chaincode</a:t>
            </a:r>
            <a:r>
              <a:rPr lang="en-US" sz="1600" dirty="0"/>
              <a:t> (smart contracts) to endorse and validate the transactions on the shared ledger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Rich queries over an immutable distributed ledger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General Purpose </a:t>
            </a:r>
            <a:r>
              <a:rPr lang="en-US" sz="1600" dirty="0" err="1"/>
              <a:t>Blockchain</a:t>
            </a:r>
            <a:endParaRPr lang="en-US" sz="1600" dirty="0"/>
          </a:p>
          <a:p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61841306"/>
      </p:ext>
    </p:extLst>
  </p:cSld>
  <p:clrMapOvr>
    <a:masterClrMapping/>
  </p:clrMapOvr>
  <p:transition spd="med">
    <p:split orient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 Platforms and Toolset</a:t>
            </a:r>
            <a:r>
              <a:rPr lang="en-US" altLang="en-US" i="1" dirty="0">
                <a:solidFill>
                  <a:srgbClr val="197EB5"/>
                </a:solidFill>
              </a:rPr>
              <a:t> </a:t>
            </a:r>
            <a:br>
              <a:rPr lang="en-US" altLang="en-US" i="1" dirty="0">
                <a:solidFill>
                  <a:srgbClr val="197EB5"/>
                </a:solidFill>
              </a:rPr>
            </a:br>
            <a:r>
              <a:rPr lang="en-US" altLang="en-US" sz="2000" i="1" dirty="0">
                <a:solidFill>
                  <a:srgbClr val="197EB5"/>
                </a:solidFill>
              </a:rPr>
              <a:t>(Platform can be decided based on RBC IT preferences)</a:t>
            </a:r>
            <a:endParaRPr lang="en-US" sz="20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8875578"/>
              </p:ext>
            </p:extLst>
          </p:nvPr>
        </p:nvGraphicFramePr>
        <p:xfrm>
          <a:off x="892686" y="1147233"/>
          <a:ext cx="10403456" cy="516600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56769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3967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19609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9827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Hyperledger</a:t>
                      </a:r>
                      <a:r>
                        <a:rPr lang="en-US" sz="1400" dirty="0"/>
                        <a:t>-Fabric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R3-Corda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98272">
                <a:tc>
                  <a:txBody>
                    <a:bodyPr/>
                    <a:lstStyle/>
                    <a:p>
                      <a:r>
                        <a:rPr lang="en-US" sz="1400" b="1" dirty="0"/>
                        <a:t>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Ubuntu Desktop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Windows / Ubuntu Desktop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98272">
                <a:tc>
                  <a:txBody>
                    <a:bodyPr/>
                    <a:lstStyle/>
                    <a:p>
                      <a:r>
                        <a:rPr lang="en-US" sz="1400" b="1" dirty="0"/>
                        <a:t>SCM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GIT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07062">
                <a:tc>
                  <a:txBody>
                    <a:bodyPr/>
                    <a:lstStyle/>
                    <a:p>
                      <a:r>
                        <a:rPr lang="en-US" sz="1400" b="1" dirty="0"/>
                        <a:t>IDEs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Eclipse-Mars</a:t>
                      </a:r>
                    </a:p>
                    <a:p>
                      <a:r>
                        <a:rPr lang="en-US" sz="1400"/>
                        <a:t>ATOM,</a:t>
                      </a:r>
                      <a:r>
                        <a:rPr lang="en-US" sz="1400" baseline="0"/>
                        <a:t> </a:t>
                      </a:r>
                      <a:r>
                        <a:rPr lang="en-US" sz="1400"/>
                        <a:t>VS</a:t>
                      </a:r>
                      <a:r>
                        <a:rPr lang="en-US" sz="1400" baseline="0"/>
                        <a:t> Code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IntelliJ Community 2017.3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732589">
                <a:tc>
                  <a:txBody>
                    <a:bodyPr/>
                    <a:lstStyle/>
                    <a:p>
                      <a:r>
                        <a:rPr lang="en-US" sz="1400" b="1" dirty="0"/>
                        <a:t>Lang/</a:t>
                      </a:r>
                    </a:p>
                    <a:p>
                      <a:r>
                        <a:rPr lang="en-US" sz="1400" b="1" dirty="0"/>
                        <a:t>Frameworks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Fabric 1.0</a:t>
                      </a:r>
                    </a:p>
                    <a:p>
                      <a:r>
                        <a:rPr lang="en-US" sz="1400" dirty="0"/>
                        <a:t>GO Lang</a:t>
                      </a:r>
                    </a:p>
                    <a:p>
                      <a:r>
                        <a:rPr lang="en-US" sz="1400" dirty="0"/>
                        <a:t>Node 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Corda-3.0</a:t>
                      </a:r>
                      <a:endParaRPr lang="en-US" sz="1400" dirty="0"/>
                    </a:p>
                    <a:p>
                      <a:r>
                        <a:rPr lang="en-US" sz="1400" dirty="0" err="1" smtClean="0"/>
                        <a:t>Kotlin</a:t>
                      </a:r>
                      <a:r>
                        <a:rPr lang="en-US" sz="1400" dirty="0" smtClean="0"/>
                        <a:t> 1.2.21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64919"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Database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Couch DB,</a:t>
                      </a:r>
                      <a:r>
                        <a:rPr lang="en-US" sz="1400" baseline="0" dirty="0" smtClean="0"/>
                        <a:t> Mongo DB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H2</a:t>
                      </a:r>
                      <a:endParaRPr lang="en-US" sz="1400" dirty="0"/>
                    </a:p>
                  </a:txBody>
                  <a:tcPr/>
                </a:tc>
              </a:tr>
              <a:tr h="507062">
                <a:tc>
                  <a:txBody>
                    <a:bodyPr/>
                    <a:lstStyle/>
                    <a:p>
                      <a:r>
                        <a:rPr lang="en-US" sz="1400" b="1" dirty="0"/>
                        <a:t>Common frameworks and tools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400" dirty="0"/>
                        <a:t>JDK 8 and above, Spring, AngularJS, </a:t>
                      </a:r>
                      <a:r>
                        <a:rPr lang="en-US" sz="1400" dirty="0" err="1"/>
                        <a:t>BootStrap</a:t>
                      </a:r>
                      <a:r>
                        <a:rPr lang="en-US" sz="1400" dirty="0"/>
                        <a:t>, Postman, Junit, </a:t>
                      </a:r>
                      <a:r>
                        <a:rPr lang="en-US" sz="1400" dirty="0" err="1"/>
                        <a:t>Mockito</a:t>
                      </a:r>
                      <a:r>
                        <a:rPr lang="en-US" sz="1400" dirty="0"/>
                        <a:t>, Cucumber, </a:t>
                      </a:r>
                      <a:r>
                        <a:rPr lang="en-US" sz="1400" dirty="0" err="1"/>
                        <a:t>GitBash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 smtClean="0"/>
                        <a:t>CLI,WinSCP</a:t>
                      </a:r>
                      <a:r>
                        <a:rPr lang="en-US" sz="1400" dirty="0" smtClean="0"/>
                        <a:t> OR FileZilla, Putty</a:t>
                      </a:r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715853">
                <a:tc>
                  <a:txBody>
                    <a:bodyPr/>
                    <a:lstStyle/>
                    <a:p>
                      <a:r>
                        <a:rPr lang="en-US" sz="1400" b="1" dirty="0"/>
                        <a:t>Dev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Fabric-Composer,  Fabric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dirty="0"/>
                        <a:t>Playground</a:t>
                      </a:r>
                    </a:p>
                    <a:p>
                      <a:r>
                        <a:rPr lang="en-US" sz="1400" dirty="0"/>
                        <a:t>Node,</a:t>
                      </a:r>
                      <a:r>
                        <a:rPr lang="en-US" sz="1400" baseline="0" dirty="0"/>
                        <a:t> NPM ,  </a:t>
                      </a:r>
                      <a:r>
                        <a:rPr lang="en-US" sz="1400" dirty="0"/>
                        <a:t>Python 2.7</a:t>
                      </a:r>
                    </a:p>
                    <a:p>
                      <a:r>
                        <a:rPr lang="en-US" sz="1400" dirty="0"/>
                        <a:t>Yeoman,  Mocha/Chai,  </a:t>
                      </a:r>
                      <a:r>
                        <a:rPr lang="en-US" sz="1400" dirty="0" err="1"/>
                        <a:t>JSLint</a:t>
                      </a:r>
                      <a:r>
                        <a:rPr lang="en-US" sz="1400" dirty="0"/>
                        <a:t>,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ESLint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Corda</a:t>
                      </a:r>
                      <a:r>
                        <a:rPr lang="en-US" sz="1400" baseline="0" dirty="0" smtClean="0"/>
                        <a:t> DSL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98272">
                <a:tc>
                  <a:txBody>
                    <a:bodyPr/>
                    <a:lstStyle/>
                    <a:p>
                      <a:r>
                        <a:rPr lang="en-US" sz="1400" b="1" dirty="0"/>
                        <a:t>Compile / Build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Gradle</a:t>
                      </a:r>
                      <a:r>
                        <a:rPr lang="en-US" sz="1400" dirty="0"/>
                        <a:t>, NPM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Gradle</a:t>
                      </a:r>
                      <a:r>
                        <a:rPr lang="en-US" sz="1400" dirty="0" smtClean="0"/>
                        <a:t> 4.1 and above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98272">
                <a:tc>
                  <a:txBody>
                    <a:bodyPr/>
                    <a:lstStyle/>
                    <a:p>
                      <a:r>
                        <a:rPr lang="en-US" sz="1400" b="1" dirty="0"/>
                        <a:t>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Docker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Docker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29827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1" kern="1200" dirty="0"/>
                        <a:t>Deploy</a:t>
                      </a:r>
                      <a:endParaRPr lang="en-US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/>
                        <a:t>AWS/Azure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7185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1" kern="1200" dirty="0"/>
                        <a:t>Agile/ALM Tools/DevOps</a:t>
                      </a:r>
                      <a:endParaRPr lang="en-US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/>
                        <a:t>JIRA, Jenkins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4164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8626761"/>
      </p:ext>
    </p:extLst>
  </p:cSld>
  <p:clrMapOvr>
    <a:masterClrMapping/>
  </p:clrMapOvr>
  <p:transition spd="med">
    <p:split orient="vert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#10;&lt;root&gt;&lt;version val=&quot;17192&quot;/&gt;&lt;partner val=&quot;610&quot;/&gt;&lt;CPresentation id=&quot;1&quot;&gt;&lt;m_defprecNumber idref=&quot;2&quot;/&gt;&lt;m_defprecPercent idref=&quot;3&quot;/&gt;&lt;m_defprecDate idref=&quot;4&quot;/&gt;&lt;m_defprecYear idref=&quot;5&quot;/&gt;&lt;m_defprecQuarter idref=&quot;6&quot;/&gt;&lt;m_defprecMonth idref=&quot;7&quot;/&gt;&lt;m_defprecWeek idref=&quot;8&quot;/&gt;&lt;m_defprecDay idref=&quot;9&quot;/&gt;&lt;m_eweekdayFirstOfWeek val=&quot;2&quot;/&gt;&lt;m_mruColor&gt;&lt;m_vecMRU length=&quot;0&quot;/&gt;&lt;/m_mruColor&gt;&lt;/CPresentation&gt;&lt;CDefaultPrec id=&quot;9&quot;&gt;&lt;m_precDefault/&gt;&lt;/CDefaultPrec&gt;&lt;CDefaultPrec id=&quot;8&quot;&gt;&lt;m_precDefault/&gt;&lt;/CDefaultPrec&gt;&lt;CDefaultPrec id=&quot;7&quot;&gt;&lt;m_precDefault/&gt;&lt;/CDefaultPrec&gt;&lt;CDefaultPrec id=&quot;6&quot;&gt;&lt;m_precDefault/&gt;&lt;/CDefaultPrec&gt;&lt;CDefaultPrec id=&quot;5&quot;&gt;&lt;m_precDefault/&gt;&lt;/CDefaultPrec&gt;&lt;CDefaultPrec id=&quot;4&quot;&gt;&lt;m_precDefault/&gt;&lt;/CDefaultPrec&gt;&lt;CDefaultPrec id=&quot;3&quot;&gt;&lt;m_precDefault/&gt;&lt;/CDefaultPrec&gt;&lt;CDefaultPrec id=&quot;2&quot;&gt;&lt;m_precDefault&gt;&lt;m_chDecimalSymbol&gt;,&lt;/m_chDecimalSymbol&gt;&lt;m_nGroupingDigits val=&quot;3&quot;/&gt;&lt;m_chGroupingSymbol&gt;.&lt;/m_chGroupingSymbol&gt;&lt;/m_precDefault&gt;&lt;/CDefaultPrec&gt;&lt;/root&gt;"/>
  <p:tag name="THINKCELLUNDODONOTDELETE" val="6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8VTg_P6rkuq_fbZG2oYX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zY4oecJCE2aPB.u6loWP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k.3W3rhiEqWtBDEsi7Xg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xI4A68crEiZSNCDbGy9g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au07_YeOU2LhML6a8Naf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Tl75Tp2nEy_4PpazGLtV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OLV5mW.q0KZi163Pl1yLQ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OLV5mW.q0KZi163Pl1yL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_pk8PYzpk.FktMHhDaTF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ciOYA.RlUiY0_0bhJg.j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rrxF00J0k2t3oJwY033c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fCn1rK4qUmp5lj5ISq8x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_rDdt6HIk6q49v0xMSrTQ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l9qzkNXSk2ij_NoCuEf2A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7lR2ZPdT0GiqzvYZsxoo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DnGmnlJWUybweSHRV5zM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Q5iGtRqU02KNLCmPGzp4A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YnDl6hGIEiK2JQntAZnx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k.3W3rhiEqWtBDEsi7Xg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DnCrkojv0SGcwHGEYrPFQ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OFNbajSUEaO0T7L3_MyV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nVqnsTkbEesDolNHQoqsQ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Dbv4V7vT0WxnXgCD5MXWQ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11Y1Bb0l0irz8SJoiUMe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mxc0iXCQkmeiJMOi0JxKg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F9GXJfe4kWec6UHbfCPKw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kAk9o_lW0Ov.hm_5XvnyQ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xU61rCZf0ui2sg3.Ux._w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rrxF00J0k2t3oJwY033cw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v4KUhlsnkSm9yhyCFYpSw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q6O2oonXUC.Ah4a29V_IQ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iir17zYkEOKrQjij7J_d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LnlxQ53SUCFalwIPRbaU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q6O2oonXUC.Ah4a29V_IQ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LI83S.QyU2cWSfucWO3YA"/>
</p:tagLst>
</file>

<file path=ppt/theme/theme1.xml><?xml version="1.0" encoding="utf-8"?>
<a:theme xmlns:a="http://schemas.openxmlformats.org/drawingml/2006/main" name="PPT Template">
  <a:themeElements>
    <a:clrScheme name="Capgemini colors">
      <a:dk1>
        <a:srgbClr val="263147"/>
      </a:dk1>
      <a:lt1>
        <a:sysClr val="window" lastClr="FFFFFF"/>
      </a:lt1>
      <a:dk2>
        <a:srgbClr val="998C85"/>
      </a:dk2>
      <a:lt2>
        <a:srgbClr val="909090"/>
      </a:lt2>
      <a:accent1>
        <a:srgbClr val="FFBC1D"/>
      </a:accent1>
      <a:accent2>
        <a:srgbClr val="E47E1A"/>
      </a:accent2>
      <a:accent3>
        <a:srgbClr val="AC2B37"/>
      </a:accent3>
      <a:accent4>
        <a:srgbClr val="762C7C"/>
      </a:accent4>
      <a:accent5>
        <a:srgbClr val="0098C7"/>
      </a:accent5>
      <a:accent6>
        <a:srgbClr val="B7BE16"/>
      </a:accent6>
      <a:hlink>
        <a:srgbClr val="A2BFAF"/>
      </a:hlink>
      <a:folHlink>
        <a:srgbClr val="AF1C63"/>
      </a:folHlink>
    </a:clrScheme>
    <a:fontScheme name="Capgemini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solidFill>
            <a:schemeClr val="tx2"/>
          </a:solidFill>
        </a:ln>
      </a:spPr>
      <a:bodyPr rtlCol="0" anchor="ctr"/>
      <a:lstStyle>
        <a:defPPr algn="ctr">
          <a:defRPr sz="2400" dirty="0" err="1" smtClean="0">
            <a:solidFill>
              <a:schemeClr val="tx2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  <a:prstDash val="soli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err="1" smtClean="0">
            <a:solidFill>
              <a:schemeClr val="tx2">
                <a:lumMod val="50000"/>
              </a:schemeClr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1_Closing slides">
  <a:themeElements>
    <a:clrScheme name="Capgemini colors">
      <a:dk1>
        <a:srgbClr val="263147"/>
      </a:dk1>
      <a:lt1>
        <a:sysClr val="window" lastClr="FFFFFF"/>
      </a:lt1>
      <a:dk2>
        <a:srgbClr val="998C85"/>
      </a:dk2>
      <a:lt2>
        <a:srgbClr val="909090"/>
      </a:lt2>
      <a:accent1>
        <a:srgbClr val="FFBC1D"/>
      </a:accent1>
      <a:accent2>
        <a:srgbClr val="E47E1A"/>
      </a:accent2>
      <a:accent3>
        <a:srgbClr val="AC2B37"/>
      </a:accent3>
      <a:accent4>
        <a:srgbClr val="762C7C"/>
      </a:accent4>
      <a:accent5>
        <a:srgbClr val="0098C7"/>
      </a:accent5>
      <a:accent6>
        <a:srgbClr val="B7BE16"/>
      </a:accent6>
      <a:hlink>
        <a:srgbClr val="A2BFAF"/>
      </a:hlink>
      <a:folHlink>
        <a:srgbClr val="AF1C6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Template</Template>
  <TotalTime>23577</TotalTime>
  <Words>1002</Words>
  <Application>Microsoft Office PowerPoint</Application>
  <PresentationFormat>Custom</PresentationFormat>
  <Paragraphs>245</Paragraphs>
  <Slides>12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ＭＳ Ｐゴシック</vt:lpstr>
      <vt:lpstr>Arial</vt:lpstr>
      <vt:lpstr>Calibri</vt:lpstr>
      <vt:lpstr>Candara</vt:lpstr>
      <vt:lpstr>Helvetica Light</vt:lpstr>
      <vt:lpstr>Times New Roman</vt:lpstr>
      <vt:lpstr>Wingdings</vt:lpstr>
      <vt:lpstr>PPT Template</vt:lpstr>
      <vt:lpstr>1_Closing slides</vt:lpstr>
      <vt:lpstr>think-cell Slide</vt:lpstr>
      <vt:lpstr>RBC – Fund Balancing and Audit Trail</vt:lpstr>
      <vt:lpstr>Usecase Overview</vt:lpstr>
      <vt:lpstr>Pain Points or Challenges in Current Process</vt:lpstr>
      <vt:lpstr>Blockchain Benefits</vt:lpstr>
      <vt:lpstr>Fund Audit Trail Functional Flow – Option 1 </vt:lpstr>
      <vt:lpstr>Fund Audit Trail Functional Flow – Option 2</vt:lpstr>
      <vt:lpstr>Deployment Architecture</vt:lpstr>
      <vt:lpstr>Solution Architecture with Technology Stack</vt:lpstr>
      <vt:lpstr>Solution Features</vt:lpstr>
      <vt:lpstr>Suggested Platform - Hyperledger Fabric Features</vt:lpstr>
      <vt:lpstr>Development Platforms and Toolset  (Platform can be decided based on RBC IT preferences)</vt:lpstr>
      <vt:lpstr>PowerPoint Presentation</vt:lpstr>
    </vt:vector>
  </TitlesOfParts>
  <Company>Capgemini GCC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presentation</dc:title>
  <dc:creator>Namazi, Parveezeh</dc:creator>
  <cp:lastModifiedBy>Patil, Sachin</cp:lastModifiedBy>
  <cp:revision>716</cp:revision>
  <cp:lastPrinted>2017-06-08T03:45:40Z</cp:lastPrinted>
  <dcterms:created xsi:type="dcterms:W3CDTF">2015-03-06T11:43:58Z</dcterms:created>
  <dcterms:modified xsi:type="dcterms:W3CDTF">2018-03-29T06:40:44Z</dcterms:modified>
</cp:coreProperties>
</file>